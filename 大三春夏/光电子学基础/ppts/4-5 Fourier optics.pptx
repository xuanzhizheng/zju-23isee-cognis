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5" r:id="rId1"/>
  </p:sldMasterIdLst>
  <p:notesMasterIdLst>
    <p:notesMasterId r:id="rId52"/>
  </p:notesMasterIdLst>
  <p:handoutMasterIdLst>
    <p:handoutMasterId r:id="rId53"/>
  </p:handoutMasterIdLst>
  <p:sldIdLst>
    <p:sldId id="479" r:id="rId2"/>
    <p:sldId id="648" r:id="rId3"/>
    <p:sldId id="668" r:id="rId4"/>
    <p:sldId id="667" r:id="rId5"/>
    <p:sldId id="669" r:id="rId6"/>
    <p:sldId id="670" r:id="rId7"/>
    <p:sldId id="651" r:id="rId8"/>
    <p:sldId id="657" r:id="rId9"/>
    <p:sldId id="671" r:id="rId10"/>
    <p:sldId id="672" r:id="rId11"/>
    <p:sldId id="644" r:id="rId12"/>
    <p:sldId id="673" r:id="rId13"/>
    <p:sldId id="641" r:id="rId14"/>
    <p:sldId id="642" r:id="rId15"/>
    <p:sldId id="640" r:id="rId16"/>
    <p:sldId id="645" r:id="rId17"/>
    <p:sldId id="643" r:id="rId18"/>
    <p:sldId id="674" r:id="rId19"/>
    <p:sldId id="682" r:id="rId20"/>
    <p:sldId id="675" r:id="rId21"/>
    <p:sldId id="638" r:id="rId22"/>
    <p:sldId id="677" r:id="rId23"/>
    <p:sldId id="676" r:id="rId24"/>
    <p:sldId id="637" r:id="rId25"/>
    <p:sldId id="679" r:id="rId26"/>
    <p:sldId id="554" r:id="rId27"/>
    <p:sldId id="560" r:id="rId28"/>
    <p:sldId id="561" r:id="rId29"/>
    <p:sldId id="562" r:id="rId30"/>
    <p:sldId id="563" r:id="rId31"/>
    <p:sldId id="567" r:id="rId32"/>
    <p:sldId id="564" r:id="rId33"/>
    <p:sldId id="565" r:id="rId34"/>
    <p:sldId id="568" r:id="rId35"/>
    <p:sldId id="566" r:id="rId36"/>
    <p:sldId id="569" r:id="rId37"/>
    <p:sldId id="570" r:id="rId38"/>
    <p:sldId id="659" r:id="rId39"/>
    <p:sldId id="683" r:id="rId40"/>
    <p:sldId id="680" r:id="rId41"/>
    <p:sldId id="619" r:id="rId42"/>
    <p:sldId id="617" r:id="rId43"/>
    <p:sldId id="621" r:id="rId44"/>
    <p:sldId id="639" r:id="rId45"/>
    <p:sldId id="661" r:id="rId46"/>
    <p:sldId id="662" r:id="rId47"/>
    <p:sldId id="663" r:id="rId48"/>
    <p:sldId id="664" r:id="rId49"/>
    <p:sldId id="665" r:id="rId50"/>
    <p:sldId id="666"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9E4"/>
    <a:srgbClr val="9E0000"/>
    <a:srgbClr val="FDD5D5"/>
    <a:srgbClr val="640E00"/>
    <a:srgbClr val="FED5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7" autoAdjust="0"/>
    <p:restoredTop sz="95657" autoAdjust="0"/>
  </p:normalViewPr>
  <p:slideViewPr>
    <p:cSldViewPr snapToGrid="0">
      <p:cViewPr varScale="1">
        <p:scale>
          <a:sx n="103" d="100"/>
          <a:sy n="103" d="100"/>
        </p:scale>
        <p:origin x="11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FED03B-8713-423C-851D-50A6C1177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EEF400-8678-4702-8C69-AC0124F656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88B7A2-AE07-4777-BD5F-9EA6CD7E243A}" type="datetimeFigureOut">
              <a:rPr lang="en-US" smtClean="0"/>
              <a:t>3/20/2025</a:t>
            </a:fld>
            <a:endParaRPr lang="en-US"/>
          </a:p>
        </p:txBody>
      </p:sp>
      <p:sp>
        <p:nvSpPr>
          <p:cNvPr id="4" name="Footer Placeholder 3">
            <a:extLst>
              <a:ext uri="{FF2B5EF4-FFF2-40B4-BE49-F238E27FC236}">
                <a16:creationId xmlns:a16="http://schemas.microsoft.com/office/drawing/2014/main" id="{AE16B06D-7168-4094-AAF2-34BDECE207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B5E041-D031-4590-9BD2-066A45256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F77D9D-0B32-498F-BF2A-3621F9DDCD43}" type="slidenum">
              <a:rPr lang="en-US" smtClean="0"/>
              <a:t>‹#›</a:t>
            </a:fld>
            <a:endParaRPr lang="en-US"/>
          </a:p>
        </p:txBody>
      </p:sp>
    </p:spTree>
    <p:extLst>
      <p:ext uri="{BB962C8B-B14F-4D97-AF65-F5344CB8AC3E}">
        <p14:creationId xmlns:p14="http://schemas.microsoft.com/office/powerpoint/2010/main" val="349961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F2513-D640-4369-B0B6-06CC860D0AC5}" type="datetimeFigureOut">
              <a:rPr lang="en-US" smtClean="0"/>
              <a:t>3/20/2025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D961B-05A6-47CD-9654-EAA20B766657}" type="slidenum">
              <a:rPr lang="en-US" smtClean="0"/>
              <a:t>‹#›</a:t>
            </a:fld>
            <a:endParaRPr lang="en-US"/>
          </a:p>
        </p:txBody>
      </p:sp>
    </p:spTree>
    <p:extLst>
      <p:ext uri="{BB962C8B-B14F-4D97-AF65-F5344CB8AC3E}">
        <p14:creationId xmlns:p14="http://schemas.microsoft.com/office/powerpoint/2010/main" val="23059550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65655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58517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2932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20592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02627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43820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59790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92199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10182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34248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3634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27535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7793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20774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26838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92338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69310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2DF27-B8D2-7316-1E21-F3EA1F95C7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9AA3C9-FD7A-27DA-6F89-2FF5C45D307A}"/>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24512204-6E04-4152-8A9B-6FACCEEAB81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ACE97E8-5494-D740-5FED-961B8F9B2BB7}"/>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29708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4028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94541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82371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4543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9192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97991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26</a:t>
            </a:fld>
            <a:endParaRPr lang="zh-CN" altLang="en-US">
              <a:solidFill>
                <a:srgbClr val="000000"/>
              </a:solidFill>
            </a:endParaRPr>
          </a:p>
        </p:txBody>
      </p:sp>
    </p:spTree>
    <p:extLst>
      <p:ext uri="{BB962C8B-B14F-4D97-AF65-F5344CB8AC3E}">
        <p14:creationId xmlns:p14="http://schemas.microsoft.com/office/powerpoint/2010/main" val="1519759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27</a:t>
            </a:fld>
            <a:endParaRPr lang="zh-CN" altLang="en-US">
              <a:solidFill>
                <a:srgbClr val="000000"/>
              </a:solidFill>
            </a:endParaRPr>
          </a:p>
        </p:txBody>
      </p:sp>
    </p:spTree>
    <p:extLst>
      <p:ext uri="{BB962C8B-B14F-4D97-AF65-F5344CB8AC3E}">
        <p14:creationId xmlns:p14="http://schemas.microsoft.com/office/powerpoint/2010/main" val="36623603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28</a:t>
            </a:fld>
            <a:endParaRPr lang="zh-CN" altLang="en-US">
              <a:solidFill>
                <a:srgbClr val="000000"/>
              </a:solidFill>
            </a:endParaRPr>
          </a:p>
        </p:txBody>
      </p:sp>
    </p:spTree>
    <p:extLst>
      <p:ext uri="{BB962C8B-B14F-4D97-AF65-F5344CB8AC3E}">
        <p14:creationId xmlns:p14="http://schemas.microsoft.com/office/powerpoint/2010/main" val="1683989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29</a:t>
            </a:fld>
            <a:endParaRPr lang="zh-CN" altLang="en-US">
              <a:solidFill>
                <a:srgbClr val="000000"/>
              </a:solidFill>
            </a:endParaRPr>
          </a:p>
        </p:txBody>
      </p:sp>
    </p:spTree>
    <p:extLst>
      <p:ext uri="{BB962C8B-B14F-4D97-AF65-F5344CB8AC3E}">
        <p14:creationId xmlns:p14="http://schemas.microsoft.com/office/powerpoint/2010/main" val="384334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30</a:t>
            </a:fld>
            <a:endParaRPr lang="zh-CN" altLang="en-US">
              <a:solidFill>
                <a:srgbClr val="000000"/>
              </a:solidFill>
            </a:endParaRPr>
          </a:p>
        </p:txBody>
      </p:sp>
    </p:spTree>
    <p:extLst>
      <p:ext uri="{BB962C8B-B14F-4D97-AF65-F5344CB8AC3E}">
        <p14:creationId xmlns:p14="http://schemas.microsoft.com/office/powerpoint/2010/main" val="3748043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31</a:t>
            </a:fld>
            <a:endParaRPr lang="zh-CN" altLang="en-US">
              <a:solidFill>
                <a:srgbClr val="000000"/>
              </a:solidFill>
            </a:endParaRPr>
          </a:p>
        </p:txBody>
      </p:sp>
    </p:spTree>
    <p:extLst>
      <p:ext uri="{BB962C8B-B14F-4D97-AF65-F5344CB8AC3E}">
        <p14:creationId xmlns:p14="http://schemas.microsoft.com/office/powerpoint/2010/main" val="1328226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32</a:t>
            </a:fld>
            <a:endParaRPr lang="zh-CN" altLang="en-US">
              <a:solidFill>
                <a:srgbClr val="000000"/>
              </a:solidFill>
            </a:endParaRPr>
          </a:p>
        </p:txBody>
      </p:sp>
    </p:spTree>
    <p:extLst>
      <p:ext uri="{BB962C8B-B14F-4D97-AF65-F5344CB8AC3E}">
        <p14:creationId xmlns:p14="http://schemas.microsoft.com/office/powerpoint/2010/main" val="34390306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33</a:t>
            </a:fld>
            <a:endParaRPr lang="zh-CN" altLang="en-US">
              <a:solidFill>
                <a:srgbClr val="000000"/>
              </a:solidFill>
            </a:endParaRPr>
          </a:p>
        </p:txBody>
      </p:sp>
    </p:spTree>
    <p:extLst>
      <p:ext uri="{BB962C8B-B14F-4D97-AF65-F5344CB8AC3E}">
        <p14:creationId xmlns:p14="http://schemas.microsoft.com/office/powerpoint/2010/main" val="16881954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34</a:t>
            </a:fld>
            <a:endParaRPr lang="zh-CN" altLang="en-US">
              <a:solidFill>
                <a:srgbClr val="000000"/>
              </a:solidFill>
            </a:endParaRPr>
          </a:p>
        </p:txBody>
      </p:sp>
    </p:spTree>
    <p:extLst>
      <p:ext uri="{BB962C8B-B14F-4D97-AF65-F5344CB8AC3E}">
        <p14:creationId xmlns:p14="http://schemas.microsoft.com/office/powerpoint/2010/main" val="3635933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35</a:t>
            </a:fld>
            <a:endParaRPr lang="zh-CN" altLang="en-US">
              <a:solidFill>
                <a:srgbClr val="000000"/>
              </a:solidFill>
            </a:endParaRPr>
          </a:p>
        </p:txBody>
      </p:sp>
    </p:spTree>
    <p:extLst>
      <p:ext uri="{BB962C8B-B14F-4D97-AF65-F5344CB8AC3E}">
        <p14:creationId xmlns:p14="http://schemas.microsoft.com/office/powerpoint/2010/main" val="23469385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36</a:t>
            </a:fld>
            <a:endParaRPr lang="zh-CN" altLang="en-US">
              <a:solidFill>
                <a:srgbClr val="000000"/>
              </a:solidFill>
            </a:endParaRPr>
          </a:p>
        </p:txBody>
      </p:sp>
    </p:spTree>
    <p:extLst>
      <p:ext uri="{BB962C8B-B14F-4D97-AF65-F5344CB8AC3E}">
        <p14:creationId xmlns:p14="http://schemas.microsoft.com/office/powerpoint/2010/main" val="3213253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37</a:t>
            </a:fld>
            <a:endParaRPr lang="zh-CN" altLang="en-US">
              <a:solidFill>
                <a:srgbClr val="000000"/>
              </a:solidFill>
            </a:endParaRPr>
          </a:p>
        </p:txBody>
      </p:sp>
    </p:spTree>
    <p:extLst>
      <p:ext uri="{BB962C8B-B14F-4D97-AF65-F5344CB8AC3E}">
        <p14:creationId xmlns:p14="http://schemas.microsoft.com/office/powerpoint/2010/main" val="41522468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106843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02C2-CFBD-BFC0-3D5D-F0E1AAA371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748D31-C252-1BC1-4469-8DDDA8045E2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D99AF7F6-202E-6DE8-FEB1-A056BABFAF0E}"/>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58AE60C-E405-CE2F-BD62-27ABEDCF859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75869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425334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41</a:t>
            </a:fld>
            <a:endParaRPr lang="zh-CN" altLang="en-US">
              <a:solidFill>
                <a:srgbClr val="000000"/>
              </a:solidFill>
            </a:endParaRPr>
          </a:p>
        </p:txBody>
      </p:sp>
    </p:spTree>
    <p:extLst>
      <p:ext uri="{BB962C8B-B14F-4D97-AF65-F5344CB8AC3E}">
        <p14:creationId xmlns:p14="http://schemas.microsoft.com/office/powerpoint/2010/main" val="1958309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42</a:t>
            </a:fld>
            <a:endParaRPr lang="zh-CN" altLang="en-US">
              <a:solidFill>
                <a:srgbClr val="000000"/>
              </a:solidFill>
            </a:endParaRPr>
          </a:p>
        </p:txBody>
      </p:sp>
    </p:spTree>
    <p:extLst>
      <p:ext uri="{BB962C8B-B14F-4D97-AF65-F5344CB8AC3E}">
        <p14:creationId xmlns:p14="http://schemas.microsoft.com/office/powerpoint/2010/main" val="25354153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455DA004-0D15-4058-8A43-09282551AA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a:extLst>
              <a:ext uri="{FF2B5EF4-FFF2-40B4-BE49-F238E27FC236}">
                <a16:creationId xmlns:a16="http://schemas.microsoft.com/office/drawing/2014/main" id="{01D0303E-169C-42E1-B921-62EDB997041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24580" name="灯片编号占位符 3">
            <a:extLst>
              <a:ext uri="{FF2B5EF4-FFF2-40B4-BE49-F238E27FC236}">
                <a16:creationId xmlns:a16="http://schemas.microsoft.com/office/drawing/2014/main" id="{0D40DD4C-009F-484E-9518-A6A99B1F6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D4F19B-6D28-42FD-BFE1-8A4A42D1C8B3}" type="slidenum">
              <a:rPr lang="zh-CN" altLang="en-US" smtClean="0">
                <a:solidFill>
                  <a:srgbClr val="000000"/>
                </a:solidFill>
              </a:rPr>
              <a:pPr/>
              <a:t>43</a:t>
            </a:fld>
            <a:endParaRPr lang="zh-CN" altLang="en-US">
              <a:solidFill>
                <a:srgbClr val="000000"/>
              </a:solidFill>
            </a:endParaRPr>
          </a:p>
        </p:txBody>
      </p:sp>
    </p:spTree>
    <p:extLst>
      <p:ext uri="{BB962C8B-B14F-4D97-AF65-F5344CB8AC3E}">
        <p14:creationId xmlns:p14="http://schemas.microsoft.com/office/powerpoint/2010/main" val="20442769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15839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225674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364932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400826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383967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013540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8494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1"/>
            <a:ext cx="9144000" cy="535633"/>
          </a:xfrm>
          <a:prstGeom prst="rect">
            <a:avLst/>
          </a:prstGeom>
          <a:solidFill>
            <a:srgbClr val="255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文本框 4">
            <a:extLst>
              <a:ext uri="{FF2B5EF4-FFF2-40B4-BE49-F238E27FC236}">
                <a16:creationId xmlns:a16="http://schemas.microsoft.com/office/drawing/2014/main" id="{2DC5DAE3-429C-42DB-97F0-AD39CBCD7152}"/>
              </a:ext>
            </a:extLst>
          </p:cNvPr>
          <p:cNvSpPr txBox="1"/>
          <p:nvPr userDrawn="1"/>
        </p:nvSpPr>
        <p:spPr>
          <a:xfrm>
            <a:off x="7032349" y="6564442"/>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30209" y="6572154"/>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888123" y="6568347"/>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38094" y="6515890"/>
            <a:ext cx="1448927" cy="261160"/>
          </a:xfrm>
          <a:prstGeom prst="rect">
            <a:avLst/>
          </a:prstGeom>
        </p:spPr>
      </p:pic>
      <p:sp>
        <p:nvSpPr>
          <p:cNvPr id="2" name="TextBox 1">
            <a:extLst>
              <a:ext uri="{FF2B5EF4-FFF2-40B4-BE49-F238E27FC236}">
                <a16:creationId xmlns:a16="http://schemas.microsoft.com/office/drawing/2014/main" id="{59F6D9F7-53B9-4D42-A324-14F37B1BDADD}"/>
              </a:ext>
            </a:extLst>
          </p:cNvPr>
          <p:cNvSpPr txBox="1"/>
          <p:nvPr userDrawn="1"/>
        </p:nvSpPr>
        <p:spPr>
          <a:xfrm>
            <a:off x="8485123" y="6500051"/>
            <a:ext cx="609140" cy="276999"/>
          </a:xfrm>
          <a:prstGeom prst="rect">
            <a:avLst/>
          </a:prstGeom>
          <a:noFill/>
        </p:spPr>
        <p:txBody>
          <a:bodyPr wrap="square" rtlCol="0">
            <a:spAutoFit/>
          </a:bodyPr>
          <a:lstStyle/>
          <a:p>
            <a:fld id="{5DC27B55-73FB-40DB-940F-0D374B25B093}" type="slidenum">
              <a:rPr lang="en-US" sz="1200" smtClean="0">
                <a:solidFill>
                  <a:schemeClr val="bg2">
                    <a:lumMod val="50000"/>
                  </a:schemeClr>
                </a:solidFill>
                <a:latin typeface="Arial" panose="020B0604020202020204" pitchFamily="34" charset="0"/>
                <a:cs typeface="Arial" panose="020B0604020202020204" pitchFamily="34" charset="0"/>
              </a:rPr>
              <a:t>‹#›</a:t>
            </a:fld>
            <a:endParaRPr lang="en-US" sz="12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59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C5DAE3-429C-42DB-97F0-AD39CBCD7152}"/>
              </a:ext>
            </a:extLst>
          </p:cNvPr>
          <p:cNvSpPr txBox="1"/>
          <p:nvPr userDrawn="1"/>
        </p:nvSpPr>
        <p:spPr>
          <a:xfrm>
            <a:off x="7047656" y="6438186"/>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45516" y="6445898"/>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903430" y="6442091"/>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53401" y="6389634"/>
            <a:ext cx="1448927" cy="261160"/>
          </a:xfrm>
          <a:prstGeom prst="rect">
            <a:avLst/>
          </a:prstGeom>
        </p:spPr>
      </p:pic>
      <p:pic>
        <p:nvPicPr>
          <p:cNvPr id="11" name="Picture 10">
            <a:extLst>
              <a:ext uri="{FF2B5EF4-FFF2-40B4-BE49-F238E27FC236}">
                <a16:creationId xmlns:a16="http://schemas.microsoft.com/office/drawing/2014/main" id="{4BC586DF-A652-4DEE-BFED-C9A13C22D1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89765" y="6234797"/>
            <a:ext cx="528933" cy="528933"/>
          </a:xfrm>
          <a:prstGeom prst="rect">
            <a:avLst/>
          </a:prstGeom>
        </p:spPr>
      </p:pic>
    </p:spTree>
    <p:extLst>
      <p:ext uri="{BB962C8B-B14F-4D97-AF65-F5344CB8AC3E}">
        <p14:creationId xmlns:p14="http://schemas.microsoft.com/office/powerpoint/2010/main" val="170083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933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56881"/>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3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6" Type="http://schemas.openxmlformats.org/officeDocument/2006/relationships/hyperlink" Target="optoelectronicszju.com" TargetMode="External"/><Relationship Id="rId5" Type="http://schemas.openxmlformats.org/officeDocument/2006/relationships/hyperlink" Target="mailto:yangzongyin@zju.edu.c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0.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wmf"/><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oleObject" Target="../embeddings/oleObject5.bin"/><Relationship Id="rId5" Type="http://schemas.openxmlformats.org/officeDocument/2006/relationships/image" Target="../media/image36.wmf"/><Relationship Id="rId4"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42.wmf"/><Relationship Id="rId18" Type="http://schemas.openxmlformats.org/officeDocument/2006/relationships/image" Target="../media/image36.wmf"/><Relationship Id="rId3" Type="http://schemas.openxmlformats.org/officeDocument/2006/relationships/oleObject" Target="../embeddings/oleObject6.bin"/><Relationship Id="rId7" Type="http://schemas.openxmlformats.org/officeDocument/2006/relationships/image" Target="../media/image39.wmf"/><Relationship Id="rId12" Type="http://schemas.openxmlformats.org/officeDocument/2006/relationships/oleObject" Target="../embeddings/oleObject10.bin"/><Relationship Id="rId17" Type="http://schemas.openxmlformats.org/officeDocument/2006/relationships/oleObject" Target="../embeddings/oleObject4.bin"/><Relationship Id="rId2" Type="http://schemas.openxmlformats.org/officeDocument/2006/relationships/notesSlide" Target="../notesSlides/notesSlide17.xml"/><Relationship Id="rId16"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oleObject" Target="../embeddings/oleObject7.bin"/><Relationship Id="rId11" Type="http://schemas.openxmlformats.org/officeDocument/2006/relationships/image" Target="../media/image41.wmf"/><Relationship Id="rId5" Type="http://schemas.openxmlformats.org/officeDocument/2006/relationships/image" Target="../media/image39.png"/><Relationship Id="rId15" Type="http://schemas.openxmlformats.org/officeDocument/2006/relationships/image" Target="../media/image43.wmf"/><Relationship Id="rId10" Type="http://schemas.openxmlformats.org/officeDocument/2006/relationships/oleObject" Target="../embeddings/oleObject9.bin"/><Relationship Id="rId4" Type="http://schemas.openxmlformats.org/officeDocument/2006/relationships/image" Target="../media/image38.wmf"/><Relationship Id="rId9" Type="http://schemas.openxmlformats.org/officeDocument/2006/relationships/image" Target="../media/image40.wmf"/><Relationship Id="rId1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5.wmf"/><Relationship Id="rId5" Type="http://schemas.openxmlformats.org/officeDocument/2006/relationships/oleObject" Target="../embeddings/oleObject13.bin"/><Relationship Id="rId4" Type="http://schemas.openxmlformats.org/officeDocument/2006/relationships/image" Target="../media/image44.wmf"/></Relationships>
</file>

<file path=ppt/slides/_rels/slide20.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8.wmf"/><Relationship Id="rId5" Type="http://schemas.openxmlformats.org/officeDocument/2006/relationships/oleObject" Target="../embeddings/oleObject16.bin"/><Relationship Id="rId4" Type="http://schemas.openxmlformats.org/officeDocument/2006/relationships/image" Target="../media/image47.wmf"/><Relationship Id="rId9"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00.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2.jp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1.png"/><Relationship Id="rId10" Type="http://schemas.openxmlformats.org/officeDocument/2006/relationships/image" Target="../media/image57.png"/><Relationship Id="rId4" Type="http://schemas.openxmlformats.org/officeDocument/2006/relationships/image" Target="../media/image50.png"/><Relationship Id="rId9" Type="http://schemas.openxmlformats.org/officeDocument/2006/relationships/image" Target="../media/image56.png"/></Relationships>
</file>

<file path=ppt/slides/_rels/slide2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0.jpg"/><Relationship Id="rId5" Type="http://schemas.openxmlformats.org/officeDocument/2006/relationships/image" Target="../media/image59.jpg"/><Relationship Id="rId4" Type="http://schemas.openxmlformats.org/officeDocument/2006/relationships/image" Target="../media/image58.jpg"/><Relationship Id="rId9"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68.jpg"/><Relationship Id="rId4" Type="http://schemas.openxmlformats.org/officeDocument/2006/relationships/image" Target="../media/image67.gif"/></Relationships>
</file>

<file path=ppt/slides/_rels/slide2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70.jpg"/></Relationships>
</file>

<file path=ppt/slides/_rels/slide29.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7.emf"/></Relationships>
</file>

<file path=ppt/slides/_rels/slide31.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81.jpg"/></Relationships>
</file>

<file path=ppt/slides/_rels/slide34.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1.pn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93.wmf"/><Relationship Id="rId5" Type="http://schemas.openxmlformats.org/officeDocument/2006/relationships/oleObject" Target="../embeddings/oleObject19.bin"/><Relationship Id="rId4" Type="http://schemas.openxmlformats.org/officeDocument/2006/relationships/image" Target="../media/image92.wmf"/></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jpg"/><Relationship Id="rId4" Type="http://schemas.openxmlformats.org/officeDocument/2006/relationships/image" Target="../media/image95.jpeg"/></Relationships>
</file>

<file path=ppt/slides/_rels/slide4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99.jpg"/></Relationships>
</file>

<file path=ppt/slides/_rels/slide4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02.png"/><Relationship Id="rId4" Type="http://schemas.openxmlformats.org/officeDocument/2006/relationships/image" Target="../media/image101.png"/></Relationships>
</file>

<file path=ppt/slides/_rels/slide44.xml.rels><?xml version="1.0" encoding="UTF-8" standalone="yes"?>
<Relationships xmlns="http://schemas.openxmlformats.org/package/2006/relationships"><Relationship Id="rId3" Type="http://schemas.openxmlformats.org/officeDocument/2006/relationships/image" Target="../media/image103.gif"/><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05.png"/><Relationship Id="rId4" Type="http://schemas.openxmlformats.org/officeDocument/2006/relationships/image" Target="../media/image104.gif"/></Relationships>
</file>

<file path=ppt/slides/_rels/slide45.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07.emf"/></Relationships>
</file>

<file path=ppt/slides/_rels/slide46.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08.emf"/></Relationships>
</file>

<file path=ppt/slides/_rels/slide47.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28681D-1331-4A4D-B3D4-917B209F5B69}"/>
              </a:ext>
            </a:extLst>
          </p:cNvPr>
          <p:cNvPicPr>
            <a:picLocks noChangeAspect="1"/>
          </p:cNvPicPr>
          <p:nvPr/>
        </p:nvPicPr>
        <p:blipFill rotWithShape="1">
          <a:blip r:embed="rId2">
            <a:extLst>
              <a:ext uri="{28A0092B-C50C-407E-A947-70E740481C1C}">
                <a14:useLocalDpi xmlns:a14="http://schemas.microsoft.com/office/drawing/2010/main" val="0"/>
              </a:ext>
            </a:extLst>
          </a:blip>
          <a:srcRect t="17968" b="9757"/>
          <a:stretch/>
        </p:blipFill>
        <p:spPr>
          <a:xfrm>
            <a:off x="0" y="957600"/>
            <a:ext cx="9144000" cy="1116733"/>
          </a:xfrm>
          <a:prstGeom prst="rect">
            <a:avLst/>
          </a:prstGeom>
        </p:spPr>
      </p:pic>
      <p:pic>
        <p:nvPicPr>
          <p:cNvPr id="3" name="Picture 2">
            <a:extLst>
              <a:ext uri="{FF2B5EF4-FFF2-40B4-BE49-F238E27FC236}">
                <a16:creationId xmlns:a16="http://schemas.microsoft.com/office/drawing/2014/main" id="{2E37FF98-0CEF-4B09-ADEE-D9C3C08E8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262" y="367392"/>
            <a:ext cx="1803065" cy="515161"/>
          </a:xfrm>
          <a:prstGeom prst="rect">
            <a:avLst/>
          </a:prstGeom>
        </p:spPr>
      </p:pic>
      <p:pic>
        <p:nvPicPr>
          <p:cNvPr id="10" name="Picture 9">
            <a:extLst>
              <a:ext uri="{FF2B5EF4-FFF2-40B4-BE49-F238E27FC236}">
                <a16:creationId xmlns:a16="http://schemas.microsoft.com/office/drawing/2014/main" id="{BC6DB705-7990-41D0-9679-E670917E46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20003"/>
            <a:ext cx="2274358" cy="409938"/>
          </a:xfrm>
          <a:prstGeom prst="rect">
            <a:avLst/>
          </a:prstGeom>
        </p:spPr>
      </p:pic>
      <p:sp>
        <p:nvSpPr>
          <p:cNvPr id="8" name="object 3">
            <a:extLst>
              <a:ext uri="{FF2B5EF4-FFF2-40B4-BE49-F238E27FC236}">
                <a16:creationId xmlns:a16="http://schemas.microsoft.com/office/drawing/2014/main" id="{7D84DD68-DA40-4669-8F41-E077D801DCB5}"/>
              </a:ext>
            </a:extLst>
          </p:cNvPr>
          <p:cNvSpPr txBox="1">
            <a:spLocks noChangeArrowheads="1"/>
          </p:cNvSpPr>
          <p:nvPr/>
        </p:nvSpPr>
        <p:spPr bwMode="auto">
          <a:xfrm>
            <a:off x="0" y="2469215"/>
            <a:ext cx="914400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2800" b="1" dirty="0">
                <a:solidFill>
                  <a:srgbClr val="0070C0"/>
                </a:solidFill>
                <a:latin typeface="微软雅黑" panose="020B0503020204020204" pitchFamily="34" charset="-122"/>
                <a:ea typeface="微软雅黑" panose="020B0503020204020204" pitchFamily="34" charset="-122"/>
                <a:cs typeface="Microsoft YaHei" charset="0"/>
              </a:rPr>
              <a:t>Fundamentals of Optoelectronics</a:t>
            </a:r>
          </a:p>
          <a:p>
            <a:pPr algn="ctr"/>
            <a:r>
              <a:rPr lang="zh-CN" altLang="en-US" sz="2800" b="1" dirty="0">
                <a:solidFill>
                  <a:srgbClr val="0070C0"/>
                </a:solidFill>
                <a:latin typeface="微软雅黑" panose="020B0503020204020204" pitchFamily="34" charset="-122"/>
                <a:ea typeface="微软雅黑" panose="020B0503020204020204" pitchFamily="34" charset="-122"/>
                <a:cs typeface="Microsoft YaHei" charset="0"/>
              </a:rPr>
              <a:t>（光电子学基础）</a:t>
            </a:r>
            <a:endParaRPr lang="en-US" altLang="zh-CN" sz="28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endParaRPr lang="en-US" altLang="zh-CN" sz="24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Prof. Zongyin Yang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杨宗银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 College of Information Science and Electronic Engineering, </a:t>
            </a: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Zhejiang University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浙江大学信息与电子工程学院</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object 3">
            <a:extLst>
              <a:ext uri="{FF2B5EF4-FFF2-40B4-BE49-F238E27FC236}">
                <a16:creationId xmlns:a16="http://schemas.microsoft.com/office/drawing/2014/main" id="{74D597F1-A8DA-DD99-AD4F-8CF28C8135E2}"/>
              </a:ext>
            </a:extLst>
          </p:cNvPr>
          <p:cNvSpPr txBox="1">
            <a:spLocks noChangeArrowheads="1"/>
          </p:cNvSpPr>
          <p:nvPr/>
        </p:nvSpPr>
        <p:spPr bwMode="auto">
          <a:xfrm>
            <a:off x="0" y="5900399"/>
            <a:ext cx="914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2025 </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春夏学期</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object 3">
            <a:extLst>
              <a:ext uri="{FF2B5EF4-FFF2-40B4-BE49-F238E27FC236}">
                <a16:creationId xmlns:a16="http://schemas.microsoft.com/office/drawing/2014/main" id="{6C4B7BDA-A0F4-689F-FDEC-11F407361EDB}"/>
              </a:ext>
            </a:extLst>
          </p:cNvPr>
          <p:cNvSpPr txBox="1">
            <a:spLocks noChangeArrowheads="1"/>
          </p:cNvSpPr>
          <p:nvPr/>
        </p:nvSpPr>
        <p:spPr bwMode="auto">
          <a:xfrm>
            <a:off x="0" y="5006763"/>
            <a:ext cx="9144000"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Email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5"/>
              </a:rPr>
              <a:t>yangzongyin@zju.edu.cn</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Website: </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6" action="ppaction://hlinkfile"/>
              </a:rPr>
              <a:t>optoelectronicszju.com</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08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a:t>
            </a:r>
          </a:p>
        </p:txBody>
      </p:sp>
      <p:sp>
        <p:nvSpPr>
          <p:cNvPr id="11" name="文本框 10">
            <a:extLst>
              <a:ext uri="{FF2B5EF4-FFF2-40B4-BE49-F238E27FC236}">
                <a16:creationId xmlns:a16="http://schemas.microsoft.com/office/drawing/2014/main" id="{56FCF811-2A36-8478-AA3D-52915E089B58}"/>
              </a:ext>
            </a:extLst>
          </p:cNvPr>
          <p:cNvSpPr txBox="1"/>
          <p:nvPr/>
        </p:nvSpPr>
        <p:spPr>
          <a:xfrm>
            <a:off x="2252735" y="790985"/>
            <a:ext cx="3962400" cy="1631216"/>
          </a:xfrm>
          <a:prstGeom prst="rect">
            <a:avLst/>
          </a:prstGeom>
          <a:noFill/>
        </p:spPr>
        <p:txBody>
          <a:bodyPr wrap="square">
            <a:spAutoFit/>
          </a:bodyPr>
          <a:lstStyle/>
          <a:p>
            <a:r>
              <a:rPr lang="en-US" altLang="zh-CN" sz="2000" dirty="0"/>
              <a:t>In 1821, Joseph Fourier claimed that any function, whether continuous or discontinuous, can be expanded into a series of sines.</a:t>
            </a:r>
            <a:endParaRPr lang="zh-CN" altLang="en-US" sz="2000" dirty="0"/>
          </a:p>
        </p:txBody>
      </p:sp>
      <p:pic>
        <p:nvPicPr>
          <p:cNvPr id="3" name="图片 2">
            <a:extLst>
              <a:ext uri="{FF2B5EF4-FFF2-40B4-BE49-F238E27FC236}">
                <a16:creationId xmlns:a16="http://schemas.microsoft.com/office/drawing/2014/main" id="{689FB373-5E9B-1757-D9A5-7AF3AAF42E42}"/>
              </a:ext>
            </a:extLst>
          </p:cNvPr>
          <p:cNvPicPr>
            <a:picLocks noChangeAspect="1"/>
          </p:cNvPicPr>
          <p:nvPr/>
        </p:nvPicPr>
        <p:blipFill rotWithShape="1">
          <a:blip r:embed="rId3">
            <a:extLst>
              <a:ext uri="{28A0092B-C50C-407E-A947-70E740481C1C}">
                <a14:useLocalDpi xmlns:a14="http://schemas.microsoft.com/office/drawing/2010/main" val="0"/>
              </a:ext>
            </a:extLst>
          </a:blip>
          <a:srcRect l="74513"/>
          <a:stretch/>
        </p:blipFill>
        <p:spPr>
          <a:xfrm>
            <a:off x="590204" y="575298"/>
            <a:ext cx="1662531" cy="2063993"/>
          </a:xfrm>
          <a:prstGeom prst="rect">
            <a:avLst/>
          </a:prstGeom>
        </p:spPr>
      </p:pic>
      <p:pic>
        <p:nvPicPr>
          <p:cNvPr id="6" name="图片 5">
            <a:extLst>
              <a:ext uri="{FF2B5EF4-FFF2-40B4-BE49-F238E27FC236}">
                <a16:creationId xmlns:a16="http://schemas.microsoft.com/office/drawing/2014/main" id="{4C864706-36E0-34B5-126D-F5A949703DD0}"/>
              </a:ext>
            </a:extLst>
          </p:cNvPr>
          <p:cNvPicPr>
            <a:picLocks noChangeAspect="1"/>
          </p:cNvPicPr>
          <p:nvPr/>
        </p:nvPicPr>
        <p:blipFill>
          <a:blip r:embed="rId4"/>
          <a:stretch>
            <a:fillRect/>
          </a:stretch>
        </p:blipFill>
        <p:spPr>
          <a:xfrm>
            <a:off x="6411333" y="790985"/>
            <a:ext cx="2349907" cy="1204624"/>
          </a:xfrm>
          <a:prstGeom prst="rect">
            <a:avLst/>
          </a:prstGeom>
        </p:spPr>
      </p:pic>
      <p:pic>
        <p:nvPicPr>
          <p:cNvPr id="7" name="Picture 7" descr="TGSE00939_m">
            <a:extLst>
              <a:ext uri="{FF2B5EF4-FFF2-40B4-BE49-F238E27FC236}">
                <a16:creationId xmlns:a16="http://schemas.microsoft.com/office/drawing/2014/main" id="{07CD1D73-5492-3554-5263-928F585C10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1798" y="2828092"/>
            <a:ext cx="2706687" cy="3425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a:extLst>
              <a:ext uri="{FF2B5EF4-FFF2-40B4-BE49-F238E27FC236}">
                <a16:creationId xmlns:a16="http://schemas.microsoft.com/office/drawing/2014/main" id="{649AAA17-E6DF-D693-C2F6-B42FE31A6591}"/>
              </a:ext>
            </a:extLst>
          </p:cNvPr>
          <p:cNvSpPr txBox="1">
            <a:spLocks noChangeArrowheads="1"/>
          </p:cNvSpPr>
          <p:nvPr/>
        </p:nvSpPr>
        <p:spPr bwMode="auto">
          <a:xfrm>
            <a:off x="961080" y="2941522"/>
            <a:ext cx="3763319" cy="257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buNone/>
              <a:defRPr/>
            </a:pPr>
            <a:r>
              <a:rPr lang="en-US" altLang="en-US" sz="2000" kern="0" dirty="0"/>
              <a:t>“Fourier’s theorem is not only one of the most beautiful results of modern analysis, but it may be said to furnish an indispensable instrument in the treatment of nearly every recondite question in modern physics.”</a:t>
            </a:r>
          </a:p>
        </p:txBody>
      </p:sp>
      <p:sp>
        <p:nvSpPr>
          <p:cNvPr id="9" name="TextBox 5">
            <a:extLst>
              <a:ext uri="{FF2B5EF4-FFF2-40B4-BE49-F238E27FC236}">
                <a16:creationId xmlns:a16="http://schemas.microsoft.com/office/drawing/2014/main" id="{856B9D06-E257-08AB-33E1-69C4D590B734}"/>
              </a:ext>
            </a:extLst>
          </p:cNvPr>
          <p:cNvSpPr txBox="1"/>
          <p:nvPr/>
        </p:nvSpPr>
        <p:spPr bwMode="auto">
          <a:xfrm>
            <a:off x="3091542" y="5525811"/>
            <a:ext cx="16328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indent="0" algn="r" eaLnBrk="1" hangingPunct="1">
              <a:buFontTx/>
              <a:buNone/>
              <a:defRPr/>
            </a:pPr>
            <a:r>
              <a:rPr lang="en-US" altLang="en-US" sz="1800" i="1" kern="0" dirty="0">
                <a:latin typeface="+mn-lt"/>
              </a:rPr>
              <a:t> </a:t>
            </a:r>
            <a:r>
              <a:rPr lang="en-US" altLang="en-US" sz="1800" kern="0" dirty="0">
                <a:latin typeface="+mn-lt"/>
              </a:rPr>
              <a:t>Lord Kelvin</a:t>
            </a:r>
          </a:p>
          <a:p>
            <a:pPr marL="0" indent="0" algn="r" eaLnBrk="1" hangingPunct="1">
              <a:buFontTx/>
              <a:buNone/>
              <a:defRPr/>
            </a:pPr>
            <a:r>
              <a:rPr lang="en-US" altLang="en-US" sz="1800" kern="0" dirty="0">
                <a:latin typeface="+mn-lt"/>
              </a:rPr>
              <a:t>(1824 – 1907)</a:t>
            </a:r>
            <a:endParaRPr lang="en-US" sz="1800" dirty="0">
              <a:latin typeface="+mn-lt"/>
            </a:endParaRPr>
          </a:p>
        </p:txBody>
      </p:sp>
    </p:spTree>
    <p:extLst>
      <p:ext uri="{BB962C8B-B14F-4D97-AF65-F5344CB8AC3E}">
        <p14:creationId xmlns:p14="http://schemas.microsoft.com/office/powerpoint/2010/main" val="1673734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a:t>
            </a:r>
          </a:p>
        </p:txBody>
      </p:sp>
      <p:pic>
        <p:nvPicPr>
          <p:cNvPr id="5" name="图片 4">
            <a:extLst>
              <a:ext uri="{FF2B5EF4-FFF2-40B4-BE49-F238E27FC236}">
                <a16:creationId xmlns:a16="http://schemas.microsoft.com/office/drawing/2014/main" id="{0857D55C-E268-F8A4-D8C6-2EC3751F31D2}"/>
              </a:ext>
            </a:extLst>
          </p:cNvPr>
          <p:cNvPicPr>
            <a:picLocks noChangeAspect="1"/>
          </p:cNvPicPr>
          <p:nvPr/>
        </p:nvPicPr>
        <p:blipFill>
          <a:blip r:embed="rId3"/>
          <a:stretch>
            <a:fillRect/>
          </a:stretch>
        </p:blipFill>
        <p:spPr>
          <a:xfrm>
            <a:off x="149664" y="2239599"/>
            <a:ext cx="3930279" cy="2751195"/>
          </a:xfrm>
          <a:prstGeom prst="rect">
            <a:avLst/>
          </a:prstGeom>
        </p:spPr>
      </p:pic>
      <p:sp>
        <p:nvSpPr>
          <p:cNvPr id="4" name="文本框 3">
            <a:extLst>
              <a:ext uri="{FF2B5EF4-FFF2-40B4-BE49-F238E27FC236}">
                <a16:creationId xmlns:a16="http://schemas.microsoft.com/office/drawing/2014/main" id="{53B0194D-A2C4-5078-7429-0B9AB6341ED9}"/>
              </a:ext>
            </a:extLst>
          </p:cNvPr>
          <p:cNvSpPr txBox="1"/>
          <p:nvPr/>
        </p:nvSpPr>
        <p:spPr>
          <a:xfrm>
            <a:off x="4284870" y="1683825"/>
            <a:ext cx="4809218" cy="3785652"/>
          </a:xfrm>
          <a:prstGeom prst="rect">
            <a:avLst/>
          </a:prstGeom>
          <a:noFill/>
        </p:spPr>
        <p:txBody>
          <a:bodyPr wrap="square">
            <a:spAutoFit/>
          </a:bodyPr>
          <a:lstStyle/>
          <a:p>
            <a:r>
              <a:rPr lang="en-US" altLang="zh-CN" sz="2000" dirty="0"/>
              <a:t>Fourier analysis is one of the most important mathematical techniques, maybe the most important mathematical technique, ever developed for science. Nearly every single field of science benefits from it.</a:t>
            </a:r>
          </a:p>
          <a:p>
            <a:endParaRPr lang="en-US" altLang="zh-CN" sz="2000" dirty="0"/>
          </a:p>
          <a:p>
            <a:r>
              <a:rPr lang="en-US" altLang="zh-CN" sz="2000" dirty="0"/>
              <a:t>In simplest terms, the Fourier transform is an approach for computing what frequencies are present in a wave—in particular, the spectrum—from its dependence on time.</a:t>
            </a:r>
          </a:p>
        </p:txBody>
      </p:sp>
    </p:spTree>
    <p:extLst>
      <p:ext uri="{BB962C8B-B14F-4D97-AF65-F5344CB8AC3E}">
        <p14:creationId xmlns:p14="http://schemas.microsoft.com/office/powerpoint/2010/main" val="3774802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Some examples of Fourier Transform</a:t>
            </a:r>
          </a:p>
        </p:txBody>
      </p:sp>
      <p:sp>
        <p:nvSpPr>
          <p:cNvPr id="2" name="TextBox 3">
            <a:extLst>
              <a:ext uri="{FF2B5EF4-FFF2-40B4-BE49-F238E27FC236}">
                <a16:creationId xmlns:a16="http://schemas.microsoft.com/office/drawing/2014/main" id="{10AEAEFE-140B-8E8C-18F0-F6F098C2EC93}"/>
              </a:ext>
            </a:extLst>
          </p:cNvPr>
          <p:cNvSpPr txBox="1"/>
          <p:nvPr/>
        </p:nvSpPr>
        <p:spPr>
          <a:xfrm>
            <a:off x="666652" y="1147901"/>
            <a:ext cx="2989263" cy="2092881"/>
          </a:xfrm>
          <a:prstGeom prst="rect">
            <a:avLst/>
          </a:prstGeom>
          <a:noFill/>
        </p:spPr>
        <p:txBody>
          <a:bodyPr>
            <a:spAutoFit/>
          </a:bodyPr>
          <a:lstStyle/>
          <a:p>
            <a:pPr eaLnBrk="1" hangingPunct="1">
              <a:defRPr/>
            </a:pPr>
            <a:r>
              <a:rPr lang="en-US" sz="2000" dirty="0">
                <a:latin typeface="+mj-lt"/>
              </a:rPr>
              <a:t>Archaeologists know the species extinction rate over many million years.</a:t>
            </a:r>
          </a:p>
          <a:p>
            <a:pPr eaLnBrk="1" hangingPunct="1">
              <a:spcBef>
                <a:spcPts val="1200"/>
              </a:spcBef>
              <a:defRPr/>
            </a:pPr>
            <a:r>
              <a:rPr lang="en-US" sz="2000" dirty="0">
                <a:latin typeface="+mj-lt"/>
              </a:rPr>
              <a:t>So, when can we expect the next one?</a:t>
            </a:r>
          </a:p>
        </p:txBody>
      </p:sp>
      <p:sp>
        <p:nvSpPr>
          <p:cNvPr id="7" name="TextBox 17">
            <a:extLst>
              <a:ext uri="{FF2B5EF4-FFF2-40B4-BE49-F238E27FC236}">
                <a16:creationId xmlns:a16="http://schemas.microsoft.com/office/drawing/2014/main" id="{F032B2A0-B470-C291-2C28-92AD7B94C46D}"/>
              </a:ext>
            </a:extLst>
          </p:cNvPr>
          <p:cNvSpPr txBox="1"/>
          <p:nvPr/>
        </p:nvSpPr>
        <p:spPr>
          <a:xfrm>
            <a:off x="4051833" y="5049643"/>
            <a:ext cx="4058069" cy="369332"/>
          </a:xfrm>
          <a:prstGeom prst="rect">
            <a:avLst/>
          </a:prstGeom>
          <a:noFill/>
        </p:spPr>
        <p:txBody>
          <a:bodyPr wrap="square">
            <a:spAutoFit/>
          </a:bodyPr>
          <a:lstStyle/>
          <a:p>
            <a:pPr>
              <a:defRPr/>
            </a:pPr>
            <a:r>
              <a:rPr lang="en-US" dirty="0">
                <a:latin typeface="+mj-lt"/>
              </a:rPr>
              <a:t>Why 26 million years?</a:t>
            </a:r>
          </a:p>
        </p:txBody>
      </p:sp>
      <p:grpSp>
        <p:nvGrpSpPr>
          <p:cNvPr id="8" name="Group 14340">
            <a:extLst>
              <a:ext uri="{FF2B5EF4-FFF2-40B4-BE49-F238E27FC236}">
                <a16:creationId xmlns:a16="http://schemas.microsoft.com/office/drawing/2014/main" id="{9F03C700-CF28-6340-741E-73C453C8A21E}"/>
              </a:ext>
            </a:extLst>
          </p:cNvPr>
          <p:cNvGrpSpPr>
            <a:grpSpLocks/>
          </p:cNvGrpSpPr>
          <p:nvPr/>
        </p:nvGrpSpPr>
        <p:grpSpPr bwMode="auto">
          <a:xfrm>
            <a:off x="835079" y="4073049"/>
            <a:ext cx="2652410" cy="2357029"/>
            <a:chOff x="1027588" y="3678235"/>
            <a:chExt cx="2167895" cy="1928137"/>
          </a:xfrm>
        </p:grpSpPr>
        <p:sp>
          <p:nvSpPr>
            <p:cNvPr id="9" name="Rectangle 1">
              <a:extLst>
                <a:ext uri="{FF2B5EF4-FFF2-40B4-BE49-F238E27FC236}">
                  <a16:creationId xmlns:a16="http://schemas.microsoft.com/office/drawing/2014/main" id="{4922AFAC-E019-ADEE-54B0-1740E4063971}"/>
                </a:ext>
              </a:extLst>
            </p:cNvPr>
            <p:cNvSpPr/>
            <p:nvPr/>
          </p:nvSpPr>
          <p:spPr>
            <a:xfrm>
              <a:off x="1040284" y="3678235"/>
              <a:ext cx="2058183" cy="1597781"/>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TextBox 2">
              <a:extLst>
                <a:ext uri="{FF2B5EF4-FFF2-40B4-BE49-F238E27FC236}">
                  <a16:creationId xmlns:a16="http://schemas.microsoft.com/office/drawing/2014/main" id="{427C3F52-D096-7CCC-407C-6B9E8B019003}"/>
                </a:ext>
              </a:extLst>
            </p:cNvPr>
            <p:cNvSpPr txBox="1"/>
            <p:nvPr/>
          </p:nvSpPr>
          <p:spPr>
            <a:xfrm>
              <a:off x="1040284" y="5268074"/>
              <a:ext cx="2058183" cy="338298"/>
            </a:xfrm>
            <a:prstGeom prst="rect">
              <a:avLst/>
            </a:prstGeom>
            <a:noFill/>
          </p:spPr>
          <p:txBody>
            <a:bodyPr>
              <a:spAutoFit/>
            </a:bodyPr>
            <a:lstStyle/>
            <a:p>
              <a:pPr algn="ctr" eaLnBrk="1" hangingPunct="1">
                <a:defRPr/>
              </a:pPr>
              <a:r>
                <a:rPr lang="en-US" sz="1600" dirty="0">
                  <a:latin typeface="+mj-lt"/>
                </a:rPr>
                <a:t>Frequency (1/</a:t>
              </a:r>
              <a:r>
                <a:rPr lang="en-US" sz="1600" dirty="0" err="1">
                  <a:latin typeface="+mj-lt"/>
                </a:rPr>
                <a:t>Myr</a:t>
              </a:r>
              <a:r>
                <a:rPr lang="en-US" sz="1600" dirty="0">
                  <a:latin typeface="+mj-lt"/>
                </a:rPr>
                <a:t>)</a:t>
              </a:r>
            </a:p>
          </p:txBody>
        </p:sp>
        <p:grpSp>
          <p:nvGrpSpPr>
            <p:cNvPr id="12" name="Group 22">
              <a:extLst>
                <a:ext uri="{FF2B5EF4-FFF2-40B4-BE49-F238E27FC236}">
                  <a16:creationId xmlns:a16="http://schemas.microsoft.com/office/drawing/2014/main" id="{50F10970-D0EB-AAA7-3FA0-F136D77B7D13}"/>
                </a:ext>
              </a:extLst>
            </p:cNvPr>
            <p:cNvGrpSpPr>
              <a:grpSpLocks/>
            </p:cNvGrpSpPr>
            <p:nvPr/>
          </p:nvGrpSpPr>
          <p:grpSpPr bwMode="auto">
            <a:xfrm>
              <a:off x="1977820" y="4050618"/>
              <a:ext cx="311017" cy="1053376"/>
              <a:chOff x="1275" y="1758"/>
              <a:chExt cx="904" cy="545"/>
            </a:xfrm>
          </p:grpSpPr>
          <p:sp>
            <p:nvSpPr>
              <p:cNvPr id="26" name="Freeform 9">
                <a:extLst>
                  <a:ext uri="{FF2B5EF4-FFF2-40B4-BE49-F238E27FC236}">
                    <a16:creationId xmlns:a16="http://schemas.microsoft.com/office/drawing/2014/main" id="{0F2FCF40-0099-7A4A-6452-F2F1D2482088}"/>
                  </a:ext>
                </a:extLst>
              </p:cNvPr>
              <p:cNvSpPr>
                <a:spLocks/>
              </p:cNvSpPr>
              <p:nvPr/>
            </p:nvSpPr>
            <p:spPr bwMode="auto">
              <a:xfrm flipH="1">
                <a:off x="1693" y="1758"/>
                <a:ext cx="486"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10">
                <a:extLst>
                  <a:ext uri="{FF2B5EF4-FFF2-40B4-BE49-F238E27FC236}">
                    <a16:creationId xmlns:a16="http://schemas.microsoft.com/office/drawing/2014/main" id="{D041E22D-D2AE-6E14-CCCA-88FB5234700F}"/>
                  </a:ext>
                </a:extLst>
              </p:cNvPr>
              <p:cNvSpPr>
                <a:spLocks/>
              </p:cNvSpPr>
              <p:nvPr/>
            </p:nvSpPr>
            <p:spPr bwMode="auto">
              <a:xfrm>
                <a:off x="1275" y="1758"/>
                <a:ext cx="486"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3" name="Freeform 20">
              <a:extLst>
                <a:ext uri="{FF2B5EF4-FFF2-40B4-BE49-F238E27FC236}">
                  <a16:creationId xmlns:a16="http://schemas.microsoft.com/office/drawing/2014/main" id="{8D88CACC-D9C4-CBC1-EFC6-19C8B011186A}"/>
                </a:ext>
              </a:extLst>
            </p:cNvPr>
            <p:cNvSpPr>
              <a:spLocks/>
            </p:cNvSpPr>
            <p:nvPr/>
          </p:nvSpPr>
          <p:spPr bwMode="auto">
            <a:xfrm>
              <a:off x="2602253" y="5101715"/>
              <a:ext cx="301262" cy="55495"/>
            </a:xfrm>
            <a:custGeom>
              <a:avLst/>
              <a:gdLst>
                <a:gd name="T0" fmla="*/ 0 w 1508"/>
                <a:gd name="T1" fmla="*/ 0 h 590"/>
                <a:gd name="T2" fmla="*/ 2147483646 w 1508"/>
                <a:gd name="T3" fmla="*/ 2147483646 h 590"/>
                <a:gd name="T4" fmla="*/ 2147483646 w 1508"/>
                <a:gd name="T5" fmla="*/ 2147483646 h 590"/>
                <a:gd name="T6" fmla="*/ 2147483646 w 1508"/>
                <a:gd name="T7" fmla="*/ 2147483646 h 590"/>
                <a:gd name="T8" fmla="*/ 2147483646 w 1508"/>
                <a:gd name="T9" fmla="*/ 2147483646 h 590"/>
                <a:gd name="T10" fmla="*/ 2147483646 w 1508"/>
                <a:gd name="T11" fmla="*/ 2147483646 h 590"/>
                <a:gd name="T12" fmla="*/ 2147483646 w 1508"/>
                <a:gd name="T13" fmla="*/ 2147483646 h 590"/>
                <a:gd name="T14" fmla="*/ 2147483646 w 1508"/>
                <a:gd name="T15" fmla="*/ 2147483646 h 590"/>
                <a:gd name="T16" fmla="*/ 2147483646 w 1508"/>
                <a:gd name="T17" fmla="*/ 2147483646 h 590"/>
                <a:gd name="T18" fmla="*/ 2147483646 w 1508"/>
                <a:gd name="T19" fmla="*/ 2147483646 h 590"/>
                <a:gd name="T20" fmla="*/ 2147483646 w 1508"/>
                <a:gd name="T21" fmla="*/ 2147483646 h 590"/>
                <a:gd name="T22" fmla="*/ 2147483646 w 1508"/>
                <a:gd name="T23" fmla="*/ 2147483646 h 590"/>
                <a:gd name="T24" fmla="*/ 2147483646 w 1508"/>
                <a:gd name="T25" fmla="*/ 2147483646 h 590"/>
                <a:gd name="T26" fmla="*/ 2147483646 w 1508"/>
                <a:gd name="T27" fmla="*/ 2147483646 h 590"/>
                <a:gd name="T28" fmla="*/ 2147483646 w 1508"/>
                <a:gd name="T29" fmla="*/ 2147483646 h 590"/>
                <a:gd name="T30" fmla="*/ 2147483646 w 1508"/>
                <a:gd name="T31" fmla="*/ 2147483646 h 590"/>
                <a:gd name="T32" fmla="*/ 2147483646 w 1508"/>
                <a:gd name="T33" fmla="*/ 2147483646 h 590"/>
                <a:gd name="T34" fmla="*/ 2147483646 w 1508"/>
                <a:gd name="T35" fmla="*/ 2147483646 h 5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8" h="590">
                  <a:moveTo>
                    <a:pt x="0" y="0"/>
                  </a:moveTo>
                  <a:cubicBezTo>
                    <a:pt x="21" y="29"/>
                    <a:pt x="42" y="58"/>
                    <a:pt x="62" y="84"/>
                  </a:cubicBezTo>
                  <a:cubicBezTo>
                    <a:pt x="82" y="110"/>
                    <a:pt x="101" y="132"/>
                    <a:pt x="122" y="155"/>
                  </a:cubicBezTo>
                  <a:cubicBezTo>
                    <a:pt x="143" y="178"/>
                    <a:pt x="165" y="203"/>
                    <a:pt x="188" y="225"/>
                  </a:cubicBezTo>
                  <a:cubicBezTo>
                    <a:pt x="211" y="247"/>
                    <a:pt x="236" y="270"/>
                    <a:pt x="260" y="290"/>
                  </a:cubicBezTo>
                  <a:cubicBezTo>
                    <a:pt x="284" y="310"/>
                    <a:pt x="310" y="327"/>
                    <a:pt x="332" y="342"/>
                  </a:cubicBezTo>
                  <a:cubicBezTo>
                    <a:pt x="354" y="357"/>
                    <a:pt x="369" y="367"/>
                    <a:pt x="393" y="380"/>
                  </a:cubicBezTo>
                  <a:cubicBezTo>
                    <a:pt x="417" y="393"/>
                    <a:pt x="442" y="409"/>
                    <a:pt x="474" y="423"/>
                  </a:cubicBezTo>
                  <a:cubicBezTo>
                    <a:pt x="506" y="437"/>
                    <a:pt x="548" y="452"/>
                    <a:pt x="588" y="465"/>
                  </a:cubicBezTo>
                  <a:cubicBezTo>
                    <a:pt x="628" y="478"/>
                    <a:pt x="674" y="492"/>
                    <a:pt x="713" y="503"/>
                  </a:cubicBezTo>
                  <a:cubicBezTo>
                    <a:pt x="752" y="514"/>
                    <a:pt x="786" y="521"/>
                    <a:pt x="822" y="528"/>
                  </a:cubicBezTo>
                  <a:cubicBezTo>
                    <a:pt x="858" y="535"/>
                    <a:pt x="894" y="540"/>
                    <a:pt x="930" y="545"/>
                  </a:cubicBezTo>
                  <a:cubicBezTo>
                    <a:pt x="966" y="550"/>
                    <a:pt x="1004" y="557"/>
                    <a:pt x="1041" y="561"/>
                  </a:cubicBezTo>
                  <a:cubicBezTo>
                    <a:pt x="1078" y="565"/>
                    <a:pt x="1119" y="567"/>
                    <a:pt x="1151" y="570"/>
                  </a:cubicBezTo>
                  <a:cubicBezTo>
                    <a:pt x="1183" y="573"/>
                    <a:pt x="1204" y="576"/>
                    <a:pt x="1235" y="578"/>
                  </a:cubicBezTo>
                  <a:cubicBezTo>
                    <a:pt x="1266" y="580"/>
                    <a:pt x="1307" y="582"/>
                    <a:pt x="1338" y="584"/>
                  </a:cubicBezTo>
                  <a:cubicBezTo>
                    <a:pt x="1369" y="586"/>
                    <a:pt x="1393" y="587"/>
                    <a:pt x="1421" y="588"/>
                  </a:cubicBezTo>
                  <a:cubicBezTo>
                    <a:pt x="1449" y="589"/>
                    <a:pt x="1490" y="590"/>
                    <a:pt x="1508" y="59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4" name="Group 22">
              <a:extLst>
                <a:ext uri="{FF2B5EF4-FFF2-40B4-BE49-F238E27FC236}">
                  <a16:creationId xmlns:a16="http://schemas.microsoft.com/office/drawing/2014/main" id="{EE05DBC5-F8C1-B81D-DB03-CD81D3D28702}"/>
                </a:ext>
              </a:extLst>
            </p:cNvPr>
            <p:cNvGrpSpPr>
              <a:grpSpLocks/>
            </p:cNvGrpSpPr>
            <p:nvPr/>
          </p:nvGrpSpPr>
          <p:grpSpPr bwMode="auto">
            <a:xfrm>
              <a:off x="2259266" y="5015454"/>
              <a:ext cx="359657" cy="85877"/>
              <a:chOff x="1224" y="1758"/>
              <a:chExt cx="992" cy="569"/>
            </a:xfrm>
          </p:grpSpPr>
          <p:sp>
            <p:nvSpPr>
              <p:cNvPr id="24" name="Freeform 9">
                <a:extLst>
                  <a:ext uri="{FF2B5EF4-FFF2-40B4-BE49-F238E27FC236}">
                    <a16:creationId xmlns:a16="http://schemas.microsoft.com/office/drawing/2014/main" id="{F10A699C-1DAD-5B7F-4F20-E863989643AD}"/>
                  </a:ext>
                </a:extLst>
              </p:cNvPr>
              <p:cNvSpPr>
                <a:spLocks/>
              </p:cNvSpPr>
              <p:nvPr/>
            </p:nvSpPr>
            <p:spPr bwMode="auto">
              <a:xfrm rot="242641" flipH="1">
                <a:off x="1730" y="1782"/>
                <a:ext cx="486"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10">
                <a:extLst>
                  <a:ext uri="{FF2B5EF4-FFF2-40B4-BE49-F238E27FC236}">
                    <a16:creationId xmlns:a16="http://schemas.microsoft.com/office/drawing/2014/main" id="{4C2766DF-E02E-FBE6-A6EB-087C81D1052C}"/>
                  </a:ext>
                </a:extLst>
              </p:cNvPr>
              <p:cNvSpPr>
                <a:spLocks/>
              </p:cNvSpPr>
              <p:nvPr/>
            </p:nvSpPr>
            <p:spPr bwMode="auto">
              <a:xfrm>
                <a:off x="1224" y="1758"/>
                <a:ext cx="537"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cxnSp>
          <p:nvCxnSpPr>
            <p:cNvPr id="15" name="Straight Connector 18">
              <a:extLst>
                <a:ext uri="{FF2B5EF4-FFF2-40B4-BE49-F238E27FC236}">
                  <a16:creationId xmlns:a16="http://schemas.microsoft.com/office/drawing/2014/main" id="{87D5C6D7-CCED-7E41-AFAC-4B64173AC784}"/>
                </a:ext>
              </a:extLst>
            </p:cNvPr>
            <p:cNvCxnSpPr/>
            <p:nvPr/>
          </p:nvCxnSpPr>
          <p:spPr>
            <a:xfrm>
              <a:off x="1040284" y="5153720"/>
              <a:ext cx="1126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20">
              <a:extLst>
                <a:ext uri="{FF2B5EF4-FFF2-40B4-BE49-F238E27FC236}">
                  <a16:creationId xmlns:a16="http://schemas.microsoft.com/office/drawing/2014/main" id="{5EBFBEFB-5656-0C57-7753-966EF8077339}"/>
                </a:ext>
              </a:extLst>
            </p:cNvPr>
            <p:cNvSpPr>
              <a:spLocks/>
            </p:cNvSpPr>
            <p:nvPr/>
          </p:nvSpPr>
          <p:spPr bwMode="auto">
            <a:xfrm flipH="1">
              <a:off x="1748677" y="5066088"/>
              <a:ext cx="254106" cy="73660"/>
            </a:xfrm>
            <a:custGeom>
              <a:avLst/>
              <a:gdLst>
                <a:gd name="T0" fmla="*/ 0 w 1508"/>
                <a:gd name="T1" fmla="*/ 0 h 590"/>
                <a:gd name="T2" fmla="*/ 2147483646 w 1508"/>
                <a:gd name="T3" fmla="*/ 2147483646 h 590"/>
                <a:gd name="T4" fmla="*/ 2147483646 w 1508"/>
                <a:gd name="T5" fmla="*/ 2147483646 h 590"/>
                <a:gd name="T6" fmla="*/ 2147483646 w 1508"/>
                <a:gd name="T7" fmla="*/ 2147483646 h 590"/>
                <a:gd name="T8" fmla="*/ 2147483646 w 1508"/>
                <a:gd name="T9" fmla="*/ 2147483646 h 590"/>
                <a:gd name="T10" fmla="*/ 2147483646 w 1508"/>
                <a:gd name="T11" fmla="*/ 2147483646 h 590"/>
                <a:gd name="T12" fmla="*/ 2147483646 w 1508"/>
                <a:gd name="T13" fmla="*/ 2147483646 h 590"/>
                <a:gd name="T14" fmla="*/ 2147483646 w 1508"/>
                <a:gd name="T15" fmla="*/ 2147483646 h 590"/>
                <a:gd name="T16" fmla="*/ 2147483646 w 1508"/>
                <a:gd name="T17" fmla="*/ 2147483646 h 590"/>
                <a:gd name="T18" fmla="*/ 2147483646 w 1508"/>
                <a:gd name="T19" fmla="*/ 2147483646 h 590"/>
                <a:gd name="T20" fmla="*/ 2147483646 w 1508"/>
                <a:gd name="T21" fmla="*/ 2147483646 h 590"/>
                <a:gd name="T22" fmla="*/ 2147483646 w 1508"/>
                <a:gd name="T23" fmla="*/ 2147483646 h 590"/>
                <a:gd name="T24" fmla="*/ 2147483646 w 1508"/>
                <a:gd name="T25" fmla="*/ 2147483646 h 590"/>
                <a:gd name="T26" fmla="*/ 2147483646 w 1508"/>
                <a:gd name="T27" fmla="*/ 2147483646 h 590"/>
                <a:gd name="T28" fmla="*/ 2147483646 w 1508"/>
                <a:gd name="T29" fmla="*/ 2147483646 h 590"/>
                <a:gd name="T30" fmla="*/ 2147483646 w 1508"/>
                <a:gd name="T31" fmla="*/ 2147483646 h 590"/>
                <a:gd name="T32" fmla="*/ 2147483646 w 1508"/>
                <a:gd name="T33" fmla="*/ 2147483646 h 590"/>
                <a:gd name="T34" fmla="*/ 2147483646 w 1508"/>
                <a:gd name="T35" fmla="*/ 2147483646 h 5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08" h="590">
                  <a:moveTo>
                    <a:pt x="0" y="0"/>
                  </a:moveTo>
                  <a:cubicBezTo>
                    <a:pt x="21" y="29"/>
                    <a:pt x="42" y="58"/>
                    <a:pt x="62" y="84"/>
                  </a:cubicBezTo>
                  <a:cubicBezTo>
                    <a:pt x="82" y="110"/>
                    <a:pt x="101" y="132"/>
                    <a:pt x="122" y="155"/>
                  </a:cubicBezTo>
                  <a:cubicBezTo>
                    <a:pt x="143" y="178"/>
                    <a:pt x="165" y="203"/>
                    <a:pt x="188" y="225"/>
                  </a:cubicBezTo>
                  <a:cubicBezTo>
                    <a:pt x="211" y="247"/>
                    <a:pt x="236" y="270"/>
                    <a:pt x="260" y="290"/>
                  </a:cubicBezTo>
                  <a:cubicBezTo>
                    <a:pt x="284" y="310"/>
                    <a:pt x="310" y="327"/>
                    <a:pt x="332" y="342"/>
                  </a:cubicBezTo>
                  <a:cubicBezTo>
                    <a:pt x="354" y="357"/>
                    <a:pt x="369" y="367"/>
                    <a:pt x="393" y="380"/>
                  </a:cubicBezTo>
                  <a:cubicBezTo>
                    <a:pt x="417" y="393"/>
                    <a:pt x="442" y="409"/>
                    <a:pt x="474" y="423"/>
                  </a:cubicBezTo>
                  <a:cubicBezTo>
                    <a:pt x="506" y="437"/>
                    <a:pt x="548" y="452"/>
                    <a:pt x="588" y="465"/>
                  </a:cubicBezTo>
                  <a:cubicBezTo>
                    <a:pt x="628" y="478"/>
                    <a:pt x="674" y="492"/>
                    <a:pt x="713" y="503"/>
                  </a:cubicBezTo>
                  <a:cubicBezTo>
                    <a:pt x="752" y="514"/>
                    <a:pt x="786" y="521"/>
                    <a:pt x="822" y="528"/>
                  </a:cubicBezTo>
                  <a:cubicBezTo>
                    <a:pt x="858" y="535"/>
                    <a:pt x="894" y="540"/>
                    <a:pt x="930" y="545"/>
                  </a:cubicBezTo>
                  <a:cubicBezTo>
                    <a:pt x="966" y="550"/>
                    <a:pt x="1004" y="557"/>
                    <a:pt x="1041" y="561"/>
                  </a:cubicBezTo>
                  <a:cubicBezTo>
                    <a:pt x="1078" y="565"/>
                    <a:pt x="1119" y="567"/>
                    <a:pt x="1151" y="570"/>
                  </a:cubicBezTo>
                  <a:cubicBezTo>
                    <a:pt x="1183" y="573"/>
                    <a:pt x="1204" y="576"/>
                    <a:pt x="1235" y="578"/>
                  </a:cubicBezTo>
                  <a:cubicBezTo>
                    <a:pt x="1266" y="580"/>
                    <a:pt x="1307" y="582"/>
                    <a:pt x="1338" y="584"/>
                  </a:cubicBezTo>
                  <a:cubicBezTo>
                    <a:pt x="1369" y="586"/>
                    <a:pt x="1393" y="587"/>
                    <a:pt x="1421" y="588"/>
                  </a:cubicBezTo>
                  <a:cubicBezTo>
                    <a:pt x="1449" y="589"/>
                    <a:pt x="1490" y="590"/>
                    <a:pt x="1508" y="59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7" name="Group 22">
              <a:extLst>
                <a:ext uri="{FF2B5EF4-FFF2-40B4-BE49-F238E27FC236}">
                  <a16:creationId xmlns:a16="http://schemas.microsoft.com/office/drawing/2014/main" id="{9DA48FEE-F3B3-F289-2271-F1534E28CA26}"/>
                </a:ext>
              </a:extLst>
            </p:cNvPr>
            <p:cNvGrpSpPr>
              <a:grpSpLocks/>
            </p:cNvGrpSpPr>
            <p:nvPr/>
          </p:nvGrpSpPr>
          <p:grpSpPr bwMode="auto">
            <a:xfrm>
              <a:off x="1434352" y="5056576"/>
              <a:ext cx="341167" cy="86238"/>
              <a:chOff x="1275" y="1758"/>
              <a:chExt cx="941" cy="552"/>
            </a:xfrm>
          </p:grpSpPr>
          <p:sp>
            <p:nvSpPr>
              <p:cNvPr id="22" name="Freeform 9">
                <a:extLst>
                  <a:ext uri="{FF2B5EF4-FFF2-40B4-BE49-F238E27FC236}">
                    <a16:creationId xmlns:a16="http://schemas.microsoft.com/office/drawing/2014/main" id="{60852DE2-06E7-857B-2024-71C49463CD87}"/>
                  </a:ext>
                </a:extLst>
              </p:cNvPr>
              <p:cNvSpPr>
                <a:spLocks/>
              </p:cNvSpPr>
              <p:nvPr/>
            </p:nvSpPr>
            <p:spPr bwMode="auto">
              <a:xfrm flipH="1">
                <a:off x="1730" y="1765"/>
                <a:ext cx="486"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10">
                <a:extLst>
                  <a:ext uri="{FF2B5EF4-FFF2-40B4-BE49-F238E27FC236}">
                    <a16:creationId xmlns:a16="http://schemas.microsoft.com/office/drawing/2014/main" id="{10E83349-6188-35CF-235C-F3497809AC72}"/>
                  </a:ext>
                </a:extLst>
              </p:cNvPr>
              <p:cNvSpPr>
                <a:spLocks/>
              </p:cNvSpPr>
              <p:nvPr/>
            </p:nvSpPr>
            <p:spPr bwMode="auto">
              <a:xfrm>
                <a:off x="1275" y="1758"/>
                <a:ext cx="486" cy="545"/>
              </a:xfrm>
              <a:custGeom>
                <a:avLst/>
                <a:gdLst>
                  <a:gd name="T0" fmla="*/ 0 w 771"/>
                  <a:gd name="T1" fmla="*/ 545 h 545"/>
                  <a:gd name="T2" fmla="*/ 1 w 771"/>
                  <a:gd name="T3" fmla="*/ 501 h 545"/>
                  <a:gd name="T4" fmla="*/ 1 w 771"/>
                  <a:gd name="T5" fmla="*/ 441 h 545"/>
                  <a:gd name="T6" fmla="*/ 1 w 771"/>
                  <a:gd name="T7" fmla="*/ 296 h 545"/>
                  <a:gd name="T8" fmla="*/ 1 w 771"/>
                  <a:gd name="T9" fmla="*/ 224 h 545"/>
                  <a:gd name="T10" fmla="*/ 1 w 771"/>
                  <a:gd name="T11" fmla="*/ 135 h 545"/>
                  <a:gd name="T12" fmla="*/ 1 w 771"/>
                  <a:gd name="T13" fmla="*/ 36 h 545"/>
                  <a:gd name="T14" fmla="*/ 1 w 771"/>
                  <a:gd name="T15" fmla="*/ 0 h 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71" h="545">
                    <a:moveTo>
                      <a:pt x="0" y="545"/>
                    </a:moveTo>
                    <a:cubicBezTo>
                      <a:pt x="26" y="538"/>
                      <a:pt x="114" y="518"/>
                      <a:pt x="159" y="501"/>
                    </a:cubicBezTo>
                    <a:cubicBezTo>
                      <a:pt x="204" y="484"/>
                      <a:pt x="224" y="475"/>
                      <a:pt x="269" y="441"/>
                    </a:cubicBezTo>
                    <a:cubicBezTo>
                      <a:pt x="314" y="407"/>
                      <a:pt x="393" y="332"/>
                      <a:pt x="429" y="296"/>
                    </a:cubicBezTo>
                    <a:cubicBezTo>
                      <a:pt x="465" y="260"/>
                      <a:pt x="465" y="251"/>
                      <a:pt x="488" y="224"/>
                    </a:cubicBezTo>
                    <a:cubicBezTo>
                      <a:pt x="511" y="197"/>
                      <a:pt x="536" y="166"/>
                      <a:pt x="566" y="135"/>
                    </a:cubicBezTo>
                    <a:cubicBezTo>
                      <a:pt x="596" y="104"/>
                      <a:pt x="635" y="58"/>
                      <a:pt x="669" y="36"/>
                    </a:cubicBezTo>
                    <a:cubicBezTo>
                      <a:pt x="703" y="14"/>
                      <a:pt x="737" y="6"/>
                      <a:pt x="771" y="0"/>
                    </a:cubicBezTo>
                  </a:path>
                </a:pathLst>
              </a:custGeom>
              <a:noFill/>
              <a:ln w="57150" cmpd="sng">
                <a:solidFill>
                  <a:srgbClr val="0FE8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8" name="TextBox 30">
              <a:extLst>
                <a:ext uri="{FF2B5EF4-FFF2-40B4-BE49-F238E27FC236}">
                  <a16:creationId xmlns:a16="http://schemas.microsoft.com/office/drawing/2014/main" id="{12DC8318-6EC3-FC70-C520-BCADE4EB59AA}"/>
                </a:ext>
              </a:extLst>
            </p:cNvPr>
            <p:cNvSpPr txBox="1">
              <a:spLocks noChangeArrowheads="1"/>
            </p:cNvSpPr>
            <p:nvPr/>
          </p:nvSpPr>
          <p:spPr bwMode="auto">
            <a:xfrm>
              <a:off x="1096622" y="4999798"/>
              <a:ext cx="2119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latin typeface="Times" panose="02020603050405020304" pitchFamily="18" charset="0"/>
                </a:rPr>
                <a:t>0</a:t>
              </a:r>
            </a:p>
          </p:txBody>
        </p:sp>
        <p:sp>
          <p:nvSpPr>
            <p:cNvPr id="19" name="TextBox 39">
              <a:extLst>
                <a:ext uri="{FF2B5EF4-FFF2-40B4-BE49-F238E27FC236}">
                  <a16:creationId xmlns:a16="http://schemas.microsoft.com/office/drawing/2014/main" id="{4CE2E94B-5247-B009-ECC8-292F7F480334}"/>
                </a:ext>
              </a:extLst>
            </p:cNvPr>
            <p:cNvSpPr txBox="1"/>
            <p:nvPr/>
          </p:nvSpPr>
          <p:spPr>
            <a:xfrm>
              <a:off x="1040284" y="4254770"/>
              <a:ext cx="1117163" cy="584476"/>
            </a:xfrm>
            <a:prstGeom prst="rect">
              <a:avLst/>
            </a:prstGeom>
            <a:noFill/>
          </p:spPr>
          <p:txBody>
            <a:bodyPr>
              <a:spAutoFit/>
            </a:bodyPr>
            <a:lstStyle/>
            <a:p>
              <a:pPr eaLnBrk="1" hangingPunct="1">
                <a:defRPr/>
              </a:pPr>
              <a:r>
                <a:rPr lang="en-US" sz="1600" dirty="0">
                  <a:latin typeface="+mj-lt"/>
                </a:rPr>
                <a:t>Peak at 1/(26Myr)</a:t>
              </a:r>
            </a:p>
          </p:txBody>
        </p:sp>
        <p:cxnSp>
          <p:nvCxnSpPr>
            <p:cNvPr id="20" name="Straight Arrow Connector 14336">
              <a:extLst>
                <a:ext uri="{FF2B5EF4-FFF2-40B4-BE49-F238E27FC236}">
                  <a16:creationId xmlns:a16="http://schemas.microsoft.com/office/drawing/2014/main" id="{6E45ED1B-E68F-8AE3-B449-71F5ACB592FB}"/>
                </a:ext>
              </a:extLst>
            </p:cNvPr>
            <p:cNvCxnSpPr/>
            <p:nvPr/>
          </p:nvCxnSpPr>
          <p:spPr>
            <a:xfrm flipV="1">
              <a:off x="1749620" y="4165828"/>
              <a:ext cx="291986" cy="13976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43">
              <a:extLst>
                <a:ext uri="{FF2B5EF4-FFF2-40B4-BE49-F238E27FC236}">
                  <a16:creationId xmlns:a16="http://schemas.microsoft.com/office/drawing/2014/main" id="{B50BEC91-96B7-5BA6-E496-C7C149D901D4}"/>
                </a:ext>
              </a:extLst>
            </p:cNvPr>
            <p:cNvSpPr txBox="1"/>
            <p:nvPr/>
          </p:nvSpPr>
          <p:spPr>
            <a:xfrm>
              <a:off x="1027588" y="3698882"/>
              <a:ext cx="2167895" cy="338298"/>
            </a:xfrm>
            <a:prstGeom prst="rect">
              <a:avLst/>
            </a:prstGeom>
            <a:noFill/>
          </p:spPr>
          <p:txBody>
            <a:bodyPr wrap="square">
              <a:spAutoFit/>
            </a:bodyPr>
            <a:lstStyle/>
            <a:p>
              <a:pPr algn="ctr" eaLnBrk="1" hangingPunct="1">
                <a:defRPr/>
              </a:pPr>
              <a:r>
                <a:rPr lang="en-US" sz="1600" spc="-20" dirty="0">
                  <a:latin typeface="+mj-lt"/>
                </a:rPr>
                <a:t>FT of Extinction Rate</a:t>
              </a:r>
            </a:p>
          </p:txBody>
        </p:sp>
      </p:grpSp>
      <p:grpSp>
        <p:nvGrpSpPr>
          <p:cNvPr id="28" name="Group 28">
            <a:extLst>
              <a:ext uri="{FF2B5EF4-FFF2-40B4-BE49-F238E27FC236}">
                <a16:creationId xmlns:a16="http://schemas.microsoft.com/office/drawing/2014/main" id="{15A2B1DD-EAE3-1288-4BC2-EFDEA6B4EE5F}"/>
              </a:ext>
            </a:extLst>
          </p:cNvPr>
          <p:cNvGrpSpPr/>
          <p:nvPr/>
        </p:nvGrpSpPr>
        <p:grpSpPr>
          <a:xfrm>
            <a:off x="3781439" y="600918"/>
            <a:ext cx="5021069" cy="3750796"/>
            <a:chOff x="3563938" y="1236518"/>
            <a:chExt cx="5299507" cy="3698742"/>
          </a:xfrm>
        </p:grpSpPr>
        <p:sp>
          <p:nvSpPr>
            <p:cNvPr id="29" name="Rectangle 27">
              <a:extLst>
                <a:ext uri="{FF2B5EF4-FFF2-40B4-BE49-F238E27FC236}">
                  <a16:creationId xmlns:a16="http://schemas.microsoft.com/office/drawing/2014/main" id="{E3A2F4BC-62ED-E32C-BBEE-A3372081ACA5}"/>
                </a:ext>
              </a:extLst>
            </p:cNvPr>
            <p:cNvSpPr/>
            <p:nvPr/>
          </p:nvSpPr>
          <p:spPr>
            <a:xfrm>
              <a:off x="3563938" y="1236518"/>
              <a:ext cx="5299507" cy="3698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6" descr="Chart, line chart, histogram&#10;&#10;Description automatically generated">
              <a:extLst>
                <a:ext uri="{FF2B5EF4-FFF2-40B4-BE49-F238E27FC236}">
                  <a16:creationId xmlns:a16="http://schemas.microsoft.com/office/drawing/2014/main" id="{3FC7FA68-D703-AC33-54A9-EE13B5C98511}"/>
                </a:ext>
              </a:extLst>
            </p:cNvPr>
            <p:cNvPicPr>
              <a:picLocks noChangeAspect="1"/>
            </p:cNvPicPr>
            <p:nvPr/>
          </p:nvPicPr>
          <p:blipFill rotWithShape="1">
            <a:blip r:embed="rId3">
              <a:extLst>
                <a:ext uri="{28A0092B-C50C-407E-A947-70E740481C1C}">
                  <a14:useLocalDpi xmlns:a14="http://schemas.microsoft.com/office/drawing/2010/main" val="0"/>
                </a:ext>
              </a:extLst>
            </a:blip>
            <a:srcRect t="5410"/>
            <a:stretch/>
          </p:blipFill>
          <p:spPr>
            <a:xfrm>
              <a:off x="3663838" y="1502230"/>
              <a:ext cx="5005545" cy="3366770"/>
            </a:xfrm>
            <a:prstGeom prst="rect">
              <a:avLst/>
            </a:prstGeom>
          </p:spPr>
        </p:pic>
      </p:grpSp>
    </p:spTree>
    <p:extLst>
      <p:ext uri="{BB962C8B-B14F-4D97-AF65-F5344CB8AC3E}">
        <p14:creationId xmlns:p14="http://schemas.microsoft.com/office/powerpoint/2010/main" val="57988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Some examples of Fourier Transform</a:t>
            </a:r>
          </a:p>
        </p:txBody>
      </p:sp>
      <p:sp>
        <p:nvSpPr>
          <p:cNvPr id="7" name="TextBox 17">
            <a:extLst>
              <a:ext uri="{FF2B5EF4-FFF2-40B4-BE49-F238E27FC236}">
                <a16:creationId xmlns:a16="http://schemas.microsoft.com/office/drawing/2014/main" id="{F032B2A0-B470-C291-2C28-92AD7B94C46D}"/>
              </a:ext>
            </a:extLst>
          </p:cNvPr>
          <p:cNvSpPr txBox="1"/>
          <p:nvPr/>
        </p:nvSpPr>
        <p:spPr>
          <a:xfrm>
            <a:off x="389239" y="5554947"/>
            <a:ext cx="8542786" cy="646331"/>
          </a:xfrm>
          <a:prstGeom prst="rect">
            <a:avLst/>
          </a:prstGeom>
          <a:noFill/>
        </p:spPr>
        <p:txBody>
          <a:bodyPr wrap="square">
            <a:spAutoFit/>
          </a:bodyPr>
          <a:lstStyle/>
          <a:p>
            <a:pPr>
              <a:defRPr/>
            </a:pPr>
            <a:r>
              <a:rPr lang="en-US" dirty="0">
                <a:latin typeface="+mj-lt"/>
              </a:rPr>
              <a:t>Every 26 million years, the earth crosses the galactic plane—encountering much higher-density regions of the galaxy and hence many more asteroids.</a:t>
            </a:r>
          </a:p>
        </p:txBody>
      </p:sp>
      <p:sp>
        <p:nvSpPr>
          <p:cNvPr id="3" name="Title 1">
            <a:extLst>
              <a:ext uri="{FF2B5EF4-FFF2-40B4-BE49-F238E27FC236}">
                <a16:creationId xmlns:a16="http://schemas.microsoft.com/office/drawing/2014/main" id="{30E11CAF-06FF-AB2D-5092-62AF5B6EA5EE}"/>
              </a:ext>
            </a:extLst>
          </p:cNvPr>
          <p:cNvSpPr txBox="1">
            <a:spLocks noChangeArrowheads="1"/>
          </p:cNvSpPr>
          <p:nvPr/>
        </p:nvSpPr>
        <p:spPr>
          <a:xfrm>
            <a:off x="577056" y="656722"/>
            <a:ext cx="8242300" cy="9271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200" b="1" dirty="0"/>
              <a:t>Why would asteroids and comets tend to strike earth every 26 million years?</a:t>
            </a:r>
          </a:p>
        </p:txBody>
      </p:sp>
      <p:pic>
        <p:nvPicPr>
          <p:cNvPr id="4" name="Picture 4">
            <a:extLst>
              <a:ext uri="{FF2B5EF4-FFF2-40B4-BE49-F238E27FC236}">
                <a16:creationId xmlns:a16="http://schemas.microsoft.com/office/drawing/2014/main" id="{AD2C51F2-E914-1CF2-C506-F65AB8E99FF5}"/>
              </a:ext>
            </a:extLst>
          </p:cNvPr>
          <p:cNvPicPr>
            <a:picLocks noChangeAspect="1"/>
          </p:cNvPicPr>
          <p:nvPr/>
        </p:nvPicPr>
        <p:blipFill>
          <a:blip r:embed="rId3">
            <a:extLst>
              <a:ext uri="{28A0092B-C50C-407E-A947-70E740481C1C}">
                <a14:useLocalDpi xmlns:a14="http://schemas.microsoft.com/office/drawing/2010/main" val="0"/>
              </a:ext>
            </a:extLst>
          </a:blip>
          <a:srcRect t="8018" r="3545" b="9145"/>
          <a:stretch>
            <a:fillRect/>
          </a:stretch>
        </p:blipFill>
        <p:spPr bwMode="auto">
          <a:xfrm>
            <a:off x="3040856" y="2523880"/>
            <a:ext cx="57785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5">
            <a:extLst>
              <a:ext uri="{FF2B5EF4-FFF2-40B4-BE49-F238E27FC236}">
                <a16:creationId xmlns:a16="http://schemas.microsoft.com/office/drawing/2014/main" id="{7BF1ECCC-8341-20BE-06D2-A4260673E604}"/>
              </a:ext>
            </a:extLst>
          </p:cNvPr>
          <p:cNvSpPr txBox="1"/>
          <p:nvPr/>
        </p:nvSpPr>
        <p:spPr>
          <a:xfrm>
            <a:off x="472137" y="1899031"/>
            <a:ext cx="8347219" cy="400110"/>
          </a:xfrm>
          <a:prstGeom prst="rect">
            <a:avLst/>
          </a:prstGeom>
          <a:noFill/>
        </p:spPr>
        <p:txBody>
          <a:bodyPr wrap="square">
            <a:spAutoFit/>
          </a:bodyPr>
          <a:lstStyle/>
          <a:p>
            <a:pPr eaLnBrk="1" hangingPunct="1">
              <a:defRPr/>
            </a:pPr>
            <a:r>
              <a:rPr lang="en-US" sz="2000" dirty="0">
                <a:latin typeface="+mj-lt"/>
              </a:rPr>
              <a:t>Our solar system revolves</a:t>
            </a:r>
            <a:r>
              <a:rPr lang="zh-CN" altLang="en-US" sz="2000" dirty="0">
                <a:latin typeface="+mj-lt"/>
              </a:rPr>
              <a:t>（绕转）</a:t>
            </a:r>
            <a:r>
              <a:rPr lang="en-US" sz="2000" dirty="0">
                <a:latin typeface="+mj-lt"/>
              </a:rPr>
              <a:t> around the center of our galaxy.</a:t>
            </a:r>
          </a:p>
        </p:txBody>
      </p:sp>
      <p:sp>
        <p:nvSpPr>
          <p:cNvPr id="6" name="Rectangle 8">
            <a:extLst>
              <a:ext uri="{FF2B5EF4-FFF2-40B4-BE49-F238E27FC236}">
                <a16:creationId xmlns:a16="http://schemas.microsoft.com/office/drawing/2014/main" id="{F26A20FA-25F4-6A85-FC07-CFA6B8E0119A}"/>
              </a:ext>
            </a:extLst>
          </p:cNvPr>
          <p:cNvSpPr>
            <a:spLocks noChangeArrowheads="1"/>
          </p:cNvSpPr>
          <p:nvPr/>
        </p:nvSpPr>
        <p:spPr bwMode="auto">
          <a:xfrm>
            <a:off x="509774" y="2912626"/>
            <a:ext cx="23872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1500"/>
              </a:spcBef>
              <a:buNone/>
            </a:pPr>
            <a:r>
              <a:rPr lang="en-US" altLang="en-US" sz="2000" b="1" dirty="0"/>
              <a:t>But it also oscillates through the galactic plane</a:t>
            </a:r>
            <a:r>
              <a:rPr lang="zh-CN" altLang="en-US" sz="2000" b="1" dirty="0"/>
              <a:t>（银道面）</a:t>
            </a:r>
            <a:r>
              <a:rPr lang="en-US" altLang="en-US" sz="2000" b="1" dirty="0"/>
              <a:t>—with a 52 million-year period.</a:t>
            </a:r>
          </a:p>
        </p:txBody>
      </p:sp>
    </p:spTree>
    <p:extLst>
      <p:ext uri="{BB962C8B-B14F-4D97-AF65-F5344CB8AC3E}">
        <p14:creationId xmlns:p14="http://schemas.microsoft.com/office/powerpoint/2010/main" val="2284557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Some examples of Fourier Transform</a:t>
            </a:r>
          </a:p>
        </p:txBody>
      </p:sp>
      <p:sp>
        <p:nvSpPr>
          <p:cNvPr id="3" name="Title 1">
            <a:extLst>
              <a:ext uri="{FF2B5EF4-FFF2-40B4-BE49-F238E27FC236}">
                <a16:creationId xmlns:a16="http://schemas.microsoft.com/office/drawing/2014/main" id="{FBB84255-4849-1E3A-ADE7-E1F45D519D10}"/>
              </a:ext>
            </a:extLst>
          </p:cNvPr>
          <p:cNvSpPr txBox="1">
            <a:spLocks noChangeArrowheads="1"/>
          </p:cNvSpPr>
          <p:nvPr/>
        </p:nvSpPr>
        <p:spPr>
          <a:xfrm>
            <a:off x="682856" y="1516583"/>
            <a:ext cx="3111500" cy="16312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400" b="1" dirty="0">
                <a:solidFill>
                  <a:srgbClr val="0070C0"/>
                </a:solidFill>
              </a:rPr>
              <a:t>World’s Income Growth Rate vs. Time and Its Fourier Transform</a:t>
            </a:r>
          </a:p>
        </p:txBody>
      </p:sp>
      <p:sp>
        <p:nvSpPr>
          <p:cNvPr id="4" name="TextBox 7">
            <a:extLst>
              <a:ext uri="{FF2B5EF4-FFF2-40B4-BE49-F238E27FC236}">
                <a16:creationId xmlns:a16="http://schemas.microsoft.com/office/drawing/2014/main" id="{4EC16244-EC86-0CB3-322D-14E1D510C073}"/>
              </a:ext>
            </a:extLst>
          </p:cNvPr>
          <p:cNvSpPr txBox="1">
            <a:spLocks noChangeArrowheads="1"/>
          </p:cNvSpPr>
          <p:nvPr/>
        </p:nvSpPr>
        <p:spPr bwMode="auto">
          <a:xfrm>
            <a:off x="706648" y="4190202"/>
            <a:ext cx="283335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dirty="0"/>
              <a:t>Knowledge of preferred frequencies could help governments prevent crashes and individuals invest wisely. </a:t>
            </a:r>
          </a:p>
        </p:txBody>
      </p:sp>
      <p:grpSp>
        <p:nvGrpSpPr>
          <p:cNvPr id="5" name="Group 19">
            <a:extLst>
              <a:ext uri="{FF2B5EF4-FFF2-40B4-BE49-F238E27FC236}">
                <a16:creationId xmlns:a16="http://schemas.microsoft.com/office/drawing/2014/main" id="{71110B2B-DFE7-56AA-09E0-52739FF1D975}"/>
              </a:ext>
            </a:extLst>
          </p:cNvPr>
          <p:cNvGrpSpPr>
            <a:grpSpLocks/>
          </p:cNvGrpSpPr>
          <p:nvPr/>
        </p:nvGrpSpPr>
        <p:grpSpPr bwMode="auto">
          <a:xfrm>
            <a:off x="3952644" y="752389"/>
            <a:ext cx="4508500" cy="2867025"/>
            <a:chOff x="3940950" y="490536"/>
            <a:chExt cx="4508500" cy="2867025"/>
          </a:xfrm>
        </p:grpSpPr>
        <p:grpSp>
          <p:nvGrpSpPr>
            <p:cNvPr id="6" name="Group 14">
              <a:extLst>
                <a:ext uri="{FF2B5EF4-FFF2-40B4-BE49-F238E27FC236}">
                  <a16:creationId xmlns:a16="http://schemas.microsoft.com/office/drawing/2014/main" id="{FD7DFA6D-06E4-4040-2B9E-BF882DA982D0}"/>
                </a:ext>
              </a:extLst>
            </p:cNvPr>
            <p:cNvGrpSpPr>
              <a:grpSpLocks/>
            </p:cNvGrpSpPr>
            <p:nvPr/>
          </p:nvGrpSpPr>
          <p:grpSpPr bwMode="auto">
            <a:xfrm>
              <a:off x="3940950" y="490536"/>
              <a:ext cx="4508500" cy="2867025"/>
              <a:chOff x="3940950" y="490536"/>
              <a:chExt cx="4508500" cy="2867025"/>
            </a:xfrm>
          </p:grpSpPr>
          <p:sp>
            <p:nvSpPr>
              <p:cNvPr id="31" name="Rectangle 6">
                <a:extLst>
                  <a:ext uri="{FF2B5EF4-FFF2-40B4-BE49-F238E27FC236}">
                    <a16:creationId xmlns:a16="http://schemas.microsoft.com/office/drawing/2014/main" id="{4991EF65-4066-A3B0-E2D5-190625F59B5A}"/>
                  </a:ext>
                </a:extLst>
              </p:cNvPr>
              <p:cNvSpPr/>
              <p:nvPr/>
            </p:nvSpPr>
            <p:spPr>
              <a:xfrm>
                <a:off x="3940950" y="495298"/>
                <a:ext cx="4508500" cy="28622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32" name="Picture 3">
                <a:extLst>
                  <a:ext uri="{FF2B5EF4-FFF2-40B4-BE49-F238E27FC236}">
                    <a16:creationId xmlns:a16="http://schemas.microsoft.com/office/drawing/2014/main" id="{C0382916-9B0E-3893-B0DE-30A8B7CB52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52075" y="554036"/>
                <a:ext cx="428625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8">
                <a:extLst>
                  <a:ext uri="{FF2B5EF4-FFF2-40B4-BE49-F238E27FC236}">
                    <a16:creationId xmlns:a16="http://schemas.microsoft.com/office/drawing/2014/main" id="{8DCE46EB-139A-843E-4C8A-07E2919AABD7}"/>
                  </a:ext>
                </a:extLst>
              </p:cNvPr>
              <p:cNvSpPr txBox="1"/>
              <p:nvPr/>
            </p:nvSpPr>
            <p:spPr>
              <a:xfrm>
                <a:off x="4534675" y="490536"/>
                <a:ext cx="3803650" cy="338137"/>
              </a:xfrm>
              <a:prstGeom prst="rect">
                <a:avLst/>
              </a:prstGeom>
              <a:solidFill>
                <a:schemeClr val="bg1"/>
              </a:solidFill>
            </p:spPr>
            <p:txBody>
              <a:bodyPr wrap="square">
                <a:spAutoFit/>
              </a:bodyPr>
              <a:lstStyle/>
              <a:p>
                <a:pPr eaLnBrk="1" hangingPunct="1">
                  <a:defRPr/>
                </a:pPr>
                <a:r>
                  <a:rPr lang="en-US" sz="1600" dirty="0">
                    <a:latin typeface="+mj-lt"/>
                  </a:rPr>
                  <a:t>World Income Growth Rate vs. Time</a:t>
                </a:r>
              </a:p>
            </p:txBody>
          </p:sp>
          <p:sp>
            <p:nvSpPr>
              <p:cNvPr id="35" name="Rectangle 9">
                <a:extLst>
                  <a:ext uri="{FF2B5EF4-FFF2-40B4-BE49-F238E27FC236}">
                    <a16:creationId xmlns:a16="http://schemas.microsoft.com/office/drawing/2014/main" id="{39268C38-13B2-85A7-4427-A9F35D6A46DD}"/>
                  </a:ext>
                </a:extLst>
              </p:cNvPr>
              <p:cNvSpPr/>
              <p:nvPr/>
            </p:nvSpPr>
            <p:spPr>
              <a:xfrm>
                <a:off x="4039375" y="1346198"/>
                <a:ext cx="2286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6" name="TextBox 10">
                <a:extLst>
                  <a:ext uri="{FF2B5EF4-FFF2-40B4-BE49-F238E27FC236}">
                    <a16:creationId xmlns:a16="http://schemas.microsoft.com/office/drawing/2014/main" id="{5AD6CE4C-FF9C-57F7-5FC2-349941AD51A7}"/>
                  </a:ext>
                </a:extLst>
              </p:cNvPr>
              <p:cNvSpPr txBox="1"/>
              <p:nvPr/>
            </p:nvSpPr>
            <p:spPr>
              <a:xfrm rot="16200000">
                <a:off x="3454382" y="1772442"/>
                <a:ext cx="1328737" cy="307975"/>
              </a:xfrm>
              <a:prstGeom prst="rect">
                <a:avLst/>
              </a:prstGeom>
              <a:solidFill>
                <a:schemeClr val="bg1"/>
              </a:solidFill>
            </p:spPr>
            <p:txBody>
              <a:bodyPr>
                <a:spAutoFit/>
              </a:bodyPr>
              <a:lstStyle/>
              <a:p>
                <a:pPr eaLnBrk="1" hangingPunct="1">
                  <a:defRPr/>
                </a:pPr>
                <a:r>
                  <a:rPr lang="en-US" sz="1400" dirty="0">
                    <a:latin typeface="+mj-lt"/>
                  </a:rPr>
                  <a:t>Growth Rate</a:t>
                </a:r>
              </a:p>
            </p:txBody>
          </p:sp>
        </p:grpSp>
        <p:sp>
          <p:nvSpPr>
            <p:cNvPr id="11" name="TextBox 16">
              <a:extLst>
                <a:ext uri="{FF2B5EF4-FFF2-40B4-BE49-F238E27FC236}">
                  <a16:creationId xmlns:a16="http://schemas.microsoft.com/office/drawing/2014/main" id="{69B50EC7-8844-C008-D803-C9F5A1725A39}"/>
                </a:ext>
              </a:extLst>
            </p:cNvPr>
            <p:cNvSpPr txBox="1"/>
            <p:nvPr/>
          </p:nvSpPr>
          <p:spPr>
            <a:xfrm>
              <a:off x="6065025" y="2992436"/>
              <a:ext cx="685800" cy="338137"/>
            </a:xfrm>
            <a:prstGeom prst="rect">
              <a:avLst/>
            </a:prstGeom>
            <a:solidFill>
              <a:schemeClr val="bg1"/>
            </a:solidFill>
          </p:spPr>
          <p:txBody>
            <a:bodyPr>
              <a:spAutoFit/>
            </a:bodyPr>
            <a:lstStyle/>
            <a:p>
              <a:pPr algn="ctr" eaLnBrk="1" hangingPunct="1">
                <a:defRPr/>
              </a:pPr>
              <a:r>
                <a:rPr lang="en-US" sz="1600" dirty="0">
                  <a:latin typeface="+mj-lt"/>
                </a:rPr>
                <a:t>Year</a:t>
              </a:r>
            </a:p>
          </p:txBody>
        </p:sp>
      </p:grpSp>
      <p:grpSp>
        <p:nvGrpSpPr>
          <p:cNvPr id="37" name="Group 20">
            <a:extLst>
              <a:ext uri="{FF2B5EF4-FFF2-40B4-BE49-F238E27FC236}">
                <a16:creationId xmlns:a16="http://schemas.microsoft.com/office/drawing/2014/main" id="{9D81803F-FB91-15A9-C684-061286AB8745}"/>
              </a:ext>
            </a:extLst>
          </p:cNvPr>
          <p:cNvGrpSpPr>
            <a:grpSpLocks/>
          </p:cNvGrpSpPr>
          <p:nvPr/>
        </p:nvGrpSpPr>
        <p:grpSpPr bwMode="auto">
          <a:xfrm>
            <a:off x="3951057" y="3761278"/>
            <a:ext cx="4573280" cy="2705100"/>
            <a:chOff x="3922192" y="3644900"/>
            <a:chExt cx="4573808" cy="2705100"/>
          </a:xfrm>
        </p:grpSpPr>
        <p:sp>
          <p:nvSpPr>
            <p:cNvPr id="38" name="Rectangle 5">
              <a:extLst>
                <a:ext uri="{FF2B5EF4-FFF2-40B4-BE49-F238E27FC236}">
                  <a16:creationId xmlns:a16="http://schemas.microsoft.com/office/drawing/2014/main" id="{A76CD2F8-5A9C-18B6-B075-69E34444E333}"/>
                </a:ext>
              </a:extLst>
            </p:cNvPr>
            <p:cNvSpPr/>
            <p:nvPr/>
          </p:nvSpPr>
          <p:spPr>
            <a:xfrm>
              <a:off x="3923779" y="3644900"/>
              <a:ext cx="4509021" cy="2705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pic>
          <p:nvPicPr>
            <p:cNvPr id="39" name="Picture 4">
              <a:extLst>
                <a:ext uri="{FF2B5EF4-FFF2-40B4-BE49-F238E27FC236}">
                  <a16:creationId xmlns:a16="http://schemas.microsoft.com/office/drawing/2014/main" id="{014B1E36-38E9-DDEB-90CC-FAE7C2FA081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52075" y="3785375"/>
              <a:ext cx="428625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12">
              <a:extLst>
                <a:ext uri="{FF2B5EF4-FFF2-40B4-BE49-F238E27FC236}">
                  <a16:creationId xmlns:a16="http://schemas.microsoft.com/office/drawing/2014/main" id="{53EC8C13-B510-71D0-302A-B02B5D2112CC}"/>
                </a:ext>
              </a:extLst>
            </p:cNvPr>
            <p:cNvSpPr/>
            <p:nvPr/>
          </p:nvSpPr>
          <p:spPr>
            <a:xfrm>
              <a:off x="5524164" y="3784600"/>
              <a:ext cx="1536878" cy="330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1" name="TextBox 11">
              <a:extLst>
                <a:ext uri="{FF2B5EF4-FFF2-40B4-BE49-F238E27FC236}">
                  <a16:creationId xmlns:a16="http://schemas.microsoft.com/office/drawing/2014/main" id="{71356B27-7395-8FFD-20A7-BA57CAAD9342}"/>
                </a:ext>
              </a:extLst>
            </p:cNvPr>
            <p:cNvSpPr txBox="1"/>
            <p:nvPr/>
          </p:nvSpPr>
          <p:spPr>
            <a:xfrm>
              <a:off x="4652527" y="3671888"/>
              <a:ext cx="3843473" cy="584200"/>
            </a:xfrm>
            <a:prstGeom prst="rect">
              <a:avLst/>
            </a:prstGeom>
            <a:noFill/>
          </p:spPr>
          <p:txBody>
            <a:bodyPr wrap="square">
              <a:spAutoFit/>
            </a:bodyPr>
            <a:lstStyle/>
            <a:p>
              <a:pPr algn="ctr" eaLnBrk="1" hangingPunct="1">
                <a:defRPr/>
              </a:pPr>
              <a:r>
                <a:rPr lang="en-US" sz="1600" dirty="0">
                  <a:latin typeface="+mj-lt"/>
                </a:rPr>
                <a:t>Fourier Transform Magnitude of World Income Growth Rate vs. Time</a:t>
              </a:r>
            </a:p>
          </p:txBody>
        </p:sp>
        <p:sp>
          <p:nvSpPr>
            <p:cNvPr id="42" name="Rectangle 13">
              <a:extLst>
                <a:ext uri="{FF2B5EF4-FFF2-40B4-BE49-F238E27FC236}">
                  <a16:creationId xmlns:a16="http://schemas.microsoft.com/office/drawing/2014/main" id="{105FD821-EE8C-31B7-F769-B630E2D0E858}"/>
                </a:ext>
              </a:extLst>
            </p:cNvPr>
            <p:cNvSpPr/>
            <p:nvPr/>
          </p:nvSpPr>
          <p:spPr>
            <a:xfrm>
              <a:off x="3988875" y="4564063"/>
              <a:ext cx="227038" cy="541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3" name="TextBox 15">
              <a:extLst>
                <a:ext uri="{FF2B5EF4-FFF2-40B4-BE49-F238E27FC236}">
                  <a16:creationId xmlns:a16="http://schemas.microsoft.com/office/drawing/2014/main" id="{1AE859AE-00F9-0AB0-F834-BFD5D5BCA120}"/>
                </a:ext>
              </a:extLst>
            </p:cNvPr>
            <p:cNvSpPr txBox="1"/>
            <p:nvPr/>
          </p:nvSpPr>
          <p:spPr>
            <a:xfrm rot="16200000">
              <a:off x="3578516" y="4687076"/>
              <a:ext cx="995363" cy="308011"/>
            </a:xfrm>
            <a:prstGeom prst="rect">
              <a:avLst/>
            </a:prstGeom>
            <a:solidFill>
              <a:schemeClr val="bg1"/>
            </a:solidFill>
          </p:spPr>
          <p:txBody>
            <a:bodyPr>
              <a:spAutoFit/>
            </a:bodyPr>
            <a:lstStyle/>
            <a:p>
              <a:pPr algn="ctr" eaLnBrk="1" hangingPunct="1">
                <a:defRPr/>
              </a:pPr>
              <a:r>
                <a:rPr lang="en-US" sz="1400" dirty="0">
                  <a:latin typeface="+mj-lt"/>
                </a:rPr>
                <a:t>Amplitude</a:t>
              </a:r>
            </a:p>
          </p:txBody>
        </p:sp>
        <p:sp>
          <p:nvSpPr>
            <p:cNvPr id="44" name="Rectangle 18">
              <a:extLst>
                <a:ext uri="{FF2B5EF4-FFF2-40B4-BE49-F238E27FC236}">
                  <a16:creationId xmlns:a16="http://schemas.microsoft.com/office/drawing/2014/main" id="{8C4237C4-FC87-7258-B7FD-368435B79AAA}"/>
                </a:ext>
              </a:extLst>
            </p:cNvPr>
            <p:cNvSpPr/>
            <p:nvPr/>
          </p:nvSpPr>
          <p:spPr>
            <a:xfrm>
              <a:off x="5994118" y="6049963"/>
              <a:ext cx="579505" cy="2619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5" name="TextBox 17">
              <a:extLst>
                <a:ext uri="{FF2B5EF4-FFF2-40B4-BE49-F238E27FC236}">
                  <a16:creationId xmlns:a16="http://schemas.microsoft.com/office/drawing/2014/main" id="{2861737B-9CDE-5850-E657-6860C3849C12}"/>
                </a:ext>
              </a:extLst>
            </p:cNvPr>
            <p:cNvSpPr txBox="1"/>
            <p:nvPr/>
          </p:nvSpPr>
          <p:spPr>
            <a:xfrm>
              <a:off x="5295538" y="5980113"/>
              <a:ext cx="2019533" cy="338137"/>
            </a:xfrm>
            <a:prstGeom prst="rect">
              <a:avLst/>
            </a:prstGeom>
            <a:noFill/>
          </p:spPr>
          <p:txBody>
            <a:bodyPr>
              <a:spAutoFit/>
            </a:bodyPr>
            <a:lstStyle/>
            <a:p>
              <a:pPr algn="ctr" eaLnBrk="1" hangingPunct="1">
                <a:defRPr/>
              </a:pPr>
              <a:r>
                <a:rPr lang="en-US" sz="1600" dirty="0">
                  <a:latin typeface="+mj-lt"/>
                </a:rPr>
                <a:t>Frequency (1/Year)</a:t>
              </a:r>
            </a:p>
          </p:txBody>
        </p:sp>
      </p:grpSp>
    </p:spTree>
    <p:extLst>
      <p:ext uri="{BB962C8B-B14F-4D97-AF65-F5344CB8AC3E}">
        <p14:creationId xmlns:p14="http://schemas.microsoft.com/office/powerpoint/2010/main" val="2943027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series</a:t>
            </a:r>
          </a:p>
        </p:txBody>
      </p:sp>
      <p:sp>
        <p:nvSpPr>
          <p:cNvPr id="2" name="Rectangle 12">
            <a:extLst>
              <a:ext uri="{FF2B5EF4-FFF2-40B4-BE49-F238E27FC236}">
                <a16:creationId xmlns:a16="http://schemas.microsoft.com/office/drawing/2014/main" id="{D8AF5EED-7A64-0A84-055D-F4C5D59C2E14}"/>
              </a:ext>
            </a:extLst>
          </p:cNvPr>
          <p:cNvSpPr>
            <a:spLocks noChangeArrowheads="1"/>
          </p:cNvSpPr>
          <p:nvPr/>
        </p:nvSpPr>
        <p:spPr bwMode="auto">
          <a:xfrm>
            <a:off x="5060300" y="4542522"/>
            <a:ext cx="3646487" cy="231547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solidFill>
                <a:srgbClr val="000000"/>
              </a:solidFill>
              <a:ea typeface="ＭＳ Ｐゴシック" charset="0"/>
            </a:endParaRPr>
          </a:p>
        </p:txBody>
      </p:sp>
      <p:sp>
        <p:nvSpPr>
          <p:cNvPr id="4" name="Rectangle 12">
            <a:extLst>
              <a:ext uri="{FF2B5EF4-FFF2-40B4-BE49-F238E27FC236}">
                <a16:creationId xmlns:a16="http://schemas.microsoft.com/office/drawing/2014/main" id="{500922B3-3F4C-366D-5D6E-F165D0141B9E}"/>
              </a:ext>
            </a:extLst>
          </p:cNvPr>
          <p:cNvSpPr>
            <a:spLocks noChangeArrowheads="1"/>
          </p:cNvSpPr>
          <p:nvPr/>
        </p:nvSpPr>
        <p:spPr bwMode="auto">
          <a:xfrm>
            <a:off x="5415801" y="2597575"/>
            <a:ext cx="3646487" cy="231547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solidFill>
                <a:srgbClr val="000000"/>
              </a:solidFill>
              <a:ea typeface="ＭＳ Ｐゴシック" charset="0"/>
            </a:endParaRPr>
          </a:p>
        </p:txBody>
      </p:sp>
      <p:sp>
        <p:nvSpPr>
          <p:cNvPr id="5" name="Rectangle 2">
            <a:extLst>
              <a:ext uri="{FF2B5EF4-FFF2-40B4-BE49-F238E27FC236}">
                <a16:creationId xmlns:a16="http://schemas.microsoft.com/office/drawing/2014/main" id="{DFCD8B53-3EF3-9FEE-ACB9-5DC466C06FF1}"/>
              </a:ext>
            </a:extLst>
          </p:cNvPr>
          <p:cNvSpPr txBox="1">
            <a:spLocks noChangeArrowheads="1"/>
          </p:cNvSpPr>
          <p:nvPr/>
        </p:nvSpPr>
        <p:spPr>
          <a:xfrm>
            <a:off x="635652" y="545649"/>
            <a:ext cx="2713037" cy="11598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dirty="0"/>
              <a:t>Fourier Decomposing Functions</a:t>
            </a:r>
            <a:endParaRPr lang="en-US" altLang="en-US" sz="2000" dirty="0"/>
          </a:p>
        </p:txBody>
      </p:sp>
      <p:sp>
        <p:nvSpPr>
          <p:cNvPr id="8" name="Text Box 13">
            <a:extLst>
              <a:ext uri="{FF2B5EF4-FFF2-40B4-BE49-F238E27FC236}">
                <a16:creationId xmlns:a16="http://schemas.microsoft.com/office/drawing/2014/main" id="{E4288143-C924-43E3-A3B7-24511417FA6D}"/>
              </a:ext>
            </a:extLst>
          </p:cNvPr>
          <p:cNvSpPr txBox="1">
            <a:spLocks noChangeArrowheads="1"/>
          </p:cNvSpPr>
          <p:nvPr/>
        </p:nvSpPr>
        <p:spPr bwMode="auto">
          <a:xfrm>
            <a:off x="723249" y="2019801"/>
            <a:ext cx="2286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hangingPunct="1">
              <a:spcBef>
                <a:spcPct val="0"/>
              </a:spcBef>
              <a:buFontTx/>
              <a:buNone/>
              <a:defRPr/>
            </a:pPr>
            <a:r>
              <a:rPr lang="en-US" altLang="en-US" sz="2000" kern="0" dirty="0">
                <a:solidFill>
                  <a:srgbClr val="000000"/>
                </a:solidFill>
              </a:rPr>
              <a:t>Here, we write a</a:t>
            </a:r>
          </a:p>
          <a:p>
            <a:pPr marL="0" indent="0" eaLnBrk="1" hangingPunct="1">
              <a:spcBef>
                <a:spcPct val="0"/>
              </a:spcBef>
              <a:buFontTx/>
              <a:buNone/>
              <a:defRPr/>
            </a:pPr>
            <a:r>
              <a:rPr lang="en-US" altLang="en-US" sz="2000" b="1" kern="0" dirty="0">
                <a:solidFill>
                  <a:srgbClr val="008000"/>
                </a:solidFill>
              </a:rPr>
              <a:t>square wave</a:t>
            </a:r>
            <a:r>
              <a:rPr lang="en-US" altLang="en-US" sz="2000" kern="0" dirty="0">
                <a:solidFill>
                  <a:srgbClr val="000000"/>
                </a:solidFill>
              </a:rPr>
              <a:t> as </a:t>
            </a:r>
          </a:p>
          <a:p>
            <a:pPr marL="0" indent="0" eaLnBrk="1" hangingPunct="1">
              <a:spcBef>
                <a:spcPct val="0"/>
              </a:spcBef>
              <a:buFontTx/>
              <a:buNone/>
              <a:defRPr/>
            </a:pPr>
            <a:r>
              <a:rPr lang="en-US" altLang="en-US" sz="2000" kern="0" dirty="0">
                <a:solidFill>
                  <a:srgbClr val="000000"/>
                </a:solidFill>
              </a:rPr>
              <a:t>a sum of sine waves of different frequencies.</a:t>
            </a:r>
          </a:p>
        </p:txBody>
      </p:sp>
      <p:graphicFrame>
        <p:nvGraphicFramePr>
          <p:cNvPr id="10" name="Object 1">
            <a:extLst>
              <a:ext uri="{FF2B5EF4-FFF2-40B4-BE49-F238E27FC236}">
                <a16:creationId xmlns:a16="http://schemas.microsoft.com/office/drawing/2014/main" id="{36EA4CFA-DE73-E6AB-F146-7AB9B46EF577}"/>
              </a:ext>
            </a:extLst>
          </p:cNvPr>
          <p:cNvGraphicFramePr>
            <a:graphicFrameLocks noChangeAspect="1"/>
          </p:cNvGraphicFramePr>
          <p:nvPr>
            <p:extLst>
              <p:ext uri="{D42A27DB-BD31-4B8C-83A1-F6EECF244321}">
                <p14:modId xmlns:p14="http://schemas.microsoft.com/office/powerpoint/2010/main" val="3912261096"/>
              </p:ext>
            </p:extLst>
          </p:nvPr>
        </p:nvGraphicFramePr>
        <p:xfrm>
          <a:off x="4083701" y="1620386"/>
          <a:ext cx="1150938" cy="758825"/>
        </p:xfrm>
        <a:graphic>
          <a:graphicData uri="http://schemas.openxmlformats.org/presentationml/2006/ole">
            <mc:AlternateContent xmlns:mc="http://schemas.openxmlformats.org/markup-compatibility/2006">
              <mc:Choice xmlns:v="urn:schemas-microsoft-com:vml" Requires="v">
                <p:oleObj name="Equation" r:id="rId3" imgW="596641" imgH="393529" progId="Equation.DSMT4">
                  <p:embed/>
                </p:oleObj>
              </mc:Choice>
              <mc:Fallback>
                <p:oleObj name="Equation" r:id="rId3" imgW="596641" imgH="393529" progId="Equation.DSMT4">
                  <p:embed/>
                  <p:pic>
                    <p:nvPicPr>
                      <p:cNvPr id="26628" name="Object 1">
                        <a:extLst>
                          <a:ext uri="{FF2B5EF4-FFF2-40B4-BE49-F238E27FC236}">
                            <a16:creationId xmlns:a16="http://schemas.microsoft.com/office/drawing/2014/main" id="{140062E2-5495-493E-A989-B9D77AC5A0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3701" y="1620386"/>
                        <a:ext cx="115093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
            <a:extLst>
              <a:ext uri="{FF2B5EF4-FFF2-40B4-BE49-F238E27FC236}">
                <a16:creationId xmlns:a16="http://schemas.microsoft.com/office/drawing/2014/main" id="{FCE855DD-9605-40A9-4308-12B431053736}"/>
              </a:ext>
            </a:extLst>
          </p:cNvPr>
          <p:cNvGraphicFramePr>
            <a:graphicFrameLocks noChangeAspect="1"/>
          </p:cNvGraphicFramePr>
          <p:nvPr>
            <p:extLst>
              <p:ext uri="{D42A27DB-BD31-4B8C-83A1-F6EECF244321}">
                <p14:modId xmlns:p14="http://schemas.microsoft.com/office/powerpoint/2010/main" val="1974940744"/>
              </p:ext>
            </p:extLst>
          </p:nvPr>
        </p:nvGraphicFramePr>
        <p:xfrm>
          <a:off x="3821764" y="5296434"/>
          <a:ext cx="1419225" cy="758825"/>
        </p:xfrm>
        <a:graphic>
          <a:graphicData uri="http://schemas.openxmlformats.org/presentationml/2006/ole">
            <mc:AlternateContent xmlns:mc="http://schemas.openxmlformats.org/markup-compatibility/2006">
              <mc:Choice xmlns:v="urn:schemas-microsoft-com:vml" Requires="v">
                <p:oleObj name="Equation" r:id="rId5" imgW="736280" imgH="393529" progId="Equation.DSMT4">
                  <p:embed/>
                </p:oleObj>
              </mc:Choice>
              <mc:Fallback>
                <p:oleObj name="Equation" r:id="rId5" imgW="736280" imgH="393529" progId="Equation.DSMT4">
                  <p:embed/>
                  <p:pic>
                    <p:nvPicPr>
                      <p:cNvPr id="26629" name="Object 2">
                        <a:extLst>
                          <a:ext uri="{FF2B5EF4-FFF2-40B4-BE49-F238E27FC236}">
                            <a16:creationId xmlns:a16="http://schemas.microsoft.com/office/drawing/2014/main" id="{C54EEA38-2B97-44A8-B38A-D3BA1D3548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1764" y="5296434"/>
                        <a:ext cx="14192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
            <a:extLst>
              <a:ext uri="{FF2B5EF4-FFF2-40B4-BE49-F238E27FC236}">
                <a16:creationId xmlns:a16="http://schemas.microsoft.com/office/drawing/2014/main" id="{557CDF90-3891-6791-412B-BEE6ED6B120C}"/>
              </a:ext>
            </a:extLst>
          </p:cNvPr>
          <p:cNvGraphicFramePr>
            <a:graphicFrameLocks noChangeAspect="1"/>
          </p:cNvGraphicFramePr>
          <p:nvPr>
            <p:extLst>
              <p:ext uri="{D42A27DB-BD31-4B8C-83A1-F6EECF244321}">
                <p14:modId xmlns:p14="http://schemas.microsoft.com/office/powerpoint/2010/main" val="452409610"/>
              </p:ext>
            </p:extLst>
          </p:nvPr>
        </p:nvGraphicFramePr>
        <p:xfrm>
          <a:off x="3865444" y="3214319"/>
          <a:ext cx="1419225" cy="758825"/>
        </p:xfrm>
        <a:graphic>
          <a:graphicData uri="http://schemas.openxmlformats.org/presentationml/2006/ole">
            <mc:AlternateContent xmlns:mc="http://schemas.openxmlformats.org/markup-compatibility/2006">
              <mc:Choice xmlns:v="urn:schemas-microsoft-com:vml" Requires="v">
                <p:oleObj name="Equation" r:id="rId7" imgW="736560" imgH="393480" progId="Equation.DSMT4">
                  <p:embed/>
                </p:oleObj>
              </mc:Choice>
              <mc:Fallback>
                <p:oleObj name="Equation" r:id="rId7" imgW="736560" imgH="393480" progId="Equation.DSMT4">
                  <p:embed/>
                  <p:pic>
                    <p:nvPicPr>
                      <p:cNvPr id="26630" name="Object 3">
                        <a:extLst>
                          <a:ext uri="{FF2B5EF4-FFF2-40B4-BE49-F238E27FC236}">
                            <a16:creationId xmlns:a16="http://schemas.microsoft.com/office/drawing/2014/main" id="{450EF7EA-C6B8-49E4-9919-AB58426DE905}"/>
                          </a:ext>
                        </a:extLst>
                      </p:cNvPr>
                      <p:cNvPicPr>
                        <a:picLocks noChangeAspect="1" noChangeArrowheads="1"/>
                      </p:cNvPicPr>
                      <p:nvPr/>
                    </p:nvPicPr>
                    <p:blipFill>
                      <a:blip r:embed="rId8"/>
                      <a:srcRect/>
                      <a:stretch>
                        <a:fillRect/>
                      </a:stretch>
                    </p:blipFill>
                    <p:spPr bwMode="auto">
                      <a:xfrm>
                        <a:off x="3865444" y="3214319"/>
                        <a:ext cx="14192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2">
            <a:extLst>
              <a:ext uri="{FF2B5EF4-FFF2-40B4-BE49-F238E27FC236}">
                <a16:creationId xmlns:a16="http://schemas.microsoft.com/office/drawing/2014/main" id="{5C26E823-E422-9AC3-400C-C84B351C6963}"/>
              </a:ext>
            </a:extLst>
          </p:cNvPr>
          <p:cNvSpPr>
            <a:spLocks noChangeArrowheads="1"/>
          </p:cNvSpPr>
          <p:nvPr/>
        </p:nvSpPr>
        <p:spPr bwMode="auto">
          <a:xfrm>
            <a:off x="5415801" y="576687"/>
            <a:ext cx="3646487" cy="211591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hangingPunct="1">
              <a:defRPr/>
            </a:pPr>
            <a:endParaRPr lang="en-US">
              <a:solidFill>
                <a:srgbClr val="000000"/>
              </a:solidFill>
              <a:ea typeface="ＭＳ Ｐゴシック" charset="0"/>
            </a:endParaRPr>
          </a:p>
        </p:txBody>
      </p:sp>
      <p:sp>
        <p:nvSpPr>
          <p:cNvPr id="14" name="Line 31">
            <a:extLst>
              <a:ext uri="{FF2B5EF4-FFF2-40B4-BE49-F238E27FC236}">
                <a16:creationId xmlns:a16="http://schemas.microsoft.com/office/drawing/2014/main" id="{40700381-2200-E864-7031-5AA608BD60D8}"/>
              </a:ext>
            </a:extLst>
          </p:cNvPr>
          <p:cNvSpPr>
            <a:spLocks noChangeShapeType="1"/>
          </p:cNvSpPr>
          <p:nvPr/>
        </p:nvSpPr>
        <p:spPr bwMode="auto">
          <a:xfrm>
            <a:off x="5288614" y="2019801"/>
            <a:ext cx="1111250"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33">
            <a:extLst>
              <a:ext uri="{FF2B5EF4-FFF2-40B4-BE49-F238E27FC236}">
                <a16:creationId xmlns:a16="http://schemas.microsoft.com/office/drawing/2014/main" id="{1C030EFA-9F8F-574E-1D1B-49C95242A96B}"/>
              </a:ext>
            </a:extLst>
          </p:cNvPr>
          <p:cNvSpPr>
            <a:spLocks noChangeShapeType="1"/>
          </p:cNvSpPr>
          <p:nvPr/>
        </p:nvSpPr>
        <p:spPr bwMode="auto">
          <a:xfrm>
            <a:off x="5344177" y="3608019"/>
            <a:ext cx="897890"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35">
            <a:extLst>
              <a:ext uri="{FF2B5EF4-FFF2-40B4-BE49-F238E27FC236}">
                <a16:creationId xmlns:a16="http://schemas.microsoft.com/office/drawing/2014/main" id="{CBA28016-F0E9-288B-B161-47EDC82361C7}"/>
              </a:ext>
            </a:extLst>
          </p:cNvPr>
          <p:cNvSpPr>
            <a:spLocks noChangeShapeType="1"/>
          </p:cNvSpPr>
          <p:nvPr/>
        </p:nvSpPr>
        <p:spPr bwMode="auto">
          <a:xfrm>
            <a:off x="5288614" y="5672672"/>
            <a:ext cx="1108075" cy="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7" name="Group 31">
            <a:extLst>
              <a:ext uri="{FF2B5EF4-FFF2-40B4-BE49-F238E27FC236}">
                <a16:creationId xmlns:a16="http://schemas.microsoft.com/office/drawing/2014/main" id="{79DCD3E4-4860-7FFD-D0CB-B1BF9BA7EF28}"/>
              </a:ext>
            </a:extLst>
          </p:cNvPr>
          <p:cNvGrpSpPr>
            <a:grpSpLocks noChangeAspect="1"/>
          </p:cNvGrpSpPr>
          <p:nvPr/>
        </p:nvGrpSpPr>
        <p:grpSpPr bwMode="auto">
          <a:xfrm flipV="1">
            <a:off x="6396689" y="902201"/>
            <a:ext cx="1933575" cy="1539875"/>
            <a:chOff x="279400" y="3350051"/>
            <a:chExt cx="3739094" cy="872699"/>
          </a:xfrm>
        </p:grpSpPr>
        <p:sp>
          <p:nvSpPr>
            <p:cNvPr id="18" name="Freeform 42">
              <a:extLst>
                <a:ext uri="{FF2B5EF4-FFF2-40B4-BE49-F238E27FC236}">
                  <a16:creationId xmlns:a16="http://schemas.microsoft.com/office/drawing/2014/main" id="{41F6C288-8121-242B-1470-FBCF85B4F407}"/>
                </a:ext>
              </a:extLst>
            </p:cNvPr>
            <p:cNvSpPr>
              <a:spLocks noChangeAspect="1"/>
            </p:cNvSpPr>
            <p:nvPr/>
          </p:nvSpPr>
          <p:spPr>
            <a:xfrm>
              <a:off x="279400" y="3350051"/>
              <a:ext cx="2750598" cy="872699"/>
            </a:xfrm>
            <a:custGeom>
              <a:avLst/>
              <a:gdLst>
                <a:gd name="connsiteX0" fmla="*/ 0 w 6375400"/>
                <a:gd name="connsiteY0" fmla="*/ 1016000 h 2023533"/>
                <a:gd name="connsiteX1" fmla="*/ 381000 w 6375400"/>
                <a:gd name="connsiteY1" fmla="*/ 635000 h 2023533"/>
                <a:gd name="connsiteX2" fmla="*/ 635000 w 6375400"/>
                <a:gd name="connsiteY2" fmla="*/ 414866 h 2023533"/>
                <a:gd name="connsiteX3" fmla="*/ 1016000 w 6375400"/>
                <a:gd name="connsiteY3" fmla="*/ 152400 h 2023533"/>
                <a:gd name="connsiteX4" fmla="*/ 1143000 w 6375400"/>
                <a:gd name="connsiteY4" fmla="*/ 93133 h 2023533"/>
                <a:gd name="connsiteX5" fmla="*/ 1270000 w 6375400"/>
                <a:gd name="connsiteY5" fmla="*/ 42333 h 2023533"/>
                <a:gd name="connsiteX6" fmla="*/ 1524000 w 6375400"/>
                <a:gd name="connsiteY6" fmla="*/ 0 h 2023533"/>
                <a:gd name="connsiteX7" fmla="*/ 1913467 w 6375400"/>
                <a:gd name="connsiteY7" fmla="*/ 42333 h 2023533"/>
                <a:gd name="connsiteX8" fmla="*/ 2040467 w 6375400"/>
                <a:gd name="connsiteY8" fmla="*/ 93133 h 2023533"/>
                <a:gd name="connsiteX9" fmla="*/ 2294467 w 6375400"/>
                <a:gd name="connsiteY9" fmla="*/ 228600 h 2023533"/>
                <a:gd name="connsiteX10" fmla="*/ 2421467 w 6375400"/>
                <a:gd name="connsiteY10" fmla="*/ 313266 h 2023533"/>
                <a:gd name="connsiteX11" fmla="*/ 2675467 w 6375400"/>
                <a:gd name="connsiteY11" fmla="*/ 524933 h 2023533"/>
                <a:gd name="connsiteX12" fmla="*/ 3056467 w 6375400"/>
                <a:gd name="connsiteY12" fmla="*/ 880533 h 2023533"/>
                <a:gd name="connsiteX13" fmla="*/ 3310467 w 6375400"/>
                <a:gd name="connsiteY13" fmla="*/ 1143000 h 2023533"/>
                <a:gd name="connsiteX14" fmla="*/ 3437467 w 6375400"/>
                <a:gd name="connsiteY14" fmla="*/ 1261533 h 2023533"/>
                <a:gd name="connsiteX15" fmla="*/ 3699933 w 6375400"/>
                <a:gd name="connsiteY15" fmla="*/ 1498600 h 2023533"/>
                <a:gd name="connsiteX16" fmla="*/ 3953933 w 6375400"/>
                <a:gd name="connsiteY16" fmla="*/ 1710266 h 2023533"/>
                <a:gd name="connsiteX17" fmla="*/ 4207933 w 6375400"/>
                <a:gd name="connsiteY17" fmla="*/ 1871133 h 2023533"/>
                <a:gd name="connsiteX18" fmla="*/ 4334933 w 6375400"/>
                <a:gd name="connsiteY18" fmla="*/ 1930400 h 2023533"/>
                <a:gd name="connsiteX19" fmla="*/ 4461933 w 6375400"/>
                <a:gd name="connsiteY19" fmla="*/ 1981200 h 2023533"/>
                <a:gd name="connsiteX20" fmla="*/ 4715933 w 6375400"/>
                <a:gd name="connsiteY20" fmla="*/ 2023533 h 2023533"/>
                <a:gd name="connsiteX21" fmla="*/ 5096933 w 6375400"/>
                <a:gd name="connsiteY21" fmla="*/ 1981200 h 2023533"/>
                <a:gd name="connsiteX22" fmla="*/ 5486400 w 6375400"/>
                <a:gd name="connsiteY22" fmla="*/ 1794933 h 2023533"/>
                <a:gd name="connsiteX23" fmla="*/ 5613400 w 6375400"/>
                <a:gd name="connsiteY23" fmla="*/ 1710266 h 2023533"/>
                <a:gd name="connsiteX24" fmla="*/ 5867400 w 6375400"/>
                <a:gd name="connsiteY24" fmla="*/ 1498600 h 2023533"/>
                <a:gd name="connsiteX25" fmla="*/ 6248400 w 6375400"/>
                <a:gd name="connsiteY25" fmla="*/ 1143000 h 2023533"/>
                <a:gd name="connsiteX26" fmla="*/ 6375400 w 6375400"/>
                <a:gd name="connsiteY26" fmla="*/ 1016000 h 202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75400" h="2023533">
                  <a:moveTo>
                    <a:pt x="0" y="1016000"/>
                  </a:moveTo>
                  <a:cubicBezTo>
                    <a:pt x="129093" y="878301"/>
                    <a:pt x="231743" y="764357"/>
                    <a:pt x="381000" y="635000"/>
                  </a:cubicBezTo>
                  <a:cubicBezTo>
                    <a:pt x="465667" y="561622"/>
                    <a:pt x="549399" y="487152"/>
                    <a:pt x="635000" y="414866"/>
                  </a:cubicBezTo>
                  <a:cubicBezTo>
                    <a:pt x="744562" y="322347"/>
                    <a:pt x="893103" y="209752"/>
                    <a:pt x="1016000" y="152400"/>
                  </a:cubicBezTo>
                  <a:cubicBezTo>
                    <a:pt x="1058333" y="132644"/>
                    <a:pt x="1100135" y="111708"/>
                    <a:pt x="1143000" y="93133"/>
                  </a:cubicBezTo>
                  <a:cubicBezTo>
                    <a:pt x="1184835" y="75004"/>
                    <a:pt x="1226328" y="55434"/>
                    <a:pt x="1270000" y="42333"/>
                  </a:cubicBezTo>
                  <a:cubicBezTo>
                    <a:pt x="1337553" y="22067"/>
                    <a:pt x="1454444" y="9274"/>
                    <a:pt x="1524000" y="0"/>
                  </a:cubicBezTo>
                  <a:cubicBezTo>
                    <a:pt x="1645892" y="7864"/>
                    <a:pt x="1790937" y="5574"/>
                    <a:pt x="1913467" y="42333"/>
                  </a:cubicBezTo>
                  <a:cubicBezTo>
                    <a:pt x="1957139" y="55434"/>
                    <a:pt x="1998632" y="75004"/>
                    <a:pt x="2040467" y="93133"/>
                  </a:cubicBezTo>
                  <a:cubicBezTo>
                    <a:pt x="2157234" y="143732"/>
                    <a:pt x="2185500" y="159588"/>
                    <a:pt x="2294467" y="228600"/>
                  </a:cubicBezTo>
                  <a:cubicBezTo>
                    <a:pt x="2337450" y="255822"/>
                    <a:pt x="2381306" y="282030"/>
                    <a:pt x="2421467" y="313266"/>
                  </a:cubicBezTo>
                  <a:cubicBezTo>
                    <a:pt x="2508463" y="380929"/>
                    <a:pt x="2591262" y="453827"/>
                    <a:pt x="2675467" y="524933"/>
                  </a:cubicBezTo>
                  <a:cubicBezTo>
                    <a:pt x="2816632" y="644140"/>
                    <a:pt x="2919474" y="738973"/>
                    <a:pt x="3056467" y="880533"/>
                  </a:cubicBezTo>
                  <a:cubicBezTo>
                    <a:pt x="3141134" y="968022"/>
                    <a:pt x="3224378" y="1056911"/>
                    <a:pt x="3310467" y="1143000"/>
                  </a:cubicBezTo>
                  <a:cubicBezTo>
                    <a:pt x="3351413" y="1183946"/>
                    <a:pt x="3395179" y="1221973"/>
                    <a:pt x="3437467" y="1261533"/>
                  </a:cubicBezTo>
                  <a:cubicBezTo>
                    <a:pt x="3618965" y="1431322"/>
                    <a:pt x="3521485" y="1343946"/>
                    <a:pt x="3699933" y="1498600"/>
                  </a:cubicBezTo>
                  <a:cubicBezTo>
                    <a:pt x="3750276" y="1542231"/>
                    <a:pt x="3897022" y="1672325"/>
                    <a:pt x="3953933" y="1710266"/>
                  </a:cubicBezTo>
                  <a:cubicBezTo>
                    <a:pt x="4034090" y="1763704"/>
                    <a:pt x="4122617" y="1825631"/>
                    <a:pt x="4207933" y="1871133"/>
                  </a:cubicBezTo>
                  <a:cubicBezTo>
                    <a:pt x="4249153" y="1893117"/>
                    <a:pt x="4292068" y="1911825"/>
                    <a:pt x="4334933" y="1930400"/>
                  </a:cubicBezTo>
                  <a:cubicBezTo>
                    <a:pt x="4376768" y="1948529"/>
                    <a:pt x="4418261" y="1968099"/>
                    <a:pt x="4461933" y="1981200"/>
                  </a:cubicBezTo>
                  <a:cubicBezTo>
                    <a:pt x="4529486" y="2001466"/>
                    <a:pt x="4646377" y="2014259"/>
                    <a:pt x="4715933" y="2023533"/>
                  </a:cubicBezTo>
                  <a:cubicBezTo>
                    <a:pt x="4795779" y="2018210"/>
                    <a:pt x="4997247" y="2015873"/>
                    <a:pt x="5096933" y="1981200"/>
                  </a:cubicBezTo>
                  <a:cubicBezTo>
                    <a:pt x="5281018" y="1917170"/>
                    <a:pt x="5342529" y="1886051"/>
                    <a:pt x="5486400" y="1794933"/>
                  </a:cubicBezTo>
                  <a:cubicBezTo>
                    <a:pt x="5529383" y="1767710"/>
                    <a:pt x="5573239" y="1741502"/>
                    <a:pt x="5613400" y="1710266"/>
                  </a:cubicBezTo>
                  <a:cubicBezTo>
                    <a:pt x="5700395" y="1642603"/>
                    <a:pt x="5783195" y="1569706"/>
                    <a:pt x="5867400" y="1498600"/>
                  </a:cubicBezTo>
                  <a:cubicBezTo>
                    <a:pt x="6035718" y="1356465"/>
                    <a:pt x="6054330" y="1332758"/>
                    <a:pt x="6248400" y="1143000"/>
                  </a:cubicBezTo>
                  <a:cubicBezTo>
                    <a:pt x="6291206" y="1101145"/>
                    <a:pt x="6375400" y="1016000"/>
                    <a:pt x="6375400" y="1016000"/>
                  </a:cubicBezTo>
                </a:path>
              </a:pathLst>
            </a:custGeom>
            <a:noFill/>
            <a:ln w="38100" cap="rnd">
              <a:solidFill>
                <a:srgbClr val="FF0000"/>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19" name="Freeform 43">
              <a:extLst>
                <a:ext uri="{FF2B5EF4-FFF2-40B4-BE49-F238E27FC236}">
                  <a16:creationId xmlns:a16="http://schemas.microsoft.com/office/drawing/2014/main" id="{E0004F97-8C61-78D5-DC5B-5F68D4C1760C}"/>
                </a:ext>
              </a:extLst>
            </p:cNvPr>
            <p:cNvSpPr>
              <a:spLocks noChangeAspect="1"/>
            </p:cNvSpPr>
            <p:nvPr/>
          </p:nvSpPr>
          <p:spPr>
            <a:xfrm>
              <a:off x="3029998" y="3350051"/>
              <a:ext cx="988496" cy="438149"/>
            </a:xfrm>
            <a:custGeom>
              <a:avLst/>
              <a:gdLst>
                <a:gd name="connsiteX0" fmla="*/ 0 w 6375400"/>
                <a:gd name="connsiteY0" fmla="*/ 1016000 h 2023533"/>
                <a:gd name="connsiteX1" fmla="*/ 381000 w 6375400"/>
                <a:gd name="connsiteY1" fmla="*/ 635000 h 2023533"/>
                <a:gd name="connsiteX2" fmla="*/ 635000 w 6375400"/>
                <a:gd name="connsiteY2" fmla="*/ 414866 h 2023533"/>
                <a:gd name="connsiteX3" fmla="*/ 1016000 w 6375400"/>
                <a:gd name="connsiteY3" fmla="*/ 152400 h 2023533"/>
                <a:gd name="connsiteX4" fmla="*/ 1143000 w 6375400"/>
                <a:gd name="connsiteY4" fmla="*/ 93133 h 2023533"/>
                <a:gd name="connsiteX5" fmla="*/ 1270000 w 6375400"/>
                <a:gd name="connsiteY5" fmla="*/ 42333 h 2023533"/>
                <a:gd name="connsiteX6" fmla="*/ 1524000 w 6375400"/>
                <a:gd name="connsiteY6" fmla="*/ 0 h 2023533"/>
                <a:gd name="connsiteX7" fmla="*/ 1913467 w 6375400"/>
                <a:gd name="connsiteY7" fmla="*/ 42333 h 2023533"/>
                <a:gd name="connsiteX8" fmla="*/ 2040467 w 6375400"/>
                <a:gd name="connsiteY8" fmla="*/ 93133 h 2023533"/>
                <a:gd name="connsiteX9" fmla="*/ 2294467 w 6375400"/>
                <a:gd name="connsiteY9" fmla="*/ 228600 h 2023533"/>
                <a:gd name="connsiteX10" fmla="*/ 2421467 w 6375400"/>
                <a:gd name="connsiteY10" fmla="*/ 313266 h 2023533"/>
                <a:gd name="connsiteX11" fmla="*/ 2675467 w 6375400"/>
                <a:gd name="connsiteY11" fmla="*/ 524933 h 2023533"/>
                <a:gd name="connsiteX12" fmla="*/ 3056467 w 6375400"/>
                <a:gd name="connsiteY12" fmla="*/ 880533 h 2023533"/>
                <a:gd name="connsiteX13" fmla="*/ 3310467 w 6375400"/>
                <a:gd name="connsiteY13" fmla="*/ 1143000 h 2023533"/>
                <a:gd name="connsiteX14" fmla="*/ 3437467 w 6375400"/>
                <a:gd name="connsiteY14" fmla="*/ 1261533 h 2023533"/>
                <a:gd name="connsiteX15" fmla="*/ 3699933 w 6375400"/>
                <a:gd name="connsiteY15" fmla="*/ 1498600 h 2023533"/>
                <a:gd name="connsiteX16" fmla="*/ 3953933 w 6375400"/>
                <a:gd name="connsiteY16" fmla="*/ 1710266 h 2023533"/>
                <a:gd name="connsiteX17" fmla="*/ 4207933 w 6375400"/>
                <a:gd name="connsiteY17" fmla="*/ 1871133 h 2023533"/>
                <a:gd name="connsiteX18" fmla="*/ 4334933 w 6375400"/>
                <a:gd name="connsiteY18" fmla="*/ 1930400 h 2023533"/>
                <a:gd name="connsiteX19" fmla="*/ 4461933 w 6375400"/>
                <a:gd name="connsiteY19" fmla="*/ 1981200 h 2023533"/>
                <a:gd name="connsiteX20" fmla="*/ 4715933 w 6375400"/>
                <a:gd name="connsiteY20" fmla="*/ 2023533 h 2023533"/>
                <a:gd name="connsiteX21" fmla="*/ 5096933 w 6375400"/>
                <a:gd name="connsiteY21" fmla="*/ 1981200 h 2023533"/>
                <a:gd name="connsiteX22" fmla="*/ 5486400 w 6375400"/>
                <a:gd name="connsiteY22" fmla="*/ 1794933 h 2023533"/>
                <a:gd name="connsiteX23" fmla="*/ 5613400 w 6375400"/>
                <a:gd name="connsiteY23" fmla="*/ 1710266 h 2023533"/>
                <a:gd name="connsiteX24" fmla="*/ 5867400 w 6375400"/>
                <a:gd name="connsiteY24" fmla="*/ 1498600 h 2023533"/>
                <a:gd name="connsiteX25" fmla="*/ 6248400 w 6375400"/>
                <a:gd name="connsiteY25" fmla="*/ 1143000 h 2023533"/>
                <a:gd name="connsiteX26" fmla="*/ 6375400 w 6375400"/>
                <a:gd name="connsiteY26" fmla="*/ 1016000 h 2023533"/>
                <a:gd name="connsiteX0" fmla="*/ 0 w 6248400"/>
                <a:gd name="connsiteY0" fmla="*/ 1016000 h 2023533"/>
                <a:gd name="connsiteX1" fmla="*/ 381000 w 6248400"/>
                <a:gd name="connsiteY1" fmla="*/ 635000 h 2023533"/>
                <a:gd name="connsiteX2" fmla="*/ 635000 w 6248400"/>
                <a:gd name="connsiteY2" fmla="*/ 414866 h 2023533"/>
                <a:gd name="connsiteX3" fmla="*/ 1016000 w 6248400"/>
                <a:gd name="connsiteY3" fmla="*/ 152400 h 2023533"/>
                <a:gd name="connsiteX4" fmla="*/ 1143000 w 6248400"/>
                <a:gd name="connsiteY4" fmla="*/ 93133 h 2023533"/>
                <a:gd name="connsiteX5" fmla="*/ 1270000 w 6248400"/>
                <a:gd name="connsiteY5" fmla="*/ 42333 h 2023533"/>
                <a:gd name="connsiteX6" fmla="*/ 1524000 w 6248400"/>
                <a:gd name="connsiteY6" fmla="*/ 0 h 2023533"/>
                <a:gd name="connsiteX7" fmla="*/ 1913467 w 6248400"/>
                <a:gd name="connsiteY7" fmla="*/ 42333 h 2023533"/>
                <a:gd name="connsiteX8" fmla="*/ 2040467 w 6248400"/>
                <a:gd name="connsiteY8" fmla="*/ 93133 h 2023533"/>
                <a:gd name="connsiteX9" fmla="*/ 2294467 w 6248400"/>
                <a:gd name="connsiteY9" fmla="*/ 228600 h 2023533"/>
                <a:gd name="connsiteX10" fmla="*/ 2421467 w 6248400"/>
                <a:gd name="connsiteY10" fmla="*/ 313266 h 2023533"/>
                <a:gd name="connsiteX11" fmla="*/ 2675467 w 6248400"/>
                <a:gd name="connsiteY11" fmla="*/ 524933 h 2023533"/>
                <a:gd name="connsiteX12" fmla="*/ 3056467 w 6248400"/>
                <a:gd name="connsiteY12" fmla="*/ 880533 h 2023533"/>
                <a:gd name="connsiteX13" fmla="*/ 3310467 w 6248400"/>
                <a:gd name="connsiteY13" fmla="*/ 1143000 h 2023533"/>
                <a:gd name="connsiteX14" fmla="*/ 3437467 w 6248400"/>
                <a:gd name="connsiteY14" fmla="*/ 1261533 h 2023533"/>
                <a:gd name="connsiteX15" fmla="*/ 3699933 w 6248400"/>
                <a:gd name="connsiteY15" fmla="*/ 1498600 h 2023533"/>
                <a:gd name="connsiteX16" fmla="*/ 3953933 w 6248400"/>
                <a:gd name="connsiteY16" fmla="*/ 1710266 h 2023533"/>
                <a:gd name="connsiteX17" fmla="*/ 4207933 w 6248400"/>
                <a:gd name="connsiteY17" fmla="*/ 1871133 h 2023533"/>
                <a:gd name="connsiteX18" fmla="*/ 4334933 w 6248400"/>
                <a:gd name="connsiteY18" fmla="*/ 1930400 h 2023533"/>
                <a:gd name="connsiteX19" fmla="*/ 4461933 w 6248400"/>
                <a:gd name="connsiteY19" fmla="*/ 1981200 h 2023533"/>
                <a:gd name="connsiteX20" fmla="*/ 4715933 w 6248400"/>
                <a:gd name="connsiteY20" fmla="*/ 2023533 h 2023533"/>
                <a:gd name="connsiteX21" fmla="*/ 5096933 w 6248400"/>
                <a:gd name="connsiteY21" fmla="*/ 1981200 h 2023533"/>
                <a:gd name="connsiteX22" fmla="*/ 5486400 w 6248400"/>
                <a:gd name="connsiteY22" fmla="*/ 1794933 h 2023533"/>
                <a:gd name="connsiteX23" fmla="*/ 5613400 w 6248400"/>
                <a:gd name="connsiteY23" fmla="*/ 1710266 h 2023533"/>
                <a:gd name="connsiteX24" fmla="*/ 5867400 w 6248400"/>
                <a:gd name="connsiteY24" fmla="*/ 1498600 h 2023533"/>
                <a:gd name="connsiteX25" fmla="*/ 6248400 w 6248400"/>
                <a:gd name="connsiteY25" fmla="*/ 1143000 h 2023533"/>
                <a:gd name="connsiteX0" fmla="*/ 0 w 5867401"/>
                <a:gd name="connsiteY0" fmla="*/ 1016000 h 2023533"/>
                <a:gd name="connsiteX1" fmla="*/ 381000 w 5867401"/>
                <a:gd name="connsiteY1" fmla="*/ 635000 h 2023533"/>
                <a:gd name="connsiteX2" fmla="*/ 635000 w 5867401"/>
                <a:gd name="connsiteY2" fmla="*/ 414866 h 2023533"/>
                <a:gd name="connsiteX3" fmla="*/ 1016000 w 5867401"/>
                <a:gd name="connsiteY3" fmla="*/ 152400 h 2023533"/>
                <a:gd name="connsiteX4" fmla="*/ 1143000 w 5867401"/>
                <a:gd name="connsiteY4" fmla="*/ 93133 h 2023533"/>
                <a:gd name="connsiteX5" fmla="*/ 1270000 w 5867401"/>
                <a:gd name="connsiteY5" fmla="*/ 42333 h 2023533"/>
                <a:gd name="connsiteX6" fmla="*/ 1524000 w 5867401"/>
                <a:gd name="connsiteY6" fmla="*/ 0 h 2023533"/>
                <a:gd name="connsiteX7" fmla="*/ 1913467 w 5867401"/>
                <a:gd name="connsiteY7" fmla="*/ 42333 h 2023533"/>
                <a:gd name="connsiteX8" fmla="*/ 2040467 w 5867401"/>
                <a:gd name="connsiteY8" fmla="*/ 93133 h 2023533"/>
                <a:gd name="connsiteX9" fmla="*/ 2294467 w 5867401"/>
                <a:gd name="connsiteY9" fmla="*/ 228600 h 2023533"/>
                <a:gd name="connsiteX10" fmla="*/ 2421467 w 5867401"/>
                <a:gd name="connsiteY10" fmla="*/ 313266 h 2023533"/>
                <a:gd name="connsiteX11" fmla="*/ 2675467 w 5867401"/>
                <a:gd name="connsiteY11" fmla="*/ 524933 h 2023533"/>
                <a:gd name="connsiteX12" fmla="*/ 3056467 w 5867401"/>
                <a:gd name="connsiteY12" fmla="*/ 880533 h 2023533"/>
                <a:gd name="connsiteX13" fmla="*/ 3310467 w 5867401"/>
                <a:gd name="connsiteY13" fmla="*/ 1143000 h 2023533"/>
                <a:gd name="connsiteX14" fmla="*/ 3437467 w 5867401"/>
                <a:gd name="connsiteY14" fmla="*/ 1261533 h 2023533"/>
                <a:gd name="connsiteX15" fmla="*/ 3699933 w 5867401"/>
                <a:gd name="connsiteY15" fmla="*/ 1498600 h 2023533"/>
                <a:gd name="connsiteX16" fmla="*/ 3953933 w 5867401"/>
                <a:gd name="connsiteY16" fmla="*/ 1710266 h 2023533"/>
                <a:gd name="connsiteX17" fmla="*/ 4207933 w 5867401"/>
                <a:gd name="connsiteY17" fmla="*/ 1871133 h 2023533"/>
                <a:gd name="connsiteX18" fmla="*/ 4334933 w 5867401"/>
                <a:gd name="connsiteY18" fmla="*/ 1930400 h 2023533"/>
                <a:gd name="connsiteX19" fmla="*/ 4461933 w 5867401"/>
                <a:gd name="connsiteY19" fmla="*/ 1981200 h 2023533"/>
                <a:gd name="connsiteX20" fmla="*/ 4715933 w 5867401"/>
                <a:gd name="connsiteY20" fmla="*/ 2023533 h 2023533"/>
                <a:gd name="connsiteX21" fmla="*/ 5096933 w 5867401"/>
                <a:gd name="connsiteY21" fmla="*/ 1981200 h 2023533"/>
                <a:gd name="connsiteX22" fmla="*/ 5486400 w 5867401"/>
                <a:gd name="connsiteY22" fmla="*/ 1794933 h 2023533"/>
                <a:gd name="connsiteX23" fmla="*/ 5613400 w 5867401"/>
                <a:gd name="connsiteY23" fmla="*/ 1710266 h 2023533"/>
                <a:gd name="connsiteX24" fmla="*/ 5867400 w 5867401"/>
                <a:gd name="connsiteY24" fmla="*/ 1498600 h 2023533"/>
                <a:gd name="connsiteX0" fmla="*/ 0 w 5613401"/>
                <a:gd name="connsiteY0" fmla="*/ 1016000 h 2023533"/>
                <a:gd name="connsiteX1" fmla="*/ 381000 w 5613401"/>
                <a:gd name="connsiteY1" fmla="*/ 635000 h 2023533"/>
                <a:gd name="connsiteX2" fmla="*/ 635000 w 5613401"/>
                <a:gd name="connsiteY2" fmla="*/ 414866 h 2023533"/>
                <a:gd name="connsiteX3" fmla="*/ 1016000 w 5613401"/>
                <a:gd name="connsiteY3" fmla="*/ 152400 h 2023533"/>
                <a:gd name="connsiteX4" fmla="*/ 1143000 w 5613401"/>
                <a:gd name="connsiteY4" fmla="*/ 93133 h 2023533"/>
                <a:gd name="connsiteX5" fmla="*/ 1270000 w 5613401"/>
                <a:gd name="connsiteY5" fmla="*/ 42333 h 2023533"/>
                <a:gd name="connsiteX6" fmla="*/ 1524000 w 5613401"/>
                <a:gd name="connsiteY6" fmla="*/ 0 h 2023533"/>
                <a:gd name="connsiteX7" fmla="*/ 1913467 w 5613401"/>
                <a:gd name="connsiteY7" fmla="*/ 42333 h 2023533"/>
                <a:gd name="connsiteX8" fmla="*/ 2040467 w 5613401"/>
                <a:gd name="connsiteY8" fmla="*/ 93133 h 2023533"/>
                <a:gd name="connsiteX9" fmla="*/ 2294467 w 5613401"/>
                <a:gd name="connsiteY9" fmla="*/ 228600 h 2023533"/>
                <a:gd name="connsiteX10" fmla="*/ 2421467 w 5613401"/>
                <a:gd name="connsiteY10" fmla="*/ 313266 h 2023533"/>
                <a:gd name="connsiteX11" fmla="*/ 2675467 w 5613401"/>
                <a:gd name="connsiteY11" fmla="*/ 524933 h 2023533"/>
                <a:gd name="connsiteX12" fmla="*/ 3056467 w 5613401"/>
                <a:gd name="connsiteY12" fmla="*/ 880533 h 2023533"/>
                <a:gd name="connsiteX13" fmla="*/ 3310467 w 5613401"/>
                <a:gd name="connsiteY13" fmla="*/ 1143000 h 2023533"/>
                <a:gd name="connsiteX14" fmla="*/ 3437467 w 5613401"/>
                <a:gd name="connsiteY14" fmla="*/ 1261533 h 2023533"/>
                <a:gd name="connsiteX15" fmla="*/ 3699933 w 5613401"/>
                <a:gd name="connsiteY15" fmla="*/ 1498600 h 2023533"/>
                <a:gd name="connsiteX16" fmla="*/ 3953933 w 5613401"/>
                <a:gd name="connsiteY16" fmla="*/ 1710266 h 2023533"/>
                <a:gd name="connsiteX17" fmla="*/ 4207933 w 5613401"/>
                <a:gd name="connsiteY17" fmla="*/ 1871133 h 2023533"/>
                <a:gd name="connsiteX18" fmla="*/ 4334933 w 5613401"/>
                <a:gd name="connsiteY18" fmla="*/ 1930400 h 2023533"/>
                <a:gd name="connsiteX19" fmla="*/ 4461933 w 5613401"/>
                <a:gd name="connsiteY19" fmla="*/ 1981200 h 2023533"/>
                <a:gd name="connsiteX20" fmla="*/ 4715933 w 5613401"/>
                <a:gd name="connsiteY20" fmla="*/ 2023533 h 2023533"/>
                <a:gd name="connsiteX21" fmla="*/ 5096933 w 5613401"/>
                <a:gd name="connsiteY21" fmla="*/ 1981200 h 2023533"/>
                <a:gd name="connsiteX22" fmla="*/ 5486400 w 5613401"/>
                <a:gd name="connsiteY22" fmla="*/ 1794933 h 2023533"/>
                <a:gd name="connsiteX23" fmla="*/ 5613400 w 5613401"/>
                <a:gd name="connsiteY23" fmla="*/ 1710266 h 2023533"/>
                <a:gd name="connsiteX0" fmla="*/ 0 w 5486401"/>
                <a:gd name="connsiteY0" fmla="*/ 1016000 h 2023533"/>
                <a:gd name="connsiteX1" fmla="*/ 381000 w 5486401"/>
                <a:gd name="connsiteY1" fmla="*/ 635000 h 2023533"/>
                <a:gd name="connsiteX2" fmla="*/ 635000 w 5486401"/>
                <a:gd name="connsiteY2" fmla="*/ 414866 h 2023533"/>
                <a:gd name="connsiteX3" fmla="*/ 1016000 w 5486401"/>
                <a:gd name="connsiteY3" fmla="*/ 152400 h 2023533"/>
                <a:gd name="connsiteX4" fmla="*/ 1143000 w 5486401"/>
                <a:gd name="connsiteY4" fmla="*/ 93133 h 2023533"/>
                <a:gd name="connsiteX5" fmla="*/ 1270000 w 5486401"/>
                <a:gd name="connsiteY5" fmla="*/ 42333 h 2023533"/>
                <a:gd name="connsiteX6" fmla="*/ 1524000 w 5486401"/>
                <a:gd name="connsiteY6" fmla="*/ 0 h 2023533"/>
                <a:gd name="connsiteX7" fmla="*/ 1913467 w 5486401"/>
                <a:gd name="connsiteY7" fmla="*/ 42333 h 2023533"/>
                <a:gd name="connsiteX8" fmla="*/ 2040467 w 5486401"/>
                <a:gd name="connsiteY8" fmla="*/ 93133 h 2023533"/>
                <a:gd name="connsiteX9" fmla="*/ 2294467 w 5486401"/>
                <a:gd name="connsiteY9" fmla="*/ 228600 h 2023533"/>
                <a:gd name="connsiteX10" fmla="*/ 2421467 w 5486401"/>
                <a:gd name="connsiteY10" fmla="*/ 313266 h 2023533"/>
                <a:gd name="connsiteX11" fmla="*/ 2675467 w 5486401"/>
                <a:gd name="connsiteY11" fmla="*/ 524933 h 2023533"/>
                <a:gd name="connsiteX12" fmla="*/ 3056467 w 5486401"/>
                <a:gd name="connsiteY12" fmla="*/ 880533 h 2023533"/>
                <a:gd name="connsiteX13" fmla="*/ 3310467 w 5486401"/>
                <a:gd name="connsiteY13" fmla="*/ 1143000 h 2023533"/>
                <a:gd name="connsiteX14" fmla="*/ 3437467 w 5486401"/>
                <a:gd name="connsiteY14" fmla="*/ 1261533 h 2023533"/>
                <a:gd name="connsiteX15" fmla="*/ 3699933 w 5486401"/>
                <a:gd name="connsiteY15" fmla="*/ 1498600 h 2023533"/>
                <a:gd name="connsiteX16" fmla="*/ 3953933 w 5486401"/>
                <a:gd name="connsiteY16" fmla="*/ 1710266 h 2023533"/>
                <a:gd name="connsiteX17" fmla="*/ 4207933 w 5486401"/>
                <a:gd name="connsiteY17" fmla="*/ 1871133 h 2023533"/>
                <a:gd name="connsiteX18" fmla="*/ 4334933 w 5486401"/>
                <a:gd name="connsiteY18" fmla="*/ 1930400 h 2023533"/>
                <a:gd name="connsiteX19" fmla="*/ 4461933 w 5486401"/>
                <a:gd name="connsiteY19" fmla="*/ 1981200 h 2023533"/>
                <a:gd name="connsiteX20" fmla="*/ 4715933 w 5486401"/>
                <a:gd name="connsiteY20" fmla="*/ 2023533 h 2023533"/>
                <a:gd name="connsiteX21" fmla="*/ 5096933 w 5486401"/>
                <a:gd name="connsiteY21" fmla="*/ 1981200 h 2023533"/>
                <a:gd name="connsiteX22" fmla="*/ 5486400 w 5486401"/>
                <a:gd name="connsiteY22" fmla="*/ 1794933 h 2023533"/>
                <a:gd name="connsiteX0" fmla="*/ 0 w 5096934"/>
                <a:gd name="connsiteY0" fmla="*/ 1016000 h 2023533"/>
                <a:gd name="connsiteX1" fmla="*/ 381000 w 5096934"/>
                <a:gd name="connsiteY1" fmla="*/ 635000 h 2023533"/>
                <a:gd name="connsiteX2" fmla="*/ 635000 w 5096934"/>
                <a:gd name="connsiteY2" fmla="*/ 414866 h 2023533"/>
                <a:gd name="connsiteX3" fmla="*/ 1016000 w 5096934"/>
                <a:gd name="connsiteY3" fmla="*/ 152400 h 2023533"/>
                <a:gd name="connsiteX4" fmla="*/ 1143000 w 5096934"/>
                <a:gd name="connsiteY4" fmla="*/ 93133 h 2023533"/>
                <a:gd name="connsiteX5" fmla="*/ 1270000 w 5096934"/>
                <a:gd name="connsiteY5" fmla="*/ 42333 h 2023533"/>
                <a:gd name="connsiteX6" fmla="*/ 1524000 w 5096934"/>
                <a:gd name="connsiteY6" fmla="*/ 0 h 2023533"/>
                <a:gd name="connsiteX7" fmla="*/ 1913467 w 5096934"/>
                <a:gd name="connsiteY7" fmla="*/ 42333 h 2023533"/>
                <a:gd name="connsiteX8" fmla="*/ 2040467 w 5096934"/>
                <a:gd name="connsiteY8" fmla="*/ 93133 h 2023533"/>
                <a:gd name="connsiteX9" fmla="*/ 2294467 w 5096934"/>
                <a:gd name="connsiteY9" fmla="*/ 228600 h 2023533"/>
                <a:gd name="connsiteX10" fmla="*/ 2421467 w 5096934"/>
                <a:gd name="connsiteY10" fmla="*/ 313266 h 2023533"/>
                <a:gd name="connsiteX11" fmla="*/ 2675467 w 5096934"/>
                <a:gd name="connsiteY11" fmla="*/ 524933 h 2023533"/>
                <a:gd name="connsiteX12" fmla="*/ 3056467 w 5096934"/>
                <a:gd name="connsiteY12" fmla="*/ 880533 h 2023533"/>
                <a:gd name="connsiteX13" fmla="*/ 3310467 w 5096934"/>
                <a:gd name="connsiteY13" fmla="*/ 1143000 h 2023533"/>
                <a:gd name="connsiteX14" fmla="*/ 3437467 w 5096934"/>
                <a:gd name="connsiteY14" fmla="*/ 1261533 h 2023533"/>
                <a:gd name="connsiteX15" fmla="*/ 3699933 w 5096934"/>
                <a:gd name="connsiteY15" fmla="*/ 1498600 h 2023533"/>
                <a:gd name="connsiteX16" fmla="*/ 3953933 w 5096934"/>
                <a:gd name="connsiteY16" fmla="*/ 1710266 h 2023533"/>
                <a:gd name="connsiteX17" fmla="*/ 4207933 w 5096934"/>
                <a:gd name="connsiteY17" fmla="*/ 1871133 h 2023533"/>
                <a:gd name="connsiteX18" fmla="*/ 4334933 w 5096934"/>
                <a:gd name="connsiteY18" fmla="*/ 1930400 h 2023533"/>
                <a:gd name="connsiteX19" fmla="*/ 4461933 w 5096934"/>
                <a:gd name="connsiteY19" fmla="*/ 1981200 h 2023533"/>
                <a:gd name="connsiteX20" fmla="*/ 4715933 w 5096934"/>
                <a:gd name="connsiteY20" fmla="*/ 2023533 h 2023533"/>
                <a:gd name="connsiteX21" fmla="*/ 5096933 w 5096934"/>
                <a:gd name="connsiteY21" fmla="*/ 1981200 h 2023533"/>
                <a:gd name="connsiteX0" fmla="*/ 0 w 4715935"/>
                <a:gd name="connsiteY0" fmla="*/ 1016000 h 2023533"/>
                <a:gd name="connsiteX1" fmla="*/ 381000 w 4715935"/>
                <a:gd name="connsiteY1" fmla="*/ 635000 h 2023533"/>
                <a:gd name="connsiteX2" fmla="*/ 635000 w 4715935"/>
                <a:gd name="connsiteY2" fmla="*/ 414866 h 2023533"/>
                <a:gd name="connsiteX3" fmla="*/ 1016000 w 4715935"/>
                <a:gd name="connsiteY3" fmla="*/ 152400 h 2023533"/>
                <a:gd name="connsiteX4" fmla="*/ 1143000 w 4715935"/>
                <a:gd name="connsiteY4" fmla="*/ 93133 h 2023533"/>
                <a:gd name="connsiteX5" fmla="*/ 1270000 w 4715935"/>
                <a:gd name="connsiteY5" fmla="*/ 42333 h 2023533"/>
                <a:gd name="connsiteX6" fmla="*/ 1524000 w 4715935"/>
                <a:gd name="connsiteY6" fmla="*/ 0 h 2023533"/>
                <a:gd name="connsiteX7" fmla="*/ 1913467 w 4715935"/>
                <a:gd name="connsiteY7" fmla="*/ 42333 h 2023533"/>
                <a:gd name="connsiteX8" fmla="*/ 2040467 w 4715935"/>
                <a:gd name="connsiteY8" fmla="*/ 93133 h 2023533"/>
                <a:gd name="connsiteX9" fmla="*/ 2294467 w 4715935"/>
                <a:gd name="connsiteY9" fmla="*/ 228600 h 2023533"/>
                <a:gd name="connsiteX10" fmla="*/ 2421467 w 4715935"/>
                <a:gd name="connsiteY10" fmla="*/ 313266 h 2023533"/>
                <a:gd name="connsiteX11" fmla="*/ 2675467 w 4715935"/>
                <a:gd name="connsiteY11" fmla="*/ 524933 h 2023533"/>
                <a:gd name="connsiteX12" fmla="*/ 3056467 w 4715935"/>
                <a:gd name="connsiteY12" fmla="*/ 880533 h 2023533"/>
                <a:gd name="connsiteX13" fmla="*/ 3310467 w 4715935"/>
                <a:gd name="connsiteY13" fmla="*/ 1143000 h 2023533"/>
                <a:gd name="connsiteX14" fmla="*/ 3437467 w 4715935"/>
                <a:gd name="connsiteY14" fmla="*/ 1261533 h 2023533"/>
                <a:gd name="connsiteX15" fmla="*/ 3699933 w 4715935"/>
                <a:gd name="connsiteY15" fmla="*/ 1498600 h 2023533"/>
                <a:gd name="connsiteX16" fmla="*/ 3953933 w 4715935"/>
                <a:gd name="connsiteY16" fmla="*/ 1710266 h 2023533"/>
                <a:gd name="connsiteX17" fmla="*/ 4207933 w 4715935"/>
                <a:gd name="connsiteY17" fmla="*/ 1871133 h 2023533"/>
                <a:gd name="connsiteX18" fmla="*/ 4334933 w 4715935"/>
                <a:gd name="connsiteY18" fmla="*/ 1930400 h 2023533"/>
                <a:gd name="connsiteX19" fmla="*/ 4461933 w 4715935"/>
                <a:gd name="connsiteY19" fmla="*/ 1981200 h 2023533"/>
                <a:gd name="connsiteX20" fmla="*/ 4715933 w 4715935"/>
                <a:gd name="connsiteY20" fmla="*/ 2023533 h 2023533"/>
                <a:gd name="connsiteX0" fmla="*/ 0 w 4461931"/>
                <a:gd name="connsiteY0" fmla="*/ 1016000 h 1981200"/>
                <a:gd name="connsiteX1" fmla="*/ 381000 w 4461931"/>
                <a:gd name="connsiteY1" fmla="*/ 635000 h 1981200"/>
                <a:gd name="connsiteX2" fmla="*/ 635000 w 4461931"/>
                <a:gd name="connsiteY2" fmla="*/ 414866 h 1981200"/>
                <a:gd name="connsiteX3" fmla="*/ 1016000 w 4461931"/>
                <a:gd name="connsiteY3" fmla="*/ 152400 h 1981200"/>
                <a:gd name="connsiteX4" fmla="*/ 1143000 w 4461931"/>
                <a:gd name="connsiteY4" fmla="*/ 93133 h 1981200"/>
                <a:gd name="connsiteX5" fmla="*/ 1270000 w 4461931"/>
                <a:gd name="connsiteY5" fmla="*/ 42333 h 1981200"/>
                <a:gd name="connsiteX6" fmla="*/ 1524000 w 4461931"/>
                <a:gd name="connsiteY6" fmla="*/ 0 h 1981200"/>
                <a:gd name="connsiteX7" fmla="*/ 1913467 w 4461931"/>
                <a:gd name="connsiteY7" fmla="*/ 42333 h 1981200"/>
                <a:gd name="connsiteX8" fmla="*/ 2040467 w 4461931"/>
                <a:gd name="connsiteY8" fmla="*/ 93133 h 1981200"/>
                <a:gd name="connsiteX9" fmla="*/ 2294467 w 4461931"/>
                <a:gd name="connsiteY9" fmla="*/ 228600 h 1981200"/>
                <a:gd name="connsiteX10" fmla="*/ 2421467 w 4461931"/>
                <a:gd name="connsiteY10" fmla="*/ 313266 h 1981200"/>
                <a:gd name="connsiteX11" fmla="*/ 2675467 w 4461931"/>
                <a:gd name="connsiteY11" fmla="*/ 524933 h 1981200"/>
                <a:gd name="connsiteX12" fmla="*/ 3056467 w 4461931"/>
                <a:gd name="connsiteY12" fmla="*/ 880533 h 1981200"/>
                <a:gd name="connsiteX13" fmla="*/ 3310467 w 4461931"/>
                <a:gd name="connsiteY13" fmla="*/ 1143000 h 1981200"/>
                <a:gd name="connsiteX14" fmla="*/ 3437467 w 4461931"/>
                <a:gd name="connsiteY14" fmla="*/ 1261533 h 1981200"/>
                <a:gd name="connsiteX15" fmla="*/ 3699933 w 4461931"/>
                <a:gd name="connsiteY15" fmla="*/ 1498600 h 1981200"/>
                <a:gd name="connsiteX16" fmla="*/ 3953933 w 4461931"/>
                <a:gd name="connsiteY16" fmla="*/ 1710266 h 1981200"/>
                <a:gd name="connsiteX17" fmla="*/ 4207933 w 4461931"/>
                <a:gd name="connsiteY17" fmla="*/ 1871133 h 1981200"/>
                <a:gd name="connsiteX18" fmla="*/ 4334933 w 4461931"/>
                <a:gd name="connsiteY18" fmla="*/ 1930400 h 1981200"/>
                <a:gd name="connsiteX19" fmla="*/ 4461933 w 4461931"/>
                <a:gd name="connsiteY19" fmla="*/ 1981200 h 1981200"/>
                <a:gd name="connsiteX0" fmla="*/ 0 w 4334931"/>
                <a:gd name="connsiteY0" fmla="*/ 1016000 h 1930400"/>
                <a:gd name="connsiteX1" fmla="*/ 381000 w 4334931"/>
                <a:gd name="connsiteY1" fmla="*/ 635000 h 1930400"/>
                <a:gd name="connsiteX2" fmla="*/ 635000 w 4334931"/>
                <a:gd name="connsiteY2" fmla="*/ 414866 h 1930400"/>
                <a:gd name="connsiteX3" fmla="*/ 1016000 w 4334931"/>
                <a:gd name="connsiteY3" fmla="*/ 152400 h 1930400"/>
                <a:gd name="connsiteX4" fmla="*/ 1143000 w 4334931"/>
                <a:gd name="connsiteY4" fmla="*/ 93133 h 1930400"/>
                <a:gd name="connsiteX5" fmla="*/ 1270000 w 4334931"/>
                <a:gd name="connsiteY5" fmla="*/ 42333 h 1930400"/>
                <a:gd name="connsiteX6" fmla="*/ 1524000 w 4334931"/>
                <a:gd name="connsiteY6" fmla="*/ 0 h 1930400"/>
                <a:gd name="connsiteX7" fmla="*/ 1913467 w 4334931"/>
                <a:gd name="connsiteY7" fmla="*/ 42333 h 1930400"/>
                <a:gd name="connsiteX8" fmla="*/ 2040467 w 4334931"/>
                <a:gd name="connsiteY8" fmla="*/ 93133 h 1930400"/>
                <a:gd name="connsiteX9" fmla="*/ 2294467 w 4334931"/>
                <a:gd name="connsiteY9" fmla="*/ 228600 h 1930400"/>
                <a:gd name="connsiteX10" fmla="*/ 2421467 w 4334931"/>
                <a:gd name="connsiteY10" fmla="*/ 313266 h 1930400"/>
                <a:gd name="connsiteX11" fmla="*/ 2675467 w 4334931"/>
                <a:gd name="connsiteY11" fmla="*/ 524933 h 1930400"/>
                <a:gd name="connsiteX12" fmla="*/ 3056467 w 4334931"/>
                <a:gd name="connsiteY12" fmla="*/ 880533 h 1930400"/>
                <a:gd name="connsiteX13" fmla="*/ 3310467 w 4334931"/>
                <a:gd name="connsiteY13" fmla="*/ 1143000 h 1930400"/>
                <a:gd name="connsiteX14" fmla="*/ 3437467 w 4334931"/>
                <a:gd name="connsiteY14" fmla="*/ 1261533 h 1930400"/>
                <a:gd name="connsiteX15" fmla="*/ 3699933 w 4334931"/>
                <a:gd name="connsiteY15" fmla="*/ 1498600 h 1930400"/>
                <a:gd name="connsiteX16" fmla="*/ 3953933 w 4334931"/>
                <a:gd name="connsiteY16" fmla="*/ 1710266 h 1930400"/>
                <a:gd name="connsiteX17" fmla="*/ 4207933 w 4334931"/>
                <a:gd name="connsiteY17" fmla="*/ 1871133 h 1930400"/>
                <a:gd name="connsiteX18" fmla="*/ 4334933 w 4334931"/>
                <a:gd name="connsiteY18" fmla="*/ 1930400 h 1930400"/>
                <a:gd name="connsiteX0" fmla="*/ 0 w 4207931"/>
                <a:gd name="connsiteY0" fmla="*/ 1016000 h 1871134"/>
                <a:gd name="connsiteX1" fmla="*/ 381000 w 4207931"/>
                <a:gd name="connsiteY1" fmla="*/ 635000 h 1871134"/>
                <a:gd name="connsiteX2" fmla="*/ 635000 w 4207931"/>
                <a:gd name="connsiteY2" fmla="*/ 414866 h 1871134"/>
                <a:gd name="connsiteX3" fmla="*/ 1016000 w 4207931"/>
                <a:gd name="connsiteY3" fmla="*/ 152400 h 1871134"/>
                <a:gd name="connsiteX4" fmla="*/ 1143000 w 4207931"/>
                <a:gd name="connsiteY4" fmla="*/ 93133 h 1871134"/>
                <a:gd name="connsiteX5" fmla="*/ 1270000 w 4207931"/>
                <a:gd name="connsiteY5" fmla="*/ 42333 h 1871134"/>
                <a:gd name="connsiteX6" fmla="*/ 1524000 w 4207931"/>
                <a:gd name="connsiteY6" fmla="*/ 0 h 1871134"/>
                <a:gd name="connsiteX7" fmla="*/ 1913467 w 4207931"/>
                <a:gd name="connsiteY7" fmla="*/ 42333 h 1871134"/>
                <a:gd name="connsiteX8" fmla="*/ 2040467 w 4207931"/>
                <a:gd name="connsiteY8" fmla="*/ 93133 h 1871134"/>
                <a:gd name="connsiteX9" fmla="*/ 2294467 w 4207931"/>
                <a:gd name="connsiteY9" fmla="*/ 228600 h 1871134"/>
                <a:gd name="connsiteX10" fmla="*/ 2421467 w 4207931"/>
                <a:gd name="connsiteY10" fmla="*/ 313266 h 1871134"/>
                <a:gd name="connsiteX11" fmla="*/ 2675467 w 4207931"/>
                <a:gd name="connsiteY11" fmla="*/ 524933 h 1871134"/>
                <a:gd name="connsiteX12" fmla="*/ 3056467 w 4207931"/>
                <a:gd name="connsiteY12" fmla="*/ 880533 h 1871134"/>
                <a:gd name="connsiteX13" fmla="*/ 3310467 w 4207931"/>
                <a:gd name="connsiteY13" fmla="*/ 1143000 h 1871134"/>
                <a:gd name="connsiteX14" fmla="*/ 3437467 w 4207931"/>
                <a:gd name="connsiteY14" fmla="*/ 1261533 h 1871134"/>
                <a:gd name="connsiteX15" fmla="*/ 3699933 w 4207931"/>
                <a:gd name="connsiteY15" fmla="*/ 1498600 h 1871134"/>
                <a:gd name="connsiteX16" fmla="*/ 3953933 w 4207931"/>
                <a:gd name="connsiteY16" fmla="*/ 1710266 h 1871134"/>
                <a:gd name="connsiteX17" fmla="*/ 4207933 w 4207931"/>
                <a:gd name="connsiteY17" fmla="*/ 1871133 h 1871134"/>
                <a:gd name="connsiteX0" fmla="*/ 0 w 3953932"/>
                <a:gd name="connsiteY0" fmla="*/ 1016000 h 1710267"/>
                <a:gd name="connsiteX1" fmla="*/ 381000 w 3953932"/>
                <a:gd name="connsiteY1" fmla="*/ 635000 h 1710267"/>
                <a:gd name="connsiteX2" fmla="*/ 635000 w 3953932"/>
                <a:gd name="connsiteY2" fmla="*/ 414866 h 1710267"/>
                <a:gd name="connsiteX3" fmla="*/ 1016000 w 3953932"/>
                <a:gd name="connsiteY3" fmla="*/ 152400 h 1710267"/>
                <a:gd name="connsiteX4" fmla="*/ 1143000 w 3953932"/>
                <a:gd name="connsiteY4" fmla="*/ 93133 h 1710267"/>
                <a:gd name="connsiteX5" fmla="*/ 1270000 w 3953932"/>
                <a:gd name="connsiteY5" fmla="*/ 42333 h 1710267"/>
                <a:gd name="connsiteX6" fmla="*/ 1524000 w 3953932"/>
                <a:gd name="connsiteY6" fmla="*/ 0 h 1710267"/>
                <a:gd name="connsiteX7" fmla="*/ 1913467 w 3953932"/>
                <a:gd name="connsiteY7" fmla="*/ 42333 h 1710267"/>
                <a:gd name="connsiteX8" fmla="*/ 2040467 w 3953932"/>
                <a:gd name="connsiteY8" fmla="*/ 93133 h 1710267"/>
                <a:gd name="connsiteX9" fmla="*/ 2294467 w 3953932"/>
                <a:gd name="connsiteY9" fmla="*/ 228600 h 1710267"/>
                <a:gd name="connsiteX10" fmla="*/ 2421467 w 3953932"/>
                <a:gd name="connsiteY10" fmla="*/ 313266 h 1710267"/>
                <a:gd name="connsiteX11" fmla="*/ 2675467 w 3953932"/>
                <a:gd name="connsiteY11" fmla="*/ 524933 h 1710267"/>
                <a:gd name="connsiteX12" fmla="*/ 3056467 w 3953932"/>
                <a:gd name="connsiteY12" fmla="*/ 880533 h 1710267"/>
                <a:gd name="connsiteX13" fmla="*/ 3310467 w 3953932"/>
                <a:gd name="connsiteY13" fmla="*/ 1143000 h 1710267"/>
                <a:gd name="connsiteX14" fmla="*/ 3437467 w 3953932"/>
                <a:gd name="connsiteY14" fmla="*/ 1261533 h 1710267"/>
                <a:gd name="connsiteX15" fmla="*/ 3699933 w 3953932"/>
                <a:gd name="connsiteY15" fmla="*/ 1498600 h 1710267"/>
                <a:gd name="connsiteX16" fmla="*/ 3953933 w 3953932"/>
                <a:gd name="connsiteY16" fmla="*/ 1710266 h 1710267"/>
                <a:gd name="connsiteX0" fmla="*/ 0 w 3699933"/>
                <a:gd name="connsiteY0" fmla="*/ 1016000 h 1498600"/>
                <a:gd name="connsiteX1" fmla="*/ 381000 w 3699933"/>
                <a:gd name="connsiteY1" fmla="*/ 635000 h 1498600"/>
                <a:gd name="connsiteX2" fmla="*/ 635000 w 3699933"/>
                <a:gd name="connsiteY2" fmla="*/ 414866 h 1498600"/>
                <a:gd name="connsiteX3" fmla="*/ 1016000 w 3699933"/>
                <a:gd name="connsiteY3" fmla="*/ 152400 h 1498600"/>
                <a:gd name="connsiteX4" fmla="*/ 1143000 w 3699933"/>
                <a:gd name="connsiteY4" fmla="*/ 93133 h 1498600"/>
                <a:gd name="connsiteX5" fmla="*/ 1270000 w 3699933"/>
                <a:gd name="connsiteY5" fmla="*/ 42333 h 1498600"/>
                <a:gd name="connsiteX6" fmla="*/ 1524000 w 3699933"/>
                <a:gd name="connsiteY6" fmla="*/ 0 h 1498600"/>
                <a:gd name="connsiteX7" fmla="*/ 1913467 w 3699933"/>
                <a:gd name="connsiteY7" fmla="*/ 42333 h 1498600"/>
                <a:gd name="connsiteX8" fmla="*/ 2040467 w 3699933"/>
                <a:gd name="connsiteY8" fmla="*/ 93133 h 1498600"/>
                <a:gd name="connsiteX9" fmla="*/ 2294467 w 3699933"/>
                <a:gd name="connsiteY9" fmla="*/ 228600 h 1498600"/>
                <a:gd name="connsiteX10" fmla="*/ 2421467 w 3699933"/>
                <a:gd name="connsiteY10" fmla="*/ 313266 h 1498600"/>
                <a:gd name="connsiteX11" fmla="*/ 2675467 w 3699933"/>
                <a:gd name="connsiteY11" fmla="*/ 524933 h 1498600"/>
                <a:gd name="connsiteX12" fmla="*/ 3056467 w 3699933"/>
                <a:gd name="connsiteY12" fmla="*/ 880533 h 1498600"/>
                <a:gd name="connsiteX13" fmla="*/ 3310467 w 3699933"/>
                <a:gd name="connsiteY13" fmla="*/ 1143000 h 1498600"/>
                <a:gd name="connsiteX14" fmla="*/ 3437467 w 3699933"/>
                <a:gd name="connsiteY14" fmla="*/ 1261533 h 1498600"/>
                <a:gd name="connsiteX15" fmla="*/ 3699933 w 3699933"/>
                <a:gd name="connsiteY15" fmla="*/ 1498600 h 1498600"/>
                <a:gd name="connsiteX0" fmla="*/ 0 w 3437466"/>
                <a:gd name="connsiteY0" fmla="*/ 1016000 h 1261533"/>
                <a:gd name="connsiteX1" fmla="*/ 381000 w 3437466"/>
                <a:gd name="connsiteY1" fmla="*/ 635000 h 1261533"/>
                <a:gd name="connsiteX2" fmla="*/ 635000 w 3437466"/>
                <a:gd name="connsiteY2" fmla="*/ 414866 h 1261533"/>
                <a:gd name="connsiteX3" fmla="*/ 1016000 w 3437466"/>
                <a:gd name="connsiteY3" fmla="*/ 152400 h 1261533"/>
                <a:gd name="connsiteX4" fmla="*/ 1143000 w 3437466"/>
                <a:gd name="connsiteY4" fmla="*/ 93133 h 1261533"/>
                <a:gd name="connsiteX5" fmla="*/ 1270000 w 3437466"/>
                <a:gd name="connsiteY5" fmla="*/ 42333 h 1261533"/>
                <a:gd name="connsiteX6" fmla="*/ 1524000 w 3437466"/>
                <a:gd name="connsiteY6" fmla="*/ 0 h 1261533"/>
                <a:gd name="connsiteX7" fmla="*/ 1913467 w 3437466"/>
                <a:gd name="connsiteY7" fmla="*/ 42333 h 1261533"/>
                <a:gd name="connsiteX8" fmla="*/ 2040467 w 3437466"/>
                <a:gd name="connsiteY8" fmla="*/ 93133 h 1261533"/>
                <a:gd name="connsiteX9" fmla="*/ 2294467 w 3437466"/>
                <a:gd name="connsiteY9" fmla="*/ 228600 h 1261533"/>
                <a:gd name="connsiteX10" fmla="*/ 2421467 w 3437466"/>
                <a:gd name="connsiteY10" fmla="*/ 313266 h 1261533"/>
                <a:gd name="connsiteX11" fmla="*/ 2675467 w 3437466"/>
                <a:gd name="connsiteY11" fmla="*/ 524933 h 1261533"/>
                <a:gd name="connsiteX12" fmla="*/ 3056467 w 3437466"/>
                <a:gd name="connsiteY12" fmla="*/ 880533 h 1261533"/>
                <a:gd name="connsiteX13" fmla="*/ 3310467 w 3437466"/>
                <a:gd name="connsiteY13" fmla="*/ 1143000 h 1261533"/>
                <a:gd name="connsiteX14" fmla="*/ 3437467 w 3437466"/>
                <a:gd name="connsiteY14" fmla="*/ 1261533 h 1261533"/>
                <a:gd name="connsiteX0" fmla="*/ 0 w 3310466"/>
                <a:gd name="connsiteY0" fmla="*/ 1016000 h 1143001"/>
                <a:gd name="connsiteX1" fmla="*/ 381000 w 3310466"/>
                <a:gd name="connsiteY1" fmla="*/ 635000 h 1143001"/>
                <a:gd name="connsiteX2" fmla="*/ 635000 w 3310466"/>
                <a:gd name="connsiteY2" fmla="*/ 414866 h 1143001"/>
                <a:gd name="connsiteX3" fmla="*/ 1016000 w 3310466"/>
                <a:gd name="connsiteY3" fmla="*/ 152400 h 1143001"/>
                <a:gd name="connsiteX4" fmla="*/ 1143000 w 3310466"/>
                <a:gd name="connsiteY4" fmla="*/ 93133 h 1143001"/>
                <a:gd name="connsiteX5" fmla="*/ 1270000 w 3310466"/>
                <a:gd name="connsiteY5" fmla="*/ 42333 h 1143001"/>
                <a:gd name="connsiteX6" fmla="*/ 1524000 w 3310466"/>
                <a:gd name="connsiteY6" fmla="*/ 0 h 1143001"/>
                <a:gd name="connsiteX7" fmla="*/ 1913467 w 3310466"/>
                <a:gd name="connsiteY7" fmla="*/ 42333 h 1143001"/>
                <a:gd name="connsiteX8" fmla="*/ 2040467 w 3310466"/>
                <a:gd name="connsiteY8" fmla="*/ 93133 h 1143001"/>
                <a:gd name="connsiteX9" fmla="*/ 2294467 w 3310466"/>
                <a:gd name="connsiteY9" fmla="*/ 228600 h 1143001"/>
                <a:gd name="connsiteX10" fmla="*/ 2421467 w 3310466"/>
                <a:gd name="connsiteY10" fmla="*/ 313266 h 1143001"/>
                <a:gd name="connsiteX11" fmla="*/ 2675467 w 3310466"/>
                <a:gd name="connsiteY11" fmla="*/ 524933 h 1143001"/>
                <a:gd name="connsiteX12" fmla="*/ 3056467 w 3310466"/>
                <a:gd name="connsiteY12" fmla="*/ 880533 h 1143001"/>
                <a:gd name="connsiteX13" fmla="*/ 3310467 w 3310466"/>
                <a:gd name="connsiteY13" fmla="*/ 1143000 h 1143001"/>
                <a:gd name="connsiteX0" fmla="*/ 0 w 3056466"/>
                <a:gd name="connsiteY0" fmla="*/ 1016000 h 1016000"/>
                <a:gd name="connsiteX1" fmla="*/ 381000 w 3056466"/>
                <a:gd name="connsiteY1" fmla="*/ 635000 h 1016000"/>
                <a:gd name="connsiteX2" fmla="*/ 635000 w 3056466"/>
                <a:gd name="connsiteY2" fmla="*/ 414866 h 1016000"/>
                <a:gd name="connsiteX3" fmla="*/ 1016000 w 3056466"/>
                <a:gd name="connsiteY3" fmla="*/ 152400 h 1016000"/>
                <a:gd name="connsiteX4" fmla="*/ 1143000 w 3056466"/>
                <a:gd name="connsiteY4" fmla="*/ 93133 h 1016000"/>
                <a:gd name="connsiteX5" fmla="*/ 1270000 w 3056466"/>
                <a:gd name="connsiteY5" fmla="*/ 42333 h 1016000"/>
                <a:gd name="connsiteX6" fmla="*/ 1524000 w 3056466"/>
                <a:gd name="connsiteY6" fmla="*/ 0 h 1016000"/>
                <a:gd name="connsiteX7" fmla="*/ 1913467 w 3056466"/>
                <a:gd name="connsiteY7" fmla="*/ 42333 h 1016000"/>
                <a:gd name="connsiteX8" fmla="*/ 2040467 w 3056466"/>
                <a:gd name="connsiteY8" fmla="*/ 93133 h 1016000"/>
                <a:gd name="connsiteX9" fmla="*/ 2294467 w 3056466"/>
                <a:gd name="connsiteY9" fmla="*/ 228600 h 1016000"/>
                <a:gd name="connsiteX10" fmla="*/ 2421467 w 3056466"/>
                <a:gd name="connsiteY10" fmla="*/ 313266 h 1016000"/>
                <a:gd name="connsiteX11" fmla="*/ 2675467 w 3056466"/>
                <a:gd name="connsiteY11" fmla="*/ 524933 h 1016000"/>
                <a:gd name="connsiteX12" fmla="*/ 3056467 w 3056466"/>
                <a:gd name="connsiteY12" fmla="*/ 880533 h 1016000"/>
                <a:gd name="connsiteX0" fmla="*/ 0 w 2675467"/>
                <a:gd name="connsiteY0" fmla="*/ 1016000 h 1016000"/>
                <a:gd name="connsiteX1" fmla="*/ 381000 w 2675467"/>
                <a:gd name="connsiteY1" fmla="*/ 635000 h 1016000"/>
                <a:gd name="connsiteX2" fmla="*/ 635000 w 2675467"/>
                <a:gd name="connsiteY2" fmla="*/ 414866 h 1016000"/>
                <a:gd name="connsiteX3" fmla="*/ 1016000 w 2675467"/>
                <a:gd name="connsiteY3" fmla="*/ 152400 h 1016000"/>
                <a:gd name="connsiteX4" fmla="*/ 1143000 w 2675467"/>
                <a:gd name="connsiteY4" fmla="*/ 93133 h 1016000"/>
                <a:gd name="connsiteX5" fmla="*/ 1270000 w 2675467"/>
                <a:gd name="connsiteY5" fmla="*/ 42333 h 1016000"/>
                <a:gd name="connsiteX6" fmla="*/ 1524000 w 2675467"/>
                <a:gd name="connsiteY6" fmla="*/ 0 h 1016000"/>
                <a:gd name="connsiteX7" fmla="*/ 1913467 w 2675467"/>
                <a:gd name="connsiteY7" fmla="*/ 42333 h 1016000"/>
                <a:gd name="connsiteX8" fmla="*/ 2040467 w 2675467"/>
                <a:gd name="connsiteY8" fmla="*/ 93133 h 1016000"/>
                <a:gd name="connsiteX9" fmla="*/ 2294467 w 2675467"/>
                <a:gd name="connsiteY9" fmla="*/ 228600 h 1016000"/>
                <a:gd name="connsiteX10" fmla="*/ 2421467 w 2675467"/>
                <a:gd name="connsiteY10" fmla="*/ 313266 h 1016000"/>
                <a:gd name="connsiteX11" fmla="*/ 2675467 w 2675467"/>
                <a:gd name="connsiteY11" fmla="*/ 524933 h 1016000"/>
                <a:gd name="connsiteX0" fmla="*/ 0 w 2421468"/>
                <a:gd name="connsiteY0" fmla="*/ 1016000 h 1016000"/>
                <a:gd name="connsiteX1" fmla="*/ 381000 w 2421468"/>
                <a:gd name="connsiteY1" fmla="*/ 635000 h 1016000"/>
                <a:gd name="connsiteX2" fmla="*/ 635000 w 2421468"/>
                <a:gd name="connsiteY2" fmla="*/ 414866 h 1016000"/>
                <a:gd name="connsiteX3" fmla="*/ 1016000 w 2421468"/>
                <a:gd name="connsiteY3" fmla="*/ 152400 h 1016000"/>
                <a:gd name="connsiteX4" fmla="*/ 1143000 w 2421468"/>
                <a:gd name="connsiteY4" fmla="*/ 93133 h 1016000"/>
                <a:gd name="connsiteX5" fmla="*/ 1270000 w 2421468"/>
                <a:gd name="connsiteY5" fmla="*/ 42333 h 1016000"/>
                <a:gd name="connsiteX6" fmla="*/ 1524000 w 2421468"/>
                <a:gd name="connsiteY6" fmla="*/ 0 h 1016000"/>
                <a:gd name="connsiteX7" fmla="*/ 1913467 w 2421468"/>
                <a:gd name="connsiteY7" fmla="*/ 42333 h 1016000"/>
                <a:gd name="connsiteX8" fmla="*/ 2040467 w 2421468"/>
                <a:gd name="connsiteY8" fmla="*/ 93133 h 1016000"/>
                <a:gd name="connsiteX9" fmla="*/ 2294467 w 2421468"/>
                <a:gd name="connsiteY9" fmla="*/ 228600 h 1016000"/>
                <a:gd name="connsiteX10" fmla="*/ 2421467 w 2421468"/>
                <a:gd name="connsiteY10" fmla="*/ 313266 h 1016000"/>
                <a:gd name="connsiteX0" fmla="*/ 0 w 2294468"/>
                <a:gd name="connsiteY0" fmla="*/ 1016000 h 1016000"/>
                <a:gd name="connsiteX1" fmla="*/ 381000 w 2294468"/>
                <a:gd name="connsiteY1" fmla="*/ 635000 h 1016000"/>
                <a:gd name="connsiteX2" fmla="*/ 635000 w 2294468"/>
                <a:gd name="connsiteY2" fmla="*/ 414866 h 1016000"/>
                <a:gd name="connsiteX3" fmla="*/ 1016000 w 2294468"/>
                <a:gd name="connsiteY3" fmla="*/ 152400 h 1016000"/>
                <a:gd name="connsiteX4" fmla="*/ 1143000 w 2294468"/>
                <a:gd name="connsiteY4" fmla="*/ 93133 h 1016000"/>
                <a:gd name="connsiteX5" fmla="*/ 1270000 w 2294468"/>
                <a:gd name="connsiteY5" fmla="*/ 42333 h 1016000"/>
                <a:gd name="connsiteX6" fmla="*/ 1524000 w 2294468"/>
                <a:gd name="connsiteY6" fmla="*/ 0 h 1016000"/>
                <a:gd name="connsiteX7" fmla="*/ 1913467 w 2294468"/>
                <a:gd name="connsiteY7" fmla="*/ 42333 h 1016000"/>
                <a:gd name="connsiteX8" fmla="*/ 2040467 w 2294468"/>
                <a:gd name="connsiteY8" fmla="*/ 93133 h 1016000"/>
                <a:gd name="connsiteX9" fmla="*/ 2294467 w 2294468"/>
                <a:gd name="connsiteY9" fmla="*/ 22860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468" h="1016000">
                  <a:moveTo>
                    <a:pt x="0" y="1016000"/>
                  </a:moveTo>
                  <a:cubicBezTo>
                    <a:pt x="129093" y="878301"/>
                    <a:pt x="231743" y="764357"/>
                    <a:pt x="381000" y="635000"/>
                  </a:cubicBezTo>
                  <a:cubicBezTo>
                    <a:pt x="465667" y="561622"/>
                    <a:pt x="549399" y="487152"/>
                    <a:pt x="635000" y="414866"/>
                  </a:cubicBezTo>
                  <a:cubicBezTo>
                    <a:pt x="744562" y="322347"/>
                    <a:pt x="893103" y="209752"/>
                    <a:pt x="1016000" y="152400"/>
                  </a:cubicBezTo>
                  <a:cubicBezTo>
                    <a:pt x="1058333" y="132644"/>
                    <a:pt x="1100135" y="111708"/>
                    <a:pt x="1143000" y="93133"/>
                  </a:cubicBezTo>
                  <a:cubicBezTo>
                    <a:pt x="1184835" y="75004"/>
                    <a:pt x="1226328" y="55434"/>
                    <a:pt x="1270000" y="42333"/>
                  </a:cubicBezTo>
                  <a:cubicBezTo>
                    <a:pt x="1337553" y="22067"/>
                    <a:pt x="1454444" y="9274"/>
                    <a:pt x="1524000" y="0"/>
                  </a:cubicBezTo>
                  <a:cubicBezTo>
                    <a:pt x="1645892" y="7864"/>
                    <a:pt x="1790937" y="5574"/>
                    <a:pt x="1913467" y="42333"/>
                  </a:cubicBezTo>
                  <a:cubicBezTo>
                    <a:pt x="1957139" y="55434"/>
                    <a:pt x="1998632" y="75004"/>
                    <a:pt x="2040467" y="93133"/>
                  </a:cubicBezTo>
                  <a:cubicBezTo>
                    <a:pt x="2157234" y="143732"/>
                    <a:pt x="2185500" y="159588"/>
                    <a:pt x="2294467" y="228600"/>
                  </a:cubicBezTo>
                </a:path>
              </a:pathLst>
            </a:custGeom>
            <a:noFill/>
            <a:ln w="38100" cap="rnd">
              <a:solidFill>
                <a:srgbClr val="FF0000"/>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sp>
        <p:nvSpPr>
          <p:cNvPr id="20" name="Freeform 49">
            <a:extLst>
              <a:ext uri="{FF2B5EF4-FFF2-40B4-BE49-F238E27FC236}">
                <a16:creationId xmlns:a16="http://schemas.microsoft.com/office/drawing/2014/main" id="{3A47A65C-FADB-EEE3-35BF-843CBD44EE8A}"/>
              </a:ext>
            </a:extLst>
          </p:cNvPr>
          <p:cNvSpPr>
            <a:spLocks noChangeAspect="1"/>
          </p:cNvSpPr>
          <p:nvPr/>
        </p:nvSpPr>
        <p:spPr bwMode="auto">
          <a:xfrm flipV="1">
            <a:off x="6341126" y="3003181"/>
            <a:ext cx="2146300" cy="1430338"/>
          </a:xfrm>
          <a:custGeom>
            <a:avLst/>
            <a:gdLst>
              <a:gd name="connsiteX0" fmla="*/ 0 w 8196943"/>
              <a:gd name="connsiteY0" fmla="*/ 1578429 h 3135086"/>
              <a:gd name="connsiteX1" fmla="*/ 76200 w 8196943"/>
              <a:gd name="connsiteY1" fmla="*/ 1262743 h 3135086"/>
              <a:gd name="connsiteX2" fmla="*/ 326572 w 8196943"/>
              <a:gd name="connsiteY2" fmla="*/ 457200 h 3135086"/>
              <a:gd name="connsiteX3" fmla="*/ 402772 w 8196943"/>
              <a:gd name="connsiteY3" fmla="*/ 272143 h 3135086"/>
              <a:gd name="connsiteX4" fmla="*/ 566057 w 8196943"/>
              <a:gd name="connsiteY4" fmla="*/ 43543 h 3135086"/>
              <a:gd name="connsiteX5" fmla="*/ 653143 w 8196943"/>
              <a:gd name="connsiteY5" fmla="*/ 10886 h 3135086"/>
              <a:gd name="connsiteX6" fmla="*/ 816429 w 8196943"/>
              <a:gd name="connsiteY6" fmla="*/ 54429 h 3135086"/>
              <a:gd name="connsiteX7" fmla="*/ 892629 w 8196943"/>
              <a:gd name="connsiteY7" fmla="*/ 119743 h 3135086"/>
              <a:gd name="connsiteX8" fmla="*/ 1055915 w 8196943"/>
              <a:gd name="connsiteY8" fmla="*/ 293914 h 3135086"/>
              <a:gd name="connsiteX9" fmla="*/ 1230086 w 8196943"/>
              <a:gd name="connsiteY9" fmla="*/ 424543 h 3135086"/>
              <a:gd name="connsiteX10" fmla="*/ 1306286 w 8196943"/>
              <a:gd name="connsiteY10" fmla="*/ 457200 h 3135086"/>
              <a:gd name="connsiteX11" fmla="*/ 1556657 w 8196943"/>
              <a:gd name="connsiteY11" fmla="*/ 391886 h 3135086"/>
              <a:gd name="connsiteX12" fmla="*/ 1632857 w 8196943"/>
              <a:gd name="connsiteY12" fmla="*/ 315686 h 3135086"/>
              <a:gd name="connsiteX13" fmla="*/ 1719943 w 8196943"/>
              <a:gd name="connsiteY13" fmla="*/ 239486 h 3135086"/>
              <a:gd name="connsiteX14" fmla="*/ 1883229 w 8196943"/>
              <a:gd name="connsiteY14" fmla="*/ 76200 h 3135086"/>
              <a:gd name="connsiteX15" fmla="*/ 1959429 w 8196943"/>
              <a:gd name="connsiteY15" fmla="*/ 21772 h 3135086"/>
              <a:gd name="connsiteX16" fmla="*/ 2046515 w 8196943"/>
              <a:gd name="connsiteY16" fmla="*/ 0 h 3135086"/>
              <a:gd name="connsiteX17" fmla="*/ 2122715 w 8196943"/>
              <a:gd name="connsiteY17" fmla="*/ 21772 h 3135086"/>
              <a:gd name="connsiteX18" fmla="*/ 2209800 w 8196943"/>
              <a:gd name="connsiteY18" fmla="*/ 97972 h 3135086"/>
              <a:gd name="connsiteX19" fmla="*/ 2460172 w 8196943"/>
              <a:gd name="connsiteY19" fmla="*/ 609600 h 3135086"/>
              <a:gd name="connsiteX20" fmla="*/ 2623457 w 8196943"/>
              <a:gd name="connsiteY20" fmla="*/ 1164772 h 3135086"/>
              <a:gd name="connsiteX21" fmla="*/ 2786743 w 8196943"/>
              <a:gd name="connsiteY21" fmla="*/ 1785257 h 3135086"/>
              <a:gd name="connsiteX22" fmla="*/ 2862943 w 8196943"/>
              <a:gd name="connsiteY22" fmla="*/ 2090057 h 3135086"/>
              <a:gd name="connsiteX23" fmla="*/ 3113315 w 8196943"/>
              <a:gd name="connsiteY23" fmla="*/ 2819400 h 3135086"/>
              <a:gd name="connsiteX24" fmla="*/ 3276600 w 8196943"/>
              <a:gd name="connsiteY24" fmla="*/ 3080657 h 3135086"/>
              <a:gd name="connsiteX25" fmla="*/ 3352800 w 8196943"/>
              <a:gd name="connsiteY25" fmla="*/ 3135086 h 3135086"/>
              <a:gd name="connsiteX26" fmla="*/ 3526972 w 8196943"/>
              <a:gd name="connsiteY26" fmla="*/ 3102429 h 3135086"/>
              <a:gd name="connsiteX27" fmla="*/ 3603172 w 8196943"/>
              <a:gd name="connsiteY27" fmla="*/ 3048000 h 3135086"/>
              <a:gd name="connsiteX28" fmla="*/ 3766457 w 8196943"/>
              <a:gd name="connsiteY28" fmla="*/ 2884714 h 3135086"/>
              <a:gd name="connsiteX29" fmla="*/ 4016829 w 8196943"/>
              <a:gd name="connsiteY29" fmla="*/ 2699657 h 3135086"/>
              <a:gd name="connsiteX30" fmla="*/ 4093029 w 8196943"/>
              <a:gd name="connsiteY30" fmla="*/ 2677886 h 3135086"/>
              <a:gd name="connsiteX31" fmla="*/ 4180115 w 8196943"/>
              <a:gd name="connsiteY31" fmla="*/ 2699657 h 3135086"/>
              <a:gd name="connsiteX32" fmla="*/ 4256315 w 8196943"/>
              <a:gd name="connsiteY32" fmla="*/ 2743200 h 3135086"/>
              <a:gd name="connsiteX33" fmla="*/ 4506686 w 8196943"/>
              <a:gd name="connsiteY33" fmla="*/ 2971800 h 3135086"/>
              <a:gd name="connsiteX34" fmla="*/ 4669972 w 8196943"/>
              <a:gd name="connsiteY34" fmla="*/ 3102429 h 3135086"/>
              <a:gd name="connsiteX35" fmla="*/ 4757057 w 8196943"/>
              <a:gd name="connsiteY35" fmla="*/ 3135086 h 3135086"/>
              <a:gd name="connsiteX36" fmla="*/ 4920343 w 8196943"/>
              <a:gd name="connsiteY36" fmla="*/ 3080657 h 3135086"/>
              <a:gd name="connsiteX37" fmla="*/ 4996543 w 8196943"/>
              <a:gd name="connsiteY37" fmla="*/ 2971800 h 3135086"/>
              <a:gd name="connsiteX38" fmla="*/ 5246915 w 8196943"/>
              <a:gd name="connsiteY38" fmla="*/ 2362200 h 3135086"/>
              <a:gd name="connsiteX39" fmla="*/ 5410200 w 8196943"/>
              <a:gd name="connsiteY39" fmla="*/ 1785257 h 3135086"/>
              <a:gd name="connsiteX40" fmla="*/ 5573486 w 8196943"/>
              <a:gd name="connsiteY40" fmla="*/ 1164772 h 3135086"/>
              <a:gd name="connsiteX41" fmla="*/ 5649686 w 8196943"/>
              <a:gd name="connsiteY41" fmla="*/ 870857 h 3135086"/>
              <a:gd name="connsiteX42" fmla="*/ 5736772 w 8196943"/>
              <a:gd name="connsiteY42" fmla="*/ 609600 h 3135086"/>
              <a:gd name="connsiteX43" fmla="*/ 5987143 w 8196943"/>
              <a:gd name="connsiteY43" fmla="*/ 97972 h 3135086"/>
              <a:gd name="connsiteX44" fmla="*/ 6063343 w 8196943"/>
              <a:gd name="connsiteY44" fmla="*/ 21772 h 3135086"/>
              <a:gd name="connsiteX45" fmla="*/ 6150429 w 8196943"/>
              <a:gd name="connsiteY45" fmla="*/ 0 h 3135086"/>
              <a:gd name="connsiteX46" fmla="*/ 6226629 w 8196943"/>
              <a:gd name="connsiteY46" fmla="*/ 21772 h 3135086"/>
              <a:gd name="connsiteX47" fmla="*/ 6477000 w 8196943"/>
              <a:gd name="connsiteY47" fmla="*/ 239486 h 3135086"/>
              <a:gd name="connsiteX48" fmla="*/ 6640286 w 8196943"/>
              <a:gd name="connsiteY48" fmla="*/ 391886 h 3135086"/>
              <a:gd name="connsiteX49" fmla="*/ 6803572 w 8196943"/>
              <a:gd name="connsiteY49" fmla="*/ 457200 h 3135086"/>
              <a:gd name="connsiteX50" fmla="*/ 6966857 w 8196943"/>
              <a:gd name="connsiteY50" fmla="*/ 424543 h 3135086"/>
              <a:gd name="connsiteX51" fmla="*/ 7053943 w 8196943"/>
              <a:gd name="connsiteY51" fmla="*/ 370114 h 3135086"/>
              <a:gd name="connsiteX52" fmla="*/ 7217229 w 8196943"/>
              <a:gd name="connsiteY52" fmla="*/ 206829 h 3135086"/>
              <a:gd name="connsiteX53" fmla="*/ 7293429 w 8196943"/>
              <a:gd name="connsiteY53" fmla="*/ 119743 h 3135086"/>
              <a:gd name="connsiteX54" fmla="*/ 7456715 w 8196943"/>
              <a:gd name="connsiteY54" fmla="*/ 10886 h 3135086"/>
              <a:gd name="connsiteX55" fmla="*/ 7620000 w 8196943"/>
              <a:gd name="connsiteY55" fmla="*/ 43543 h 3135086"/>
              <a:gd name="connsiteX56" fmla="*/ 7783286 w 8196943"/>
              <a:gd name="connsiteY56" fmla="*/ 272143 h 3135086"/>
              <a:gd name="connsiteX57" fmla="*/ 8033657 w 8196943"/>
              <a:gd name="connsiteY57" fmla="*/ 968829 h 3135086"/>
              <a:gd name="connsiteX58" fmla="*/ 8120743 w 8196943"/>
              <a:gd name="connsiteY58" fmla="*/ 1262743 h 3135086"/>
              <a:gd name="connsiteX59" fmla="*/ 8196943 w 8196943"/>
              <a:gd name="connsiteY59" fmla="*/ 1567543 h 3135086"/>
              <a:gd name="connsiteX0" fmla="*/ 0 w 8120744"/>
              <a:gd name="connsiteY0" fmla="*/ 1578429 h 3135086"/>
              <a:gd name="connsiteX1" fmla="*/ 76200 w 8120744"/>
              <a:gd name="connsiteY1" fmla="*/ 1262743 h 3135086"/>
              <a:gd name="connsiteX2" fmla="*/ 326572 w 8120744"/>
              <a:gd name="connsiteY2" fmla="*/ 457200 h 3135086"/>
              <a:gd name="connsiteX3" fmla="*/ 402772 w 8120744"/>
              <a:gd name="connsiteY3" fmla="*/ 272143 h 3135086"/>
              <a:gd name="connsiteX4" fmla="*/ 566057 w 8120744"/>
              <a:gd name="connsiteY4" fmla="*/ 43543 h 3135086"/>
              <a:gd name="connsiteX5" fmla="*/ 653143 w 8120744"/>
              <a:gd name="connsiteY5" fmla="*/ 10886 h 3135086"/>
              <a:gd name="connsiteX6" fmla="*/ 816429 w 8120744"/>
              <a:gd name="connsiteY6" fmla="*/ 54429 h 3135086"/>
              <a:gd name="connsiteX7" fmla="*/ 892629 w 8120744"/>
              <a:gd name="connsiteY7" fmla="*/ 119743 h 3135086"/>
              <a:gd name="connsiteX8" fmla="*/ 1055915 w 8120744"/>
              <a:gd name="connsiteY8" fmla="*/ 293914 h 3135086"/>
              <a:gd name="connsiteX9" fmla="*/ 1230086 w 8120744"/>
              <a:gd name="connsiteY9" fmla="*/ 424543 h 3135086"/>
              <a:gd name="connsiteX10" fmla="*/ 1306286 w 8120744"/>
              <a:gd name="connsiteY10" fmla="*/ 457200 h 3135086"/>
              <a:gd name="connsiteX11" fmla="*/ 1556657 w 8120744"/>
              <a:gd name="connsiteY11" fmla="*/ 391886 h 3135086"/>
              <a:gd name="connsiteX12" fmla="*/ 1632857 w 8120744"/>
              <a:gd name="connsiteY12" fmla="*/ 315686 h 3135086"/>
              <a:gd name="connsiteX13" fmla="*/ 1719943 w 8120744"/>
              <a:gd name="connsiteY13" fmla="*/ 239486 h 3135086"/>
              <a:gd name="connsiteX14" fmla="*/ 1883229 w 8120744"/>
              <a:gd name="connsiteY14" fmla="*/ 76200 h 3135086"/>
              <a:gd name="connsiteX15" fmla="*/ 1959429 w 8120744"/>
              <a:gd name="connsiteY15" fmla="*/ 21772 h 3135086"/>
              <a:gd name="connsiteX16" fmla="*/ 2046515 w 8120744"/>
              <a:gd name="connsiteY16" fmla="*/ 0 h 3135086"/>
              <a:gd name="connsiteX17" fmla="*/ 2122715 w 8120744"/>
              <a:gd name="connsiteY17" fmla="*/ 21772 h 3135086"/>
              <a:gd name="connsiteX18" fmla="*/ 2209800 w 8120744"/>
              <a:gd name="connsiteY18" fmla="*/ 97972 h 3135086"/>
              <a:gd name="connsiteX19" fmla="*/ 2460172 w 8120744"/>
              <a:gd name="connsiteY19" fmla="*/ 609600 h 3135086"/>
              <a:gd name="connsiteX20" fmla="*/ 2623457 w 8120744"/>
              <a:gd name="connsiteY20" fmla="*/ 1164772 h 3135086"/>
              <a:gd name="connsiteX21" fmla="*/ 2786743 w 8120744"/>
              <a:gd name="connsiteY21" fmla="*/ 1785257 h 3135086"/>
              <a:gd name="connsiteX22" fmla="*/ 2862943 w 8120744"/>
              <a:gd name="connsiteY22" fmla="*/ 2090057 h 3135086"/>
              <a:gd name="connsiteX23" fmla="*/ 3113315 w 8120744"/>
              <a:gd name="connsiteY23" fmla="*/ 2819400 h 3135086"/>
              <a:gd name="connsiteX24" fmla="*/ 3276600 w 8120744"/>
              <a:gd name="connsiteY24" fmla="*/ 3080657 h 3135086"/>
              <a:gd name="connsiteX25" fmla="*/ 3352800 w 8120744"/>
              <a:gd name="connsiteY25" fmla="*/ 3135086 h 3135086"/>
              <a:gd name="connsiteX26" fmla="*/ 3526972 w 8120744"/>
              <a:gd name="connsiteY26" fmla="*/ 3102429 h 3135086"/>
              <a:gd name="connsiteX27" fmla="*/ 3603172 w 8120744"/>
              <a:gd name="connsiteY27" fmla="*/ 3048000 h 3135086"/>
              <a:gd name="connsiteX28" fmla="*/ 3766457 w 8120744"/>
              <a:gd name="connsiteY28" fmla="*/ 2884714 h 3135086"/>
              <a:gd name="connsiteX29" fmla="*/ 4016829 w 8120744"/>
              <a:gd name="connsiteY29" fmla="*/ 2699657 h 3135086"/>
              <a:gd name="connsiteX30" fmla="*/ 4093029 w 8120744"/>
              <a:gd name="connsiteY30" fmla="*/ 2677886 h 3135086"/>
              <a:gd name="connsiteX31" fmla="*/ 4180115 w 8120744"/>
              <a:gd name="connsiteY31" fmla="*/ 2699657 h 3135086"/>
              <a:gd name="connsiteX32" fmla="*/ 4256315 w 8120744"/>
              <a:gd name="connsiteY32" fmla="*/ 2743200 h 3135086"/>
              <a:gd name="connsiteX33" fmla="*/ 4506686 w 8120744"/>
              <a:gd name="connsiteY33" fmla="*/ 2971800 h 3135086"/>
              <a:gd name="connsiteX34" fmla="*/ 4669972 w 8120744"/>
              <a:gd name="connsiteY34" fmla="*/ 3102429 h 3135086"/>
              <a:gd name="connsiteX35" fmla="*/ 4757057 w 8120744"/>
              <a:gd name="connsiteY35" fmla="*/ 3135086 h 3135086"/>
              <a:gd name="connsiteX36" fmla="*/ 4920343 w 8120744"/>
              <a:gd name="connsiteY36" fmla="*/ 3080657 h 3135086"/>
              <a:gd name="connsiteX37" fmla="*/ 4996543 w 8120744"/>
              <a:gd name="connsiteY37" fmla="*/ 2971800 h 3135086"/>
              <a:gd name="connsiteX38" fmla="*/ 5246915 w 8120744"/>
              <a:gd name="connsiteY38" fmla="*/ 2362200 h 3135086"/>
              <a:gd name="connsiteX39" fmla="*/ 5410200 w 8120744"/>
              <a:gd name="connsiteY39" fmla="*/ 1785257 h 3135086"/>
              <a:gd name="connsiteX40" fmla="*/ 5573486 w 8120744"/>
              <a:gd name="connsiteY40" fmla="*/ 1164772 h 3135086"/>
              <a:gd name="connsiteX41" fmla="*/ 5649686 w 8120744"/>
              <a:gd name="connsiteY41" fmla="*/ 870857 h 3135086"/>
              <a:gd name="connsiteX42" fmla="*/ 5736772 w 8120744"/>
              <a:gd name="connsiteY42" fmla="*/ 609600 h 3135086"/>
              <a:gd name="connsiteX43" fmla="*/ 5987143 w 8120744"/>
              <a:gd name="connsiteY43" fmla="*/ 97972 h 3135086"/>
              <a:gd name="connsiteX44" fmla="*/ 6063343 w 8120744"/>
              <a:gd name="connsiteY44" fmla="*/ 21772 h 3135086"/>
              <a:gd name="connsiteX45" fmla="*/ 6150429 w 8120744"/>
              <a:gd name="connsiteY45" fmla="*/ 0 h 3135086"/>
              <a:gd name="connsiteX46" fmla="*/ 6226629 w 8120744"/>
              <a:gd name="connsiteY46" fmla="*/ 21772 h 3135086"/>
              <a:gd name="connsiteX47" fmla="*/ 6477000 w 8120744"/>
              <a:gd name="connsiteY47" fmla="*/ 239486 h 3135086"/>
              <a:gd name="connsiteX48" fmla="*/ 6640286 w 8120744"/>
              <a:gd name="connsiteY48" fmla="*/ 391886 h 3135086"/>
              <a:gd name="connsiteX49" fmla="*/ 6803572 w 8120744"/>
              <a:gd name="connsiteY49" fmla="*/ 457200 h 3135086"/>
              <a:gd name="connsiteX50" fmla="*/ 6966857 w 8120744"/>
              <a:gd name="connsiteY50" fmla="*/ 424543 h 3135086"/>
              <a:gd name="connsiteX51" fmla="*/ 7053943 w 8120744"/>
              <a:gd name="connsiteY51" fmla="*/ 370114 h 3135086"/>
              <a:gd name="connsiteX52" fmla="*/ 7217229 w 8120744"/>
              <a:gd name="connsiteY52" fmla="*/ 206829 h 3135086"/>
              <a:gd name="connsiteX53" fmla="*/ 7293429 w 8120744"/>
              <a:gd name="connsiteY53" fmla="*/ 119743 h 3135086"/>
              <a:gd name="connsiteX54" fmla="*/ 7456715 w 8120744"/>
              <a:gd name="connsiteY54" fmla="*/ 10886 h 3135086"/>
              <a:gd name="connsiteX55" fmla="*/ 7620000 w 8120744"/>
              <a:gd name="connsiteY55" fmla="*/ 43543 h 3135086"/>
              <a:gd name="connsiteX56" fmla="*/ 7783286 w 8120744"/>
              <a:gd name="connsiteY56" fmla="*/ 272143 h 3135086"/>
              <a:gd name="connsiteX57" fmla="*/ 8033657 w 8120744"/>
              <a:gd name="connsiteY57" fmla="*/ 968829 h 3135086"/>
              <a:gd name="connsiteX58" fmla="*/ 8120743 w 8120744"/>
              <a:gd name="connsiteY58" fmla="*/ 1262743 h 3135086"/>
              <a:gd name="connsiteX0" fmla="*/ 0 w 8033656"/>
              <a:gd name="connsiteY0" fmla="*/ 1578429 h 3135086"/>
              <a:gd name="connsiteX1" fmla="*/ 76200 w 8033656"/>
              <a:gd name="connsiteY1" fmla="*/ 1262743 h 3135086"/>
              <a:gd name="connsiteX2" fmla="*/ 326572 w 8033656"/>
              <a:gd name="connsiteY2" fmla="*/ 457200 h 3135086"/>
              <a:gd name="connsiteX3" fmla="*/ 402772 w 8033656"/>
              <a:gd name="connsiteY3" fmla="*/ 272143 h 3135086"/>
              <a:gd name="connsiteX4" fmla="*/ 566057 w 8033656"/>
              <a:gd name="connsiteY4" fmla="*/ 43543 h 3135086"/>
              <a:gd name="connsiteX5" fmla="*/ 653143 w 8033656"/>
              <a:gd name="connsiteY5" fmla="*/ 10886 h 3135086"/>
              <a:gd name="connsiteX6" fmla="*/ 816429 w 8033656"/>
              <a:gd name="connsiteY6" fmla="*/ 54429 h 3135086"/>
              <a:gd name="connsiteX7" fmla="*/ 892629 w 8033656"/>
              <a:gd name="connsiteY7" fmla="*/ 119743 h 3135086"/>
              <a:gd name="connsiteX8" fmla="*/ 1055915 w 8033656"/>
              <a:gd name="connsiteY8" fmla="*/ 293914 h 3135086"/>
              <a:gd name="connsiteX9" fmla="*/ 1230086 w 8033656"/>
              <a:gd name="connsiteY9" fmla="*/ 424543 h 3135086"/>
              <a:gd name="connsiteX10" fmla="*/ 1306286 w 8033656"/>
              <a:gd name="connsiteY10" fmla="*/ 457200 h 3135086"/>
              <a:gd name="connsiteX11" fmla="*/ 1556657 w 8033656"/>
              <a:gd name="connsiteY11" fmla="*/ 391886 h 3135086"/>
              <a:gd name="connsiteX12" fmla="*/ 1632857 w 8033656"/>
              <a:gd name="connsiteY12" fmla="*/ 315686 h 3135086"/>
              <a:gd name="connsiteX13" fmla="*/ 1719943 w 8033656"/>
              <a:gd name="connsiteY13" fmla="*/ 239486 h 3135086"/>
              <a:gd name="connsiteX14" fmla="*/ 1883229 w 8033656"/>
              <a:gd name="connsiteY14" fmla="*/ 76200 h 3135086"/>
              <a:gd name="connsiteX15" fmla="*/ 1959429 w 8033656"/>
              <a:gd name="connsiteY15" fmla="*/ 21772 h 3135086"/>
              <a:gd name="connsiteX16" fmla="*/ 2046515 w 8033656"/>
              <a:gd name="connsiteY16" fmla="*/ 0 h 3135086"/>
              <a:gd name="connsiteX17" fmla="*/ 2122715 w 8033656"/>
              <a:gd name="connsiteY17" fmla="*/ 21772 h 3135086"/>
              <a:gd name="connsiteX18" fmla="*/ 2209800 w 8033656"/>
              <a:gd name="connsiteY18" fmla="*/ 97972 h 3135086"/>
              <a:gd name="connsiteX19" fmla="*/ 2460172 w 8033656"/>
              <a:gd name="connsiteY19" fmla="*/ 609600 h 3135086"/>
              <a:gd name="connsiteX20" fmla="*/ 2623457 w 8033656"/>
              <a:gd name="connsiteY20" fmla="*/ 1164772 h 3135086"/>
              <a:gd name="connsiteX21" fmla="*/ 2786743 w 8033656"/>
              <a:gd name="connsiteY21" fmla="*/ 1785257 h 3135086"/>
              <a:gd name="connsiteX22" fmla="*/ 2862943 w 8033656"/>
              <a:gd name="connsiteY22" fmla="*/ 2090057 h 3135086"/>
              <a:gd name="connsiteX23" fmla="*/ 3113315 w 8033656"/>
              <a:gd name="connsiteY23" fmla="*/ 2819400 h 3135086"/>
              <a:gd name="connsiteX24" fmla="*/ 3276600 w 8033656"/>
              <a:gd name="connsiteY24" fmla="*/ 3080657 h 3135086"/>
              <a:gd name="connsiteX25" fmla="*/ 3352800 w 8033656"/>
              <a:gd name="connsiteY25" fmla="*/ 3135086 h 3135086"/>
              <a:gd name="connsiteX26" fmla="*/ 3526972 w 8033656"/>
              <a:gd name="connsiteY26" fmla="*/ 3102429 h 3135086"/>
              <a:gd name="connsiteX27" fmla="*/ 3603172 w 8033656"/>
              <a:gd name="connsiteY27" fmla="*/ 3048000 h 3135086"/>
              <a:gd name="connsiteX28" fmla="*/ 3766457 w 8033656"/>
              <a:gd name="connsiteY28" fmla="*/ 2884714 h 3135086"/>
              <a:gd name="connsiteX29" fmla="*/ 4016829 w 8033656"/>
              <a:gd name="connsiteY29" fmla="*/ 2699657 h 3135086"/>
              <a:gd name="connsiteX30" fmla="*/ 4093029 w 8033656"/>
              <a:gd name="connsiteY30" fmla="*/ 2677886 h 3135086"/>
              <a:gd name="connsiteX31" fmla="*/ 4180115 w 8033656"/>
              <a:gd name="connsiteY31" fmla="*/ 2699657 h 3135086"/>
              <a:gd name="connsiteX32" fmla="*/ 4256315 w 8033656"/>
              <a:gd name="connsiteY32" fmla="*/ 2743200 h 3135086"/>
              <a:gd name="connsiteX33" fmla="*/ 4506686 w 8033656"/>
              <a:gd name="connsiteY33" fmla="*/ 2971800 h 3135086"/>
              <a:gd name="connsiteX34" fmla="*/ 4669972 w 8033656"/>
              <a:gd name="connsiteY34" fmla="*/ 3102429 h 3135086"/>
              <a:gd name="connsiteX35" fmla="*/ 4757057 w 8033656"/>
              <a:gd name="connsiteY35" fmla="*/ 3135086 h 3135086"/>
              <a:gd name="connsiteX36" fmla="*/ 4920343 w 8033656"/>
              <a:gd name="connsiteY36" fmla="*/ 3080657 h 3135086"/>
              <a:gd name="connsiteX37" fmla="*/ 4996543 w 8033656"/>
              <a:gd name="connsiteY37" fmla="*/ 2971800 h 3135086"/>
              <a:gd name="connsiteX38" fmla="*/ 5246915 w 8033656"/>
              <a:gd name="connsiteY38" fmla="*/ 2362200 h 3135086"/>
              <a:gd name="connsiteX39" fmla="*/ 5410200 w 8033656"/>
              <a:gd name="connsiteY39" fmla="*/ 1785257 h 3135086"/>
              <a:gd name="connsiteX40" fmla="*/ 5573486 w 8033656"/>
              <a:gd name="connsiteY40" fmla="*/ 1164772 h 3135086"/>
              <a:gd name="connsiteX41" fmla="*/ 5649686 w 8033656"/>
              <a:gd name="connsiteY41" fmla="*/ 870857 h 3135086"/>
              <a:gd name="connsiteX42" fmla="*/ 5736772 w 8033656"/>
              <a:gd name="connsiteY42" fmla="*/ 609600 h 3135086"/>
              <a:gd name="connsiteX43" fmla="*/ 5987143 w 8033656"/>
              <a:gd name="connsiteY43" fmla="*/ 97972 h 3135086"/>
              <a:gd name="connsiteX44" fmla="*/ 6063343 w 8033656"/>
              <a:gd name="connsiteY44" fmla="*/ 21772 h 3135086"/>
              <a:gd name="connsiteX45" fmla="*/ 6150429 w 8033656"/>
              <a:gd name="connsiteY45" fmla="*/ 0 h 3135086"/>
              <a:gd name="connsiteX46" fmla="*/ 6226629 w 8033656"/>
              <a:gd name="connsiteY46" fmla="*/ 21772 h 3135086"/>
              <a:gd name="connsiteX47" fmla="*/ 6477000 w 8033656"/>
              <a:gd name="connsiteY47" fmla="*/ 239486 h 3135086"/>
              <a:gd name="connsiteX48" fmla="*/ 6640286 w 8033656"/>
              <a:gd name="connsiteY48" fmla="*/ 391886 h 3135086"/>
              <a:gd name="connsiteX49" fmla="*/ 6803572 w 8033656"/>
              <a:gd name="connsiteY49" fmla="*/ 457200 h 3135086"/>
              <a:gd name="connsiteX50" fmla="*/ 6966857 w 8033656"/>
              <a:gd name="connsiteY50" fmla="*/ 424543 h 3135086"/>
              <a:gd name="connsiteX51" fmla="*/ 7053943 w 8033656"/>
              <a:gd name="connsiteY51" fmla="*/ 370114 h 3135086"/>
              <a:gd name="connsiteX52" fmla="*/ 7217229 w 8033656"/>
              <a:gd name="connsiteY52" fmla="*/ 206829 h 3135086"/>
              <a:gd name="connsiteX53" fmla="*/ 7293429 w 8033656"/>
              <a:gd name="connsiteY53" fmla="*/ 119743 h 3135086"/>
              <a:gd name="connsiteX54" fmla="*/ 7456715 w 8033656"/>
              <a:gd name="connsiteY54" fmla="*/ 10886 h 3135086"/>
              <a:gd name="connsiteX55" fmla="*/ 7620000 w 8033656"/>
              <a:gd name="connsiteY55" fmla="*/ 43543 h 3135086"/>
              <a:gd name="connsiteX56" fmla="*/ 7783286 w 8033656"/>
              <a:gd name="connsiteY56" fmla="*/ 272143 h 3135086"/>
              <a:gd name="connsiteX57" fmla="*/ 8033657 w 8033656"/>
              <a:gd name="connsiteY57" fmla="*/ 968829 h 3135086"/>
              <a:gd name="connsiteX0" fmla="*/ 0 w 7783285"/>
              <a:gd name="connsiteY0" fmla="*/ 1578429 h 3135086"/>
              <a:gd name="connsiteX1" fmla="*/ 76200 w 7783285"/>
              <a:gd name="connsiteY1" fmla="*/ 1262743 h 3135086"/>
              <a:gd name="connsiteX2" fmla="*/ 326572 w 7783285"/>
              <a:gd name="connsiteY2" fmla="*/ 457200 h 3135086"/>
              <a:gd name="connsiteX3" fmla="*/ 402772 w 7783285"/>
              <a:gd name="connsiteY3" fmla="*/ 272143 h 3135086"/>
              <a:gd name="connsiteX4" fmla="*/ 566057 w 7783285"/>
              <a:gd name="connsiteY4" fmla="*/ 43543 h 3135086"/>
              <a:gd name="connsiteX5" fmla="*/ 653143 w 7783285"/>
              <a:gd name="connsiteY5" fmla="*/ 10886 h 3135086"/>
              <a:gd name="connsiteX6" fmla="*/ 816429 w 7783285"/>
              <a:gd name="connsiteY6" fmla="*/ 54429 h 3135086"/>
              <a:gd name="connsiteX7" fmla="*/ 892629 w 7783285"/>
              <a:gd name="connsiteY7" fmla="*/ 119743 h 3135086"/>
              <a:gd name="connsiteX8" fmla="*/ 1055915 w 7783285"/>
              <a:gd name="connsiteY8" fmla="*/ 293914 h 3135086"/>
              <a:gd name="connsiteX9" fmla="*/ 1230086 w 7783285"/>
              <a:gd name="connsiteY9" fmla="*/ 424543 h 3135086"/>
              <a:gd name="connsiteX10" fmla="*/ 1306286 w 7783285"/>
              <a:gd name="connsiteY10" fmla="*/ 457200 h 3135086"/>
              <a:gd name="connsiteX11" fmla="*/ 1556657 w 7783285"/>
              <a:gd name="connsiteY11" fmla="*/ 391886 h 3135086"/>
              <a:gd name="connsiteX12" fmla="*/ 1632857 w 7783285"/>
              <a:gd name="connsiteY12" fmla="*/ 315686 h 3135086"/>
              <a:gd name="connsiteX13" fmla="*/ 1719943 w 7783285"/>
              <a:gd name="connsiteY13" fmla="*/ 239486 h 3135086"/>
              <a:gd name="connsiteX14" fmla="*/ 1883229 w 7783285"/>
              <a:gd name="connsiteY14" fmla="*/ 76200 h 3135086"/>
              <a:gd name="connsiteX15" fmla="*/ 1959429 w 7783285"/>
              <a:gd name="connsiteY15" fmla="*/ 21772 h 3135086"/>
              <a:gd name="connsiteX16" fmla="*/ 2046515 w 7783285"/>
              <a:gd name="connsiteY16" fmla="*/ 0 h 3135086"/>
              <a:gd name="connsiteX17" fmla="*/ 2122715 w 7783285"/>
              <a:gd name="connsiteY17" fmla="*/ 21772 h 3135086"/>
              <a:gd name="connsiteX18" fmla="*/ 2209800 w 7783285"/>
              <a:gd name="connsiteY18" fmla="*/ 97972 h 3135086"/>
              <a:gd name="connsiteX19" fmla="*/ 2460172 w 7783285"/>
              <a:gd name="connsiteY19" fmla="*/ 609600 h 3135086"/>
              <a:gd name="connsiteX20" fmla="*/ 2623457 w 7783285"/>
              <a:gd name="connsiteY20" fmla="*/ 1164772 h 3135086"/>
              <a:gd name="connsiteX21" fmla="*/ 2786743 w 7783285"/>
              <a:gd name="connsiteY21" fmla="*/ 1785257 h 3135086"/>
              <a:gd name="connsiteX22" fmla="*/ 2862943 w 7783285"/>
              <a:gd name="connsiteY22" fmla="*/ 2090057 h 3135086"/>
              <a:gd name="connsiteX23" fmla="*/ 3113315 w 7783285"/>
              <a:gd name="connsiteY23" fmla="*/ 2819400 h 3135086"/>
              <a:gd name="connsiteX24" fmla="*/ 3276600 w 7783285"/>
              <a:gd name="connsiteY24" fmla="*/ 3080657 h 3135086"/>
              <a:gd name="connsiteX25" fmla="*/ 3352800 w 7783285"/>
              <a:gd name="connsiteY25" fmla="*/ 3135086 h 3135086"/>
              <a:gd name="connsiteX26" fmla="*/ 3526972 w 7783285"/>
              <a:gd name="connsiteY26" fmla="*/ 3102429 h 3135086"/>
              <a:gd name="connsiteX27" fmla="*/ 3603172 w 7783285"/>
              <a:gd name="connsiteY27" fmla="*/ 3048000 h 3135086"/>
              <a:gd name="connsiteX28" fmla="*/ 3766457 w 7783285"/>
              <a:gd name="connsiteY28" fmla="*/ 2884714 h 3135086"/>
              <a:gd name="connsiteX29" fmla="*/ 4016829 w 7783285"/>
              <a:gd name="connsiteY29" fmla="*/ 2699657 h 3135086"/>
              <a:gd name="connsiteX30" fmla="*/ 4093029 w 7783285"/>
              <a:gd name="connsiteY30" fmla="*/ 2677886 h 3135086"/>
              <a:gd name="connsiteX31" fmla="*/ 4180115 w 7783285"/>
              <a:gd name="connsiteY31" fmla="*/ 2699657 h 3135086"/>
              <a:gd name="connsiteX32" fmla="*/ 4256315 w 7783285"/>
              <a:gd name="connsiteY32" fmla="*/ 2743200 h 3135086"/>
              <a:gd name="connsiteX33" fmla="*/ 4506686 w 7783285"/>
              <a:gd name="connsiteY33" fmla="*/ 2971800 h 3135086"/>
              <a:gd name="connsiteX34" fmla="*/ 4669972 w 7783285"/>
              <a:gd name="connsiteY34" fmla="*/ 3102429 h 3135086"/>
              <a:gd name="connsiteX35" fmla="*/ 4757057 w 7783285"/>
              <a:gd name="connsiteY35" fmla="*/ 3135086 h 3135086"/>
              <a:gd name="connsiteX36" fmla="*/ 4920343 w 7783285"/>
              <a:gd name="connsiteY36" fmla="*/ 3080657 h 3135086"/>
              <a:gd name="connsiteX37" fmla="*/ 4996543 w 7783285"/>
              <a:gd name="connsiteY37" fmla="*/ 2971800 h 3135086"/>
              <a:gd name="connsiteX38" fmla="*/ 5246915 w 7783285"/>
              <a:gd name="connsiteY38" fmla="*/ 2362200 h 3135086"/>
              <a:gd name="connsiteX39" fmla="*/ 5410200 w 7783285"/>
              <a:gd name="connsiteY39" fmla="*/ 1785257 h 3135086"/>
              <a:gd name="connsiteX40" fmla="*/ 5573486 w 7783285"/>
              <a:gd name="connsiteY40" fmla="*/ 1164772 h 3135086"/>
              <a:gd name="connsiteX41" fmla="*/ 5649686 w 7783285"/>
              <a:gd name="connsiteY41" fmla="*/ 870857 h 3135086"/>
              <a:gd name="connsiteX42" fmla="*/ 5736772 w 7783285"/>
              <a:gd name="connsiteY42" fmla="*/ 609600 h 3135086"/>
              <a:gd name="connsiteX43" fmla="*/ 5987143 w 7783285"/>
              <a:gd name="connsiteY43" fmla="*/ 97972 h 3135086"/>
              <a:gd name="connsiteX44" fmla="*/ 6063343 w 7783285"/>
              <a:gd name="connsiteY44" fmla="*/ 21772 h 3135086"/>
              <a:gd name="connsiteX45" fmla="*/ 6150429 w 7783285"/>
              <a:gd name="connsiteY45" fmla="*/ 0 h 3135086"/>
              <a:gd name="connsiteX46" fmla="*/ 6226629 w 7783285"/>
              <a:gd name="connsiteY46" fmla="*/ 21772 h 3135086"/>
              <a:gd name="connsiteX47" fmla="*/ 6477000 w 7783285"/>
              <a:gd name="connsiteY47" fmla="*/ 239486 h 3135086"/>
              <a:gd name="connsiteX48" fmla="*/ 6640286 w 7783285"/>
              <a:gd name="connsiteY48" fmla="*/ 391886 h 3135086"/>
              <a:gd name="connsiteX49" fmla="*/ 6803572 w 7783285"/>
              <a:gd name="connsiteY49" fmla="*/ 457200 h 3135086"/>
              <a:gd name="connsiteX50" fmla="*/ 6966857 w 7783285"/>
              <a:gd name="connsiteY50" fmla="*/ 424543 h 3135086"/>
              <a:gd name="connsiteX51" fmla="*/ 7053943 w 7783285"/>
              <a:gd name="connsiteY51" fmla="*/ 370114 h 3135086"/>
              <a:gd name="connsiteX52" fmla="*/ 7217229 w 7783285"/>
              <a:gd name="connsiteY52" fmla="*/ 206829 h 3135086"/>
              <a:gd name="connsiteX53" fmla="*/ 7293429 w 7783285"/>
              <a:gd name="connsiteY53" fmla="*/ 119743 h 3135086"/>
              <a:gd name="connsiteX54" fmla="*/ 7456715 w 7783285"/>
              <a:gd name="connsiteY54" fmla="*/ 10886 h 3135086"/>
              <a:gd name="connsiteX55" fmla="*/ 7620000 w 7783285"/>
              <a:gd name="connsiteY55" fmla="*/ 43543 h 3135086"/>
              <a:gd name="connsiteX56" fmla="*/ 7783286 w 7783285"/>
              <a:gd name="connsiteY56" fmla="*/ 272143 h 3135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783285" h="3135086">
                <a:moveTo>
                  <a:pt x="0" y="1578429"/>
                </a:moveTo>
                <a:cubicBezTo>
                  <a:pt x="25400" y="1473200"/>
                  <a:pt x="47826" y="1367209"/>
                  <a:pt x="76200" y="1262743"/>
                </a:cubicBezTo>
                <a:cubicBezTo>
                  <a:pt x="176443" y="893665"/>
                  <a:pt x="209827" y="760737"/>
                  <a:pt x="326572" y="457200"/>
                </a:cubicBezTo>
                <a:cubicBezTo>
                  <a:pt x="350520" y="394936"/>
                  <a:pt x="372938" y="331811"/>
                  <a:pt x="402772" y="272143"/>
                </a:cubicBezTo>
                <a:cubicBezTo>
                  <a:pt x="425998" y="225692"/>
                  <a:pt x="511935" y="83233"/>
                  <a:pt x="566057" y="43543"/>
                </a:cubicBezTo>
                <a:cubicBezTo>
                  <a:pt x="591058" y="25209"/>
                  <a:pt x="624114" y="21772"/>
                  <a:pt x="653143" y="10886"/>
                </a:cubicBezTo>
                <a:cubicBezTo>
                  <a:pt x="707572" y="25400"/>
                  <a:pt x="765147" y="31119"/>
                  <a:pt x="816429" y="54429"/>
                </a:cubicBezTo>
                <a:cubicBezTo>
                  <a:pt x="846884" y="68272"/>
                  <a:pt x="868172" y="96917"/>
                  <a:pt x="892629" y="119743"/>
                </a:cubicBezTo>
                <a:cubicBezTo>
                  <a:pt x="1128049" y="339468"/>
                  <a:pt x="838937" y="76936"/>
                  <a:pt x="1055915" y="293914"/>
                </a:cubicBezTo>
                <a:cubicBezTo>
                  <a:pt x="1112022" y="350021"/>
                  <a:pt x="1160647" y="387509"/>
                  <a:pt x="1230086" y="424543"/>
                </a:cubicBezTo>
                <a:cubicBezTo>
                  <a:pt x="1254469" y="437547"/>
                  <a:pt x="1280886" y="446314"/>
                  <a:pt x="1306286" y="457200"/>
                </a:cubicBezTo>
                <a:cubicBezTo>
                  <a:pt x="1412130" y="443088"/>
                  <a:pt x="1473424" y="452924"/>
                  <a:pt x="1556657" y="391886"/>
                </a:cubicBezTo>
                <a:cubicBezTo>
                  <a:pt x="1585624" y="370644"/>
                  <a:pt x="1606597" y="340196"/>
                  <a:pt x="1632857" y="315686"/>
                </a:cubicBezTo>
                <a:cubicBezTo>
                  <a:pt x="1661056" y="289367"/>
                  <a:pt x="1692668" y="266761"/>
                  <a:pt x="1719943" y="239486"/>
                </a:cubicBezTo>
                <a:cubicBezTo>
                  <a:pt x="1850571" y="108858"/>
                  <a:pt x="1738086" y="192314"/>
                  <a:pt x="1883229" y="76200"/>
                </a:cubicBezTo>
                <a:cubicBezTo>
                  <a:pt x="1907603" y="56701"/>
                  <a:pt x="1931143" y="34972"/>
                  <a:pt x="1959429" y="21772"/>
                </a:cubicBezTo>
                <a:cubicBezTo>
                  <a:pt x="1986544" y="9118"/>
                  <a:pt x="2017486" y="7257"/>
                  <a:pt x="2046515" y="0"/>
                </a:cubicBezTo>
                <a:cubicBezTo>
                  <a:pt x="2071915" y="7257"/>
                  <a:pt x="2100063" y="8181"/>
                  <a:pt x="2122715" y="21772"/>
                </a:cubicBezTo>
                <a:cubicBezTo>
                  <a:pt x="2155790" y="41617"/>
                  <a:pt x="2184174" y="69143"/>
                  <a:pt x="2209800" y="97972"/>
                </a:cubicBezTo>
                <a:cubicBezTo>
                  <a:pt x="2333464" y="237094"/>
                  <a:pt x="2411687" y="444749"/>
                  <a:pt x="2460172" y="609600"/>
                </a:cubicBezTo>
                <a:cubicBezTo>
                  <a:pt x="2514600" y="794657"/>
                  <a:pt x="2574366" y="978228"/>
                  <a:pt x="2623457" y="1164772"/>
                </a:cubicBezTo>
                <a:cubicBezTo>
                  <a:pt x="2677886" y="1371600"/>
                  <a:pt x="2734872" y="1577772"/>
                  <a:pt x="2786743" y="1785257"/>
                </a:cubicBezTo>
                <a:cubicBezTo>
                  <a:pt x="2812143" y="1886857"/>
                  <a:pt x="2833823" y="1989460"/>
                  <a:pt x="2862943" y="2090057"/>
                </a:cubicBezTo>
                <a:cubicBezTo>
                  <a:pt x="2957157" y="2415524"/>
                  <a:pt x="2992879" y="2554441"/>
                  <a:pt x="3113315" y="2819400"/>
                </a:cubicBezTo>
                <a:cubicBezTo>
                  <a:pt x="3162923" y="2928537"/>
                  <a:pt x="3192794" y="2996850"/>
                  <a:pt x="3276600" y="3080657"/>
                </a:cubicBezTo>
                <a:cubicBezTo>
                  <a:pt x="3298672" y="3102729"/>
                  <a:pt x="3327400" y="3116943"/>
                  <a:pt x="3352800" y="3135086"/>
                </a:cubicBezTo>
                <a:cubicBezTo>
                  <a:pt x="3410857" y="3124200"/>
                  <a:pt x="3471181" y="3121834"/>
                  <a:pt x="3526972" y="3102429"/>
                </a:cubicBezTo>
                <a:cubicBezTo>
                  <a:pt x="3556454" y="3092174"/>
                  <a:pt x="3578798" y="3067499"/>
                  <a:pt x="3603172" y="3048000"/>
                </a:cubicBezTo>
                <a:cubicBezTo>
                  <a:pt x="3786739" y="2901145"/>
                  <a:pt x="3597403" y="3046084"/>
                  <a:pt x="3766457" y="2884714"/>
                </a:cubicBezTo>
                <a:cubicBezTo>
                  <a:pt x="3863873" y="2791726"/>
                  <a:pt x="3906055" y="2743966"/>
                  <a:pt x="4016829" y="2699657"/>
                </a:cubicBezTo>
                <a:cubicBezTo>
                  <a:pt x="4041356" y="2689846"/>
                  <a:pt x="4067629" y="2685143"/>
                  <a:pt x="4093029" y="2677886"/>
                </a:cubicBezTo>
                <a:cubicBezTo>
                  <a:pt x="4122058" y="2685143"/>
                  <a:pt x="4152333" y="2688544"/>
                  <a:pt x="4180115" y="2699657"/>
                </a:cubicBezTo>
                <a:cubicBezTo>
                  <a:pt x="4207277" y="2710522"/>
                  <a:pt x="4231974" y="2726972"/>
                  <a:pt x="4256315" y="2743200"/>
                </a:cubicBezTo>
                <a:cubicBezTo>
                  <a:pt x="4398955" y="2838293"/>
                  <a:pt x="4330522" y="2817657"/>
                  <a:pt x="4506686" y="2971800"/>
                </a:cubicBezTo>
                <a:cubicBezTo>
                  <a:pt x="4546849" y="3006943"/>
                  <a:pt x="4619366" y="3075439"/>
                  <a:pt x="4669972" y="3102429"/>
                </a:cubicBezTo>
                <a:cubicBezTo>
                  <a:pt x="4697327" y="3117018"/>
                  <a:pt x="4728029" y="3124200"/>
                  <a:pt x="4757057" y="3135086"/>
                </a:cubicBezTo>
                <a:cubicBezTo>
                  <a:pt x="4811486" y="3116943"/>
                  <a:pt x="4872940" y="3112977"/>
                  <a:pt x="4920343" y="3080657"/>
                </a:cubicBezTo>
                <a:cubicBezTo>
                  <a:pt x="4956939" y="3055705"/>
                  <a:pt x="4973068" y="3009360"/>
                  <a:pt x="4996543" y="2971800"/>
                </a:cubicBezTo>
                <a:cubicBezTo>
                  <a:pt x="5125840" y="2764925"/>
                  <a:pt x="5169269" y="2636552"/>
                  <a:pt x="5246915" y="2362200"/>
                </a:cubicBezTo>
                <a:cubicBezTo>
                  <a:pt x="5301343" y="2169886"/>
                  <a:pt x="5363303" y="1979545"/>
                  <a:pt x="5410200" y="1785257"/>
                </a:cubicBezTo>
                <a:cubicBezTo>
                  <a:pt x="5553085" y="1193304"/>
                  <a:pt x="5415770" y="1743065"/>
                  <a:pt x="5573486" y="1164772"/>
                </a:cubicBezTo>
                <a:cubicBezTo>
                  <a:pt x="5600116" y="1067128"/>
                  <a:pt x="5621128" y="967955"/>
                  <a:pt x="5649686" y="870857"/>
                </a:cubicBezTo>
                <a:cubicBezTo>
                  <a:pt x="5675588" y="782791"/>
                  <a:pt x="5703915" y="695315"/>
                  <a:pt x="5736772" y="609600"/>
                </a:cubicBezTo>
                <a:cubicBezTo>
                  <a:pt x="5831371" y="362819"/>
                  <a:pt x="5847396" y="265667"/>
                  <a:pt x="5987143" y="97972"/>
                </a:cubicBezTo>
                <a:cubicBezTo>
                  <a:pt x="6010139" y="70377"/>
                  <a:pt x="6032541" y="40253"/>
                  <a:pt x="6063343" y="21772"/>
                </a:cubicBezTo>
                <a:cubicBezTo>
                  <a:pt x="6089001" y="6377"/>
                  <a:pt x="6121400" y="7257"/>
                  <a:pt x="6150429" y="0"/>
                </a:cubicBezTo>
                <a:cubicBezTo>
                  <a:pt x="6175829" y="7257"/>
                  <a:pt x="6202691" y="10601"/>
                  <a:pt x="6226629" y="21772"/>
                </a:cubicBezTo>
                <a:cubicBezTo>
                  <a:pt x="6333760" y="71766"/>
                  <a:pt x="6391211" y="153696"/>
                  <a:pt x="6477000" y="239486"/>
                </a:cubicBezTo>
                <a:cubicBezTo>
                  <a:pt x="6524016" y="286503"/>
                  <a:pt x="6586792" y="352657"/>
                  <a:pt x="6640286" y="391886"/>
                </a:cubicBezTo>
                <a:cubicBezTo>
                  <a:pt x="6708239" y="441718"/>
                  <a:pt x="6723113" y="437086"/>
                  <a:pt x="6803572" y="457200"/>
                </a:cubicBezTo>
                <a:cubicBezTo>
                  <a:pt x="6858000" y="446314"/>
                  <a:pt x="6914432" y="442778"/>
                  <a:pt x="6966857" y="424543"/>
                </a:cubicBezTo>
                <a:cubicBezTo>
                  <a:pt x="6999189" y="413297"/>
                  <a:pt x="7028111" y="392576"/>
                  <a:pt x="7053943" y="370114"/>
                </a:cubicBezTo>
                <a:cubicBezTo>
                  <a:pt x="7112028" y="319606"/>
                  <a:pt x="7162800" y="261257"/>
                  <a:pt x="7217229" y="206829"/>
                </a:cubicBezTo>
                <a:cubicBezTo>
                  <a:pt x="7244504" y="179554"/>
                  <a:pt x="7265230" y="146062"/>
                  <a:pt x="7293429" y="119743"/>
                </a:cubicBezTo>
                <a:cubicBezTo>
                  <a:pt x="7347945" y="68861"/>
                  <a:pt x="7394138" y="46645"/>
                  <a:pt x="7456715" y="10886"/>
                </a:cubicBezTo>
                <a:cubicBezTo>
                  <a:pt x="7511143" y="21772"/>
                  <a:pt x="7569926" y="19594"/>
                  <a:pt x="7620000" y="43543"/>
                </a:cubicBezTo>
                <a:cubicBezTo>
                  <a:pt x="7695241" y="79528"/>
                  <a:pt x="7752520" y="210611"/>
                  <a:pt x="7783286" y="27214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21" name="Group 35">
            <a:extLst>
              <a:ext uri="{FF2B5EF4-FFF2-40B4-BE49-F238E27FC236}">
                <a16:creationId xmlns:a16="http://schemas.microsoft.com/office/drawing/2014/main" id="{3F60744F-6966-8A50-8E45-3D1A488D3813}"/>
              </a:ext>
            </a:extLst>
          </p:cNvPr>
          <p:cNvGrpSpPr>
            <a:grpSpLocks noChangeAspect="1"/>
          </p:cNvGrpSpPr>
          <p:nvPr/>
        </p:nvGrpSpPr>
        <p:grpSpPr bwMode="auto">
          <a:xfrm flipV="1">
            <a:off x="6309376" y="2965081"/>
            <a:ext cx="2085975" cy="1508125"/>
            <a:chOff x="337815" y="3349953"/>
            <a:chExt cx="3679763" cy="872593"/>
          </a:xfrm>
        </p:grpSpPr>
        <p:sp>
          <p:nvSpPr>
            <p:cNvPr id="22" name="Freeform 51">
              <a:extLst>
                <a:ext uri="{FF2B5EF4-FFF2-40B4-BE49-F238E27FC236}">
                  <a16:creationId xmlns:a16="http://schemas.microsoft.com/office/drawing/2014/main" id="{C35FD507-3375-1049-81D6-1DF87CAD1671}"/>
                </a:ext>
              </a:extLst>
            </p:cNvPr>
            <p:cNvSpPr>
              <a:spLocks noChangeAspect="1"/>
            </p:cNvSpPr>
            <p:nvPr/>
          </p:nvSpPr>
          <p:spPr>
            <a:xfrm>
              <a:off x="337815" y="3349953"/>
              <a:ext cx="2705214" cy="872593"/>
            </a:xfrm>
            <a:custGeom>
              <a:avLst/>
              <a:gdLst>
                <a:gd name="connsiteX0" fmla="*/ 0 w 6375400"/>
                <a:gd name="connsiteY0" fmla="*/ 1016000 h 2023533"/>
                <a:gd name="connsiteX1" fmla="*/ 381000 w 6375400"/>
                <a:gd name="connsiteY1" fmla="*/ 635000 h 2023533"/>
                <a:gd name="connsiteX2" fmla="*/ 635000 w 6375400"/>
                <a:gd name="connsiteY2" fmla="*/ 414866 h 2023533"/>
                <a:gd name="connsiteX3" fmla="*/ 1016000 w 6375400"/>
                <a:gd name="connsiteY3" fmla="*/ 152400 h 2023533"/>
                <a:gd name="connsiteX4" fmla="*/ 1143000 w 6375400"/>
                <a:gd name="connsiteY4" fmla="*/ 93133 h 2023533"/>
                <a:gd name="connsiteX5" fmla="*/ 1270000 w 6375400"/>
                <a:gd name="connsiteY5" fmla="*/ 42333 h 2023533"/>
                <a:gd name="connsiteX6" fmla="*/ 1524000 w 6375400"/>
                <a:gd name="connsiteY6" fmla="*/ 0 h 2023533"/>
                <a:gd name="connsiteX7" fmla="*/ 1913467 w 6375400"/>
                <a:gd name="connsiteY7" fmla="*/ 42333 h 2023533"/>
                <a:gd name="connsiteX8" fmla="*/ 2040467 w 6375400"/>
                <a:gd name="connsiteY8" fmla="*/ 93133 h 2023533"/>
                <a:gd name="connsiteX9" fmla="*/ 2294467 w 6375400"/>
                <a:gd name="connsiteY9" fmla="*/ 228600 h 2023533"/>
                <a:gd name="connsiteX10" fmla="*/ 2421467 w 6375400"/>
                <a:gd name="connsiteY10" fmla="*/ 313266 h 2023533"/>
                <a:gd name="connsiteX11" fmla="*/ 2675467 w 6375400"/>
                <a:gd name="connsiteY11" fmla="*/ 524933 h 2023533"/>
                <a:gd name="connsiteX12" fmla="*/ 3056467 w 6375400"/>
                <a:gd name="connsiteY12" fmla="*/ 880533 h 2023533"/>
                <a:gd name="connsiteX13" fmla="*/ 3310467 w 6375400"/>
                <a:gd name="connsiteY13" fmla="*/ 1143000 h 2023533"/>
                <a:gd name="connsiteX14" fmla="*/ 3437467 w 6375400"/>
                <a:gd name="connsiteY14" fmla="*/ 1261533 h 2023533"/>
                <a:gd name="connsiteX15" fmla="*/ 3699933 w 6375400"/>
                <a:gd name="connsiteY15" fmla="*/ 1498600 h 2023533"/>
                <a:gd name="connsiteX16" fmla="*/ 3953933 w 6375400"/>
                <a:gd name="connsiteY16" fmla="*/ 1710266 h 2023533"/>
                <a:gd name="connsiteX17" fmla="*/ 4207933 w 6375400"/>
                <a:gd name="connsiteY17" fmla="*/ 1871133 h 2023533"/>
                <a:gd name="connsiteX18" fmla="*/ 4334933 w 6375400"/>
                <a:gd name="connsiteY18" fmla="*/ 1930400 h 2023533"/>
                <a:gd name="connsiteX19" fmla="*/ 4461933 w 6375400"/>
                <a:gd name="connsiteY19" fmla="*/ 1981200 h 2023533"/>
                <a:gd name="connsiteX20" fmla="*/ 4715933 w 6375400"/>
                <a:gd name="connsiteY20" fmla="*/ 2023533 h 2023533"/>
                <a:gd name="connsiteX21" fmla="*/ 5096933 w 6375400"/>
                <a:gd name="connsiteY21" fmla="*/ 1981200 h 2023533"/>
                <a:gd name="connsiteX22" fmla="*/ 5486400 w 6375400"/>
                <a:gd name="connsiteY22" fmla="*/ 1794933 h 2023533"/>
                <a:gd name="connsiteX23" fmla="*/ 5613400 w 6375400"/>
                <a:gd name="connsiteY23" fmla="*/ 1710266 h 2023533"/>
                <a:gd name="connsiteX24" fmla="*/ 5867400 w 6375400"/>
                <a:gd name="connsiteY24" fmla="*/ 1498600 h 2023533"/>
                <a:gd name="connsiteX25" fmla="*/ 6248400 w 6375400"/>
                <a:gd name="connsiteY25" fmla="*/ 1143000 h 2023533"/>
                <a:gd name="connsiteX26" fmla="*/ 6375400 w 6375400"/>
                <a:gd name="connsiteY26" fmla="*/ 1016000 h 202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375400" h="2023533">
                  <a:moveTo>
                    <a:pt x="0" y="1016000"/>
                  </a:moveTo>
                  <a:cubicBezTo>
                    <a:pt x="129093" y="878301"/>
                    <a:pt x="231743" y="764357"/>
                    <a:pt x="381000" y="635000"/>
                  </a:cubicBezTo>
                  <a:cubicBezTo>
                    <a:pt x="465667" y="561622"/>
                    <a:pt x="549399" y="487152"/>
                    <a:pt x="635000" y="414866"/>
                  </a:cubicBezTo>
                  <a:cubicBezTo>
                    <a:pt x="744562" y="322347"/>
                    <a:pt x="893103" y="209752"/>
                    <a:pt x="1016000" y="152400"/>
                  </a:cubicBezTo>
                  <a:cubicBezTo>
                    <a:pt x="1058333" y="132644"/>
                    <a:pt x="1100135" y="111708"/>
                    <a:pt x="1143000" y="93133"/>
                  </a:cubicBezTo>
                  <a:cubicBezTo>
                    <a:pt x="1184835" y="75004"/>
                    <a:pt x="1226328" y="55434"/>
                    <a:pt x="1270000" y="42333"/>
                  </a:cubicBezTo>
                  <a:cubicBezTo>
                    <a:pt x="1337553" y="22067"/>
                    <a:pt x="1454444" y="9274"/>
                    <a:pt x="1524000" y="0"/>
                  </a:cubicBezTo>
                  <a:cubicBezTo>
                    <a:pt x="1645892" y="7864"/>
                    <a:pt x="1790937" y="5574"/>
                    <a:pt x="1913467" y="42333"/>
                  </a:cubicBezTo>
                  <a:cubicBezTo>
                    <a:pt x="1957139" y="55434"/>
                    <a:pt x="1998632" y="75004"/>
                    <a:pt x="2040467" y="93133"/>
                  </a:cubicBezTo>
                  <a:cubicBezTo>
                    <a:pt x="2157234" y="143732"/>
                    <a:pt x="2185500" y="159588"/>
                    <a:pt x="2294467" y="228600"/>
                  </a:cubicBezTo>
                  <a:cubicBezTo>
                    <a:pt x="2337450" y="255822"/>
                    <a:pt x="2381306" y="282030"/>
                    <a:pt x="2421467" y="313266"/>
                  </a:cubicBezTo>
                  <a:cubicBezTo>
                    <a:pt x="2508463" y="380929"/>
                    <a:pt x="2591262" y="453827"/>
                    <a:pt x="2675467" y="524933"/>
                  </a:cubicBezTo>
                  <a:cubicBezTo>
                    <a:pt x="2816632" y="644140"/>
                    <a:pt x="2919474" y="738973"/>
                    <a:pt x="3056467" y="880533"/>
                  </a:cubicBezTo>
                  <a:cubicBezTo>
                    <a:pt x="3141134" y="968022"/>
                    <a:pt x="3224378" y="1056911"/>
                    <a:pt x="3310467" y="1143000"/>
                  </a:cubicBezTo>
                  <a:cubicBezTo>
                    <a:pt x="3351413" y="1183946"/>
                    <a:pt x="3395179" y="1221973"/>
                    <a:pt x="3437467" y="1261533"/>
                  </a:cubicBezTo>
                  <a:cubicBezTo>
                    <a:pt x="3618965" y="1431322"/>
                    <a:pt x="3521485" y="1343946"/>
                    <a:pt x="3699933" y="1498600"/>
                  </a:cubicBezTo>
                  <a:cubicBezTo>
                    <a:pt x="3750276" y="1542231"/>
                    <a:pt x="3897022" y="1672325"/>
                    <a:pt x="3953933" y="1710266"/>
                  </a:cubicBezTo>
                  <a:cubicBezTo>
                    <a:pt x="4034090" y="1763704"/>
                    <a:pt x="4122617" y="1825631"/>
                    <a:pt x="4207933" y="1871133"/>
                  </a:cubicBezTo>
                  <a:cubicBezTo>
                    <a:pt x="4249153" y="1893117"/>
                    <a:pt x="4292068" y="1911825"/>
                    <a:pt x="4334933" y="1930400"/>
                  </a:cubicBezTo>
                  <a:cubicBezTo>
                    <a:pt x="4376768" y="1948529"/>
                    <a:pt x="4418261" y="1968099"/>
                    <a:pt x="4461933" y="1981200"/>
                  </a:cubicBezTo>
                  <a:cubicBezTo>
                    <a:pt x="4529486" y="2001466"/>
                    <a:pt x="4646377" y="2014259"/>
                    <a:pt x="4715933" y="2023533"/>
                  </a:cubicBezTo>
                  <a:cubicBezTo>
                    <a:pt x="4795779" y="2018210"/>
                    <a:pt x="4997247" y="2015873"/>
                    <a:pt x="5096933" y="1981200"/>
                  </a:cubicBezTo>
                  <a:cubicBezTo>
                    <a:pt x="5281018" y="1917170"/>
                    <a:pt x="5342529" y="1886051"/>
                    <a:pt x="5486400" y="1794933"/>
                  </a:cubicBezTo>
                  <a:cubicBezTo>
                    <a:pt x="5529383" y="1767710"/>
                    <a:pt x="5573239" y="1741502"/>
                    <a:pt x="5613400" y="1710266"/>
                  </a:cubicBezTo>
                  <a:cubicBezTo>
                    <a:pt x="5700395" y="1642603"/>
                    <a:pt x="5783195" y="1569706"/>
                    <a:pt x="5867400" y="1498600"/>
                  </a:cubicBezTo>
                  <a:cubicBezTo>
                    <a:pt x="6035718" y="1356465"/>
                    <a:pt x="6054330" y="1332758"/>
                    <a:pt x="6248400" y="1143000"/>
                  </a:cubicBezTo>
                  <a:cubicBezTo>
                    <a:pt x="6291206" y="1101145"/>
                    <a:pt x="6375400" y="1016000"/>
                    <a:pt x="6375400" y="1016000"/>
                  </a:cubicBezTo>
                </a:path>
              </a:pathLst>
            </a:custGeom>
            <a:noFill/>
            <a:ln w="38100" cap="rnd">
              <a:solidFill>
                <a:srgbClr val="FF000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23" name="Freeform 52">
              <a:extLst>
                <a:ext uri="{FF2B5EF4-FFF2-40B4-BE49-F238E27FC236}">
                  <a16:creationId xmlns:a16="http://schemas.microsoft.com/office/drawing/2014/main" id="{2D8A4613-7243-355D-9EEC-617C1591CCFE}"/>
                </a:ext>
              </a:extLst>
            </p:cNvPr>
            <p:cNvSpPr>
              <a:spLocks noChangeAspect="1"/>
            </p:cNvSpPr>
            <p:nvPr/>
          </p:nvSpPr>
          <p:spPr>
            <a:xfrm>
              <a:off x="3029028" y="3349953"/>
              <a:ext cx="988550" cy="438133"/>
            </a:xfrm>
            <a:custGeom>
              <a:avLst/>
              <a:gdLst>
                <a:gd name="connsiteX0" fmla="*/ 0 w 6375400"/>
                <a:gd name="connsiteY0" fmla="*/ 1016000 h 2023533"/>
                <a:gd name="connsiteX1" fmla="*/ 381000 w 6375400"/>
                <a:gd name="connsiteY1" fmla="*/ 635000 h 2023533"/>
                <a:gd name="connsiteX2" fmla="*/ 635000 w 6375400"/>
                <a:gd name="connsiteY2" fmla="*/ 414866 h 2023533"/>
                <a:gd name="connsiteX3" fmla="*/ 1016000 w 6375400"/>
                <a:gd name="connsiteY3" fmla="*/ 152400 h 2023533"/>
                <a:gd name="connsiteX4" fmla="*/ 1143000 w 6375400"/>
                <a:gd name="connsiteY4" fmla="*/ 93133 h 2023533"/>
                <a:gd name="connsiteX5" fmla="*/ 1270000 w 6375400"/>
                <a:gd name="connsiteY5" fmla="*/ 42333 h 2023533"/>
                <a:gd name="connsiteX6" fmla="*/ 1524000 w 6375400"/>
                <a:gd name="connsiteY6" fmla="*/ 0 h 2023533"/>
                <a:gd name="connsiteX7" fmla="*/ 1913467 w 6375400"/>
                <a:gd name="connsiteY7" fmla="*/ 42333 h 2023533"/>
                <a:gd name="connsiteX8" fmla="*/ 2040467 w 6375400"/>
                <a:gd name="connsiteY8" fmla="*/ 93133 h 2023533"/>
                <a:gd name="connsiteX9" fmla="*/ 2294467 w 6375400"/>
                <a:gd name="connsiteY9" fmla="*/ 228600 h 2023533"/>
                <a:gd name="connsiteX10" fmla="*/ 2421467 w 6375400"/>
                <a:gd name="connsiteY10" fmla="*/ 313266 h 2023533"/>
                <a:gd name="connsiteX11" fmla="*/ 2675467 w 6375400"/>
                <a:gd name="connsiteY11" fmla="*/ 524933 h 2023533"/>
                <a:gd name="connsiteX12" fmla="*/ 3056467 w 6375400"/>
                <a:gd name="connsiteY12" fmla="*/ 880533 h 2023533"/>
                <a:gd name="connsiteX13" fmla="*/ 3310467 w 6375400"/>
                <a:gd name="connsiteY13" fmla="*/ 1143000 h 2023533"/>
                <a:gd name="connsiteX14" fmla="*/ 3437467 w 6375400"/>
                <a:gd name="connsiteY14" fmla="*/ 1261533 h 2023533"/>
                <a:gd name="connsiteX15" fmla="*/ 3699933 w 6375400"/>
                <a:gd name="connsiteY15" fmla="*/ 1498600 h 2023533"/>
                <a:gd name="connsiteX16" fmla="*/ 3953933 w 6375400"/>
                <a:gd name="connsiteY16" fmla="*/ 1710266 h 2023533"/>
                <a:gd name="connsiteX17" fmla="*/ 4207933 w 6375400"/>
                <a:gd name="connsiteY17" fmla="*/ 1871133 h 2023533"/>
                <a:gd name="connsiteX18" fmla="*/ 4334933 w 6375400"/>
                <a:gd name="connsiteY18" fmla="*/ 1930400 h 2023533"/>
                <a:gd name="connsiteX19" fmla="*/ 4461933 w 6375400"/>
                <a:gd name="connsiteY19" fmla="*/ 1981200 h 2023533"/>
                <a:gd name="connsiteX20" fmla="*/ 4715933 w 6375400"/>
                <a:gd name="connsiteY20" fmla="*/ 2023533 h 2023533"/>
                <a:gd name="connsiteX21" fmla="*/ 5096933 w 6375400"/>
                <a:gd name="connsiteY21" fmla="*/ 1981200 h 2023533"/>
                <a:gd name="connsiteX22" fmla="*/ 5486400 w 6375400"/>
                <a:gd name="connsiteY22" fmla="*/ 1794933 h 2023533"/>
                <a:gd name="connsiteX23" fmla="*/ 5613400 w 6375400"/>
                <a:gd name="connsiteY23" fmla="*/ 1710266 h 2023533"/>
                <a:gd name="connsiteX24" fmla="*/ 5867400 w 6375400"/>
                <a:gd name="connsiteY24" fmla="*/ 1498600 h 2023533"/>
                <a:gd name="connsiteX25" fmla="*/ 6248400 w 6375400"/>
                <a:gd name="connsiteY25" fmla="*/ 1143000 h 2023533"/>
                <a:gd name="connsiteX26" fmla="*/ 6375400 w 6375400"/>
                <a:gd name="connsiteY26" fmla="*/ 1016000 h 2023533"/>
                <a:gd name="connsiteX0" fmla="*/ 0 w 6248400"/>
                <a:gd name="connsiteY0" fmla="*/ 1016000 h 2023533"/>
                <a:gd name="connsiteX1" fmla="*/ 381000 w 6248400"/>
                <a:gd name="connsiteY1" fmla="*/ 635000 h 2023533"/>
                <a:gd name="connsiteX2" fmla="*/ 635000 w 6248400"/>
                <a:gd name="connsiteY2" fmla="*/ 414866 h 2023533"/>
                <a:gd name="connsiteX3" fmla="*/ 1016000 w 6248400"/>
                <a:gd name="connsiteY3" fmla="*/ 152400 h 2023533"/>
                <a:gd name="connsiteX4" fmla="*/ 1143000 w 6248400"/>
                <a:gd name="connsiteY4" fmla="*/ 93133 h 2023533"/>
                <a:gd name="connsiteX5" fmla="*/ 1270000 w 6248400"/>
                <a:gd name="connsiteY5" fmla="*/ 42333 h 2023533"/>
                <a:gd name="connsiteX6" fmla="*/ 1524000 w 6248400"/>
                <a:gd name="connsiteY6" fmla="*/ 0 h 2023533"/>
                <a:gd name="connsiteX7" fmla="*/ 1913467 w 6248400"/>
                <a:gd name="connsiteY7" fmla="*/ 42333 h 2023533"/>
                <a:gd name="connsiteX8" fmla="*/ 2040467 w 6248400"/>
                <a:gd name="connsiteY8" fmla="*/ 93133 h 2023533"/>
                <a:gd name="connsiteX9" fmla="*/ 2294467 w 6248400"/>
                <a:gd name="connsiteY9" fmla="*/ 228600 h 2023533"/>
                <a:gd name="connsiteX10" fmla="*/ 2421467 w 6248400"/>
                <a:gd name="connsiteY10" fmla="*/ 313266 h 2023533"/>
                <a:gd name="connsiteX11" fmla="*/ 2675467 w 6248400"/>
                <a:gd name="connsiteY11" fmla="*/ 524933 h 2023533"/>
                <a:gd name="connsiteX12" fmla="*/ 3056467 w 6248400"/>
                <a:gd name="connsiteY12" fmla="*/ 880533 h 2023533"/>
                <a:gd name="connsiteX13" fmla="*/ 3310467 w 6248400"/>
                <a:gd name="connsiteY13" fmla="*/ 1143000 h 2023533"/>
                <a:gd name="connsiteX14" fmla="*/ 3437467 w 6248400"/>
                <a:gd name="connsiteY14" fmla="*/ 1261533 h 2023533"/>
                <a:gd name="connsiteX15" fmla="*/ 3699933 w 6248400"/>
                <a:gd name="connsiteY15" fmla="*/ 1498600 h 2023533"/>
                <a:gd name="connsiteX16" fmla="*/ 3953933 w 6248400"/>
                <a:gd name="connsiteY16" fmla="*/ 1710266 h 2023533"/>
                <a:gd name="connsiteX17" fmla="*/ 4207933 w 6248400"/>
                <a:gd name="connsiteY17" fmla="*/ 1871133 h 2023533"/>
                <a:gd name="connsiteX18" fmla="*/ 4334933 w 6248400"/>
                <a:gd name="connsiteY18" fmla="*/ 1930400 h 2023533"/>
                <a:gd name="connsiteX19" fmla="*/ 4461933 w 6248400"/>
                <a:gd name="connsiteY19" fmla="*/ 1981200 h 2023533"/>
                <a:gd name="connsiteX20" fmla="*/ 4715933 w 6248400"/>
                <a:gd name="connsiteY20" fmla="*/ 2023533 h 2023533"/>
                <a:gd name="connsiteX21" fmla="*/ 5096933 w 6248400"/>
                <a:gd name="connsiteY21" fmla="*/ 1981200 h 2023533"/>
                <a:gd name="connsiteX22" fmla="*/ 5486400 w 6248400"/>
                <a:gd name="connsiteY22" fmla="*/ 1794933 h 2023533"/>
                <a:gd name="connsiteX23" fmla="*/ 5613400 w 6248400"/>
                <a:gd name="connsiteY23" fmla="*/ 1710266 h 2023533"/>
                <a:gd name="connsiteX24" fmla="*/ 5867400 w 6248400"/>
                <a:gd name="connsiteY24" fmla="*/ 1498600 h 2023533"/>
                <a:gd name="connsiteX25" fmla="*/ 6248400 w 6248400"/>
                <a:gd name="connsiteY25" fmla="*/ 1143000 h 2023533"/>
                <a:gd name="connsiteX0" fmla="*/ 0 w 5867401"/>
                <a:gd name="connsiteY0" fmla="*/ 1016000 h 2023533"/>
                <a:gd name="connsiteX1" fmla="*/ 381000 w 5867401"/>
                <a:gd name="connsiteY1" fmla="*/ 635000 h 2023533"/>
                <a:gd name="connsiteX2" fmla="*/ 635000 w 5867401"/>
                <a:gd name="connsiteY2" fmla="*/ 414866 h 2023533"/>
                <a:gd name="connsiteX3" fmla="*/ 1016000 w 5867401"/>
                <a:gd name="connsiteY3" fmla="*/ 152400 h 2023533"/>
                <a:gd name="connsiteX4" fmla="*/ 1143000 w 5867401"/>
                <a:gd name="connsiteY4" fmla="*/ 93133 h 2023533"/>
                <a:gd name="connsiteX5" fmla="*/ 1270000 w 5867401"/>
                <a:gd name="connsiteY5" fmla="*/ 42333 h 2023533"/>
                <a:gd name="connsiteX6" fmla="*/ 1524000 w 5867401"/>
                <a:gd name="connsiteY6" fmla="*/ 0 h 2023533"/>
                <a:gd name="connsiteX7" fmla="*/ 1913467 w 5867401"/>
                <a:gd name="connsiteY7" fmla="*/ 42333 h 2023533"/>
                <a:gd name="connsiteX8" fmla="*/ 2040467 w 5867401"/>
                <a:gd name="connsiteY8" fmla="*/ 93133 h 2023533"/>
                <a:gd name="connsiteX9" fmla="*/ 2294467 w 5867401"/>
                <a:gd name="connsiteY9" fmla="*/ 228600 h 2023533"/>
                <a:gd name="connsiteX10" fmla="*/ 2421467 w 5867401"/>
                <a:gd name="connsiteY10" fmla="*/ 313266 h 2023533"/>
                <a:gd name="connsiteX11" fmla="*/ 2675467 w 5867401"/>
                <a:gd name="connsiteY11" fmla="*/ 524933 h 2023533"/>
                <a:gd name="connsiteX12" fmla="*/ 3056467 w 5867401"/>
                <a:gd name="connsiteY12" fmla="*/ 880533 h 2023533"/>
                <a:gd name="connsiteX13" fmla="*/ 3310467 w 5867401"/>
                <a:gd name="connsiteY13" fmla="*/ 1143000 h 2023533"/>
                <a:gd name="connsiteX14" fmla="*/ 3437467 w 5867401"/>
                <a:gd name="connsiteY14" fmla="*/ 1261533 h 2023533"/>
                <a:gd name="connsiteX15" fmla="*/ 3699933 w 5867401"/>
                <a:gd name="connsiteY15" fmla="*/ 1498600 h 2023533"/>
                <a:gd name="connsiteX16" fmla="*/ 3953933 w 5867401"/>
                <a:gd name="connsiteY16" fmla="*/ 1710266 h 2023533"/>
                <a:gd name="connsiteX17" fmla="*/ 4207933 w 5867401"/>
                <a:gd name="connsiteY17" fmla="*/ 1871133 h 2023533"/>
                <a:gd name="connsiteX18" fmla="*/ 4334933 w 5867401"/>
                <a:gd name="connsiteY18" fmla="*/ 1930400 h 2023533"/>
                <a:gd name="connsiteX19" fmla="*/ 4461933 w 5867401"/>
                <a:gd name="connsiteY19" fmla="*/ 1981200 h 2023533"/>
                <a:gd name="connsiteX20" fmla="*/ 4715933 w 5867401"/>
                <a:gd name="connsiteY20" fmla="*/ 2023533 h 2023533"/>
                <a:gd name="connsiteX21" fmla="*/ 5096933 w 5867401"/>
                <a:gd name="connsiteY21" fmla="*/ 1981200 h 2023533"/>
                <a:gd name="connsiteX22" fmla="*/ 5486400 w 5867401"/>
                <a:gd name="connsiteY22" fmla="*/ 1794933 h 2023533"/>
                <a:gd name="connsiteX23" fmla="*/ 5613400 w 5867401"/>
                <a:gd name="connsiteY23" fmla="*/ 1710266 h 2023533"/>
                <a:gd name="connsiteX24" fmla="*/ 5867400 w 5867401"/>
                <a:gd name="connsiteY24" fmla="*/ 1498600 h 2023533"/>
                <a:gd name="connsiteX0" fmla="*/ 0 w 5613401"/>
                <a:gd name="connsiteY0" fmla="*/ 1016000 h 2023533"/>
                <a:gd name="connsiteX1" fmla="*/ 381000 w 5613401"/>
                <a:gd name="connsiteY1" fmla="*/ 635000 h 2023533"/>
                <a:gd name="connsiteX2" fmla="*/ 635000 w 5613401"/>
                <a:gd name="connsiteY2" fmla="*/ 414866 h 2023533"/>
                <a:gd name="connsiteX3" fmla="*/ 1016000 w 5613401"/>
                <a:gd name="connsiteY3" fmla="*/ 152400 h 2023533"/>
                <a:gd name="connsiteX4" fmla="*/ 1143000 w 5613401"/>
                <a:gd name="connsiteY4" fmla="*/ 93133 h 2023533"/>
                <a:gd name="connsiteX5" fmla="*/ 1270000 w 5613401"/>
                <a:gd name="connsiteY5" fmla="*/ 42333 h 2023533"/>
                <a:gd name="connsiteX6" fmla="*/ 1524000 w 5613401"/>
                <a:gd name="connsiteY6" fmla="*/ 0 h 2023533"/>
                <a:gd name="connsiteX7" fmla="*/ 1913467 w 5613401"/>
                <a:gd name="connsiteY7" fmla="*/ 42333 h 2023533"/>
                <a:gd name="connsiteX8" fmla="*/ 2040467 w 5613401"/>
                <a:gd name="connsiteY8" fmla="*/ 93133 h 2023533"/>
                <a:gd name="connsiteX9" fmla="*/ 2294467 w 5613401"/>
                <a:gd name="connsiteY9" fmla="*/ 228600 h 2023533"/>
                <a:gd name="connsiteX10" fmla="*/ 2421467 w 5613401"/>
                <a:gd name="connsiteY10" fmla="*/ 313266 h 2023533"/>
                <a:gd name="connsiteX11" fmla="*/ 2675467 w 5613401"/>
                <a:gd name="connsiteY11" fmla="*/ 524933 h 2023533"/>
                <a:gd name="connsiteX12" fmla="*/ 3056467 w 5613401"/>
                <a:gd name="connsiteY12" fmla="*/ 880533 h 2023533"/>
                <a:gd name="connsiteX13" fmla="*/ 3310467 w 5613401"/>
                <a:gd name="connsiteY13" fmla="*/ 1143000 h 2023533"/>
                <a:gd name="connsiteX14" fmla="*/ 3437467 w 5613401"/>
                <a:gd name="connsiteY14" fmla="*/ 1261533 h 2023533"/>
                <a:gd name="connsiteX15" fmla="*/ 3699933 w 5613401"/>
                <a:gd name="connsiteY15" fmla="*/ 1498600 h 2023533"/>
                <a:gd name="connsiteX16" fmla="*/ 3953933 w 5613401"/>
                <a:gd name="connsiteY16" fmla="*/ 1710266 h 2023533"/>
                <a:gd name="connsiteX17" fmla="*/ 4207933 w 5613401"/>
                <a:gd name="connsiteY17" fmla="*/ 1871133 h 2023533"/>
                <a:gd name="connsiteX18" fmla="*/ 4334933 w 5613401"/>
                <a:gd name="connsiteY18" fmla="*/ 1930400 h 2023533"/>
                <a:gd name="connsiteX19" fmla="*/ 4461933 w 5613401"/>
                <a:gd name="connsiteY19" fmla="*/ 1981200 h 2023533"/>
                <a:gd name="connsiteX20" fmla="*/ 4715933 w 5613401"/>
                <a:gd name="connsiteY20" fmla="*/ 2023533 h 2023533"/>
                <a:gd name="connsiteX21" fmla="*/ 5096933 w 5613401"/>
                <a:gd name="connsiteY21" fmla="*/ 1981200 h 2023533"/>
                <a:gd name="connsiteX22" fmla="*/ 5486400 w 5613401"/>
                <a:gd name="connsiteY22" fmla="*/ 1794933 h 2023533"/>
                <a:gd name="connsiteX23" fmla="*/ 5613400 w 5613401"/>
                <a:gd name="connsiteY23" fmla="*/ 1710266 h 2023533"/>
                <a:gd name="connsiteX0" fmla="*/ 0 w 5486401"/>
                <a:gd name="connsiteY0" fmla="*/ 1016000 h 2023533"/>
                <a:gd name="connsiteX1" fmla="*/ 381000 w 5486401"/>
                <a:gd name="connsiteY1" fmla="*/ 635000 h 2023533"/>
                <a:gd name="connsiteX2" fmla="*/ 635000 w 5486401"/>
                <a:gd name="connsiteY2" fmla="*/ 414866 h 2023533"/>
                <a:gd name="connsiteX3" fmla="*/ 1016000 w 5486401"/>
                <a:gd name="connsiteY3" fmla="*/ 152400 h 2023533"/>
                <a:gd name="connsiteX4" fmla="*/ 1143000 w 5486401"/>
                <a:gd name="connsiteY4" fmla="*/ 93133 h 2023533"/>
                <a:gd name="connsiteX5" fmla="*/ 1270000 w 5486401"/>
                <a:gd name="connsiteY5" fmla="*/ 42333 h 2023533"/>
                <a:gd name="connsiteX6" fmla="*/ 1524000 w 5486401"/>
                <a:gd name="connsiteY6" fmla="*/ 0 h 2023533"/>
                <a:gd name="connsiteX7" fmla="*/ 1913467 w 5486401"/>
                <a:gd name="connsiteY7" fmla="*/ 42333 h 2023533"/>
                <a:gd name="connsiteX8" fmla="*/ 2040467 w 5486401"/>
                <a:gd name="connsiteY8" fmla="*/ 93133 h 2023533"/>
                <a:gd name="connsiteX9" fmla="*/ 2294467 w 5486401"/>
                <a:gd name="connsiteY9" fmla="*/ 228600 h 2023533"/>
                <a:gd name="connsiteX10" fmla="*/ 2421467 w 5486401"/>
                <a:gd name="connsiteY10" fmla="*/ 313266 h 2023533"/>
                <a:gd name="connsiteX11" fmla="*/ 2675467 w 5486401"/>
                <a:gd name="connsiteY11" fmla="*/ 524933 h 2023533"/>
                <a:gd name="connsiteX12" fmla="*/ 3056467 w 5486401"/>
                <a:gd name="connsiteY12" fmla="*/ 880533 h 2023533"/>
                <a:gd name="connsiteX13" fmla="*/ 3310467 w 5486401"/>
                <a:gd name="connsiteY13" fmla="*/ 1143000 h 2023533"/>
                <a:gd name="connsiteX14" fmla="*/ 3437467 w 5486401"/>
                <a:gd name="connsiteY14" fmla="*/ 1261533 h 2023533"/>
                <a:gd name="connsiteX15" fmla="*/ 3699933 w 5486401"/>
                <a:gd name="connsiteY15" fmla="*/ 1498600 h 2023533"/>
                <a:gd name="connsiteX16" fmla="*/ 3953933 w 5486401"/>
                <a:gd name="connsiteY16" fmla="*/ 1710266 h 2023533"/>
                <a:gd name="connsiteX17" fmla="*/ 4207933 w 5486401"/>
                <a:gd name="connsiteY17" fmla="*/ 1871133 h 2023533"/>
                <a:gd name="connsiteX18" fmla="*/ 4334933 w 5486401"/>
                <a:gd name="connsiteY18" fmla="*/ 1930400 h 2023533"/>
                <a:gd name="connsiteX19" fmla="*/ 4461933 w 5486401"/>
                <a:gd name="connsiteY19" fmla="*/ 1981200 h 2023533"/>
                <a:gd name="connsiteX20" fmla="*/ 4715933 w 5486401"/>
                <a:gd name="connsiteY20" fmla="*/ 2023533 h 2023533"/>
                <a:gd name="connsiteX21" fmla="*/ 5096933 w 5486401"/>
                <a:gd name="connsiteY21" fmla="*/ 1981200 h 2023533"/>
                <a:gd name="connsiteX22" fmla="*/ 5486400 w 5486401"/>
                <a:gd name="connsiteY22" fmla="*/ 1794933 h 2023533"/>
                <a:gd name="connsiteX0" fmla="*/ 0 w 5096934"/>
                <a:gd name="connsiteY0" fmla="*/ 1016000 h 2023533"/>
                <a:gd name="connsiteX1" fmla="*/ 381000 w 5096934"/>
                <a:gd name="connsiteY1" fmla="*/ 635000 h 2023533"/>
                <a:gd name="connsiteX2" fmla="*/ 635000 w 5096934"/>
                <a:gd name="connsiteY2" fmla="*/ 414866 h 2023533"/>
                <a:gd name="connsiteX3" fmla="*/ 1016000 w 5096934"/>
                <a:gd name="connsiteY3" fmla="*/ 152400 h 2023533"/>
                <a:gd name="connsiteX4" fmla="*/ 1143000 w 5096934"/>
                <a:gd name="connsiteY4" fmla="*/ 93133 h 2023533"/>
                <a:gd name="connsiteX5" fmla="*/ 1270000 w 5096934"/>
                <a:gd name="connsiteY5" fmla="*/ 42333 h 2023533"/>
                <a:gd name="connsiteX6" fmla="*/ 1524000 w 5096934"/>
                <a:gd name="connsiteY6" fmla="*/ 0 h 2023533"/>
                <a:gd name="connsiteX7" fmla="*/ 1913467 w 5096934"/>
                <a:gd name="connsiteY7" fmla="*/ 42333 h 2023533"/>
                <a:gd name="connsiteX8" fmla="*/ 2040467 w 5096934"/>
                <a:gd name="connsiteY8" fmla="*/ 93133 h 2023533"/>
                <a:gd name="connsiteX9" fmla="*/ 2294467 w 5096934"/>
                <a:gd name="connsiteY9" fmla="*/ 228600 h 2023533"/>
                <a:gd name="connsiteX10" fmla="*/ 2421467 w 5096934"/>
                <a:gd name="connsiteY10" fmla="*/ 313266 h 2023533"/>
                <a:gd name="connsiteX11" fmla="*/ 2675467 w 5096934"/>
                <a:gd name="connsiteY11" fmla="*/ 524933 h 2023533"/>
                <a:gd name="connsiteX12" fmla="*/ 3056467 w 5096934"/>
                <a:gd name="connsiteY12" fmla="*/ 880533 h 2023533"/>
                <a:gd name="connsiteX13" fmla="*/ 3310467 w 5096934"/>
                <a:gd name="connsiteY13" fmla="*/ 1143000 h 2023533"/>
                <a:gd name="connsiteX14" fmla="*/ 3437467 w 5096934"/>
                <a:gd name="connsiteY14" fmla="*/ 1261533 h 2023533"/>
                <a:gd name="connsiteX15" fmla="*/ 3699933 w 5096934"/>
                <a:gd name="connsiteY15" fmla="*/ 1498600 h 2023533"/>
                <a:gd name="connsiteX16" fmla="*/ 3953933 w 5096934"/>
                <a:gd name="connsiteY16" fmla="*/ 1710266 h 2023533"/>
                <a:gd name="connsiteX17" fmla="*/ 4207933 w 5096934"/>
                <a:gd name="connsiteY17" fmla="*/ 1871133 h 2023533"/>
                <a:gd name="connsiteX18" fmla="*/ 4334933 w 5096934"/>
                <a:gd name="connsiteY18" fmla="*/ 1930400 h 2023533"/>
                <a:gd name="connsiteX19" fmla="*/ 4461933 w 5096934"/>
                <a:gd name="connsiteY19" fmla="*/ 1981200 h 2023533"/>
                <a:gd name="connsiteX20" fmla="*/ 4715933 w 5096934"/>
                <a:gd name="connsiteY20" fmla="*/ 2023533 h 2023533"/>
                <a:gd name="connsiteX21" fmla="*/ 5096933 w 5096934"/>
                <a:gd name="connsiteY21" fmla="*/ 1981200 h 2023533"/>
                <a:gd name="connsiteX0" fmla="*/ 0 w 4715935"/>
                <a:gd name="connsiteY0" fmla="*/ 1016000 h 2023533"/>
                <a:gd name="connsiteX1" fmla="*/ 381000 w 4715935"/>
                <a:gd name="connsiteY1" fmla="*/ 635000 h 2023533"/>
                <a:gd name="connsiteX2" fmla="*/ 635000 w 4715935"/>
                <a:gd name="connsiteY2" fmla="*/ 414866 h 2023533"/>
                <a:gd name="connsiteX3" fmla="*/ 1016000 w 4715935"/>
                <a:gd name="connsiteY3" fmla="*/ 152400 h 2023533"/>
                <a:gd name="connsiteX4" fmla="*/ 1143000 w 4715935"/>
                <a:gd name="connsiteY4" fmla="*/ 93133 h 2023533"/>
                <a:gd name="connsiteX5" fmla="*/ 1270000 w 4715935"/>
                <a:gd name="connsiteY5" fmla="*/ 42333 h 2023533"/>
                <a:gd name="connsiteX6" fmla="*/ 1524000 w 4715935"/>
                <a:gd name="connsiteY6" fmla="*/ 0 h 2023533"/>
                <a:gd name="connsiteX7" fmla="*/ 1913467 w 4715935"/>
                <a:gd name="connsiteY7" fmla="*/ 42333 h 2023533"/>
                <a:gd name="connsiteX8" fmla="*/ 2040467 w 4715935"/>
                <a:gd name="connsiteY8" fmla="*/ 93133 h 2023533"/>
                <a:gd name="connsiteX9" fmla="*/ 2294467 w 4715935"/>
                <a:gd name="connsiteY9" fmla="*/ 228600 h 2023533"/>
                <a:gd name="connsiteX10" fmla="*/ 2421467 w 4715935"/>
                <a:gd name="connsiteY10" fmla="*/ 313266 h 2023533"/>
                <a:gd name="connsiteX11" fmla="*/ 2675467 w 4715935"/>
                <a:gd name="connsiteY11" fmla="*/ 524933 h 2023533"/>
                <a:gd name="connsiteX12" fmla="*/ 3056467 w 4715935"/>
                <a:gd name="connsiteY12" fmla="*/ 880533 h 2023533"/>
                <a:gd name="connsiteX13" fmla="*/ 3310467 w 4715935"/>
                <a:gd name="connsiteY13" fmla="*/ 1143000 h 2023533"/>
                <a:gd name="connsiteX14" fmla="*/ 3437467 w 4715935"/>
                <a:gd name="connsiteY14" fmla="*/ 1261533 h 2023533"/>
                <a:gd name="connsiteX15" fmla="*/ 3699933 w 4715935"/>
                <a:gd name="connsiteY15" fmla="*/ 1498600 h 2023533"/>
                <a:gd name="connsiteX16" fmla="*/ 3953933 w 4715935"/>
                <a:gd name="connsiteY16" fmla="*/ 1710266 h 2023533"/>
                <a:gd name="connsiteX17" fmla="*/ 4207933 w 4715935"/>
                <a:gd name="connsiteY17" fmla="*/ 1871133 h 2023533"/>
                <a:gd name="connsiteX18" fmla="*/ 4334933 w 4715935"/>
                <a:gd name="connsiteY18" fmla="*/ 1930400 h 2023533"/>
                <a:gd name="connsiteX19" fmla="*/ 4461933 w 4715935"/>
                <a:gd name="connsiteY19" fmla="*/ 1981200 h 2023533"/>
                <a:gd name="connsiteX20" fmla="*/ 4715933 w 4715935"/>
                <a:gd name="connsiteY20" fmla="*/ 2023533 h 2023533"/>
                <a:gd name="connsiteX0" fmla="*/ 0 w 4461931"/>
                <a:gd name="connsiteY0" fmla="*/ 1016000 h 1981200"/>
                <a:gd name="connsiteX1" fmla="*/ 381000 w 4461931"/>
                <a:gd name="connsiteY1" fmla="*/ 635000 h 1981200"/>
                <a:gd name="connsiteX2" fmla="*/ 635000 w 4461931"/>
                <a:gd name="connsiteY2" fmla="*/ 414866 h 1981200"/>
                <a:gd name="connsiteX3" fmla="*/ 1016000 w 4461931"/>
                <a:gd name="connsiteY3" fmla="*/ 152400 h 1981200"/>
                <a:gd name="connsiteX4" fmla="*/ 1143000 w 4461931"/>
                <a:gd name="connsiteY4" fmla="*/ 93133 h 1981200"/>
                <a:gd name="connsiteX5" fmla="*/ 1270000 w 4461931"/>
                <a:gd name="connsiteY5" fmla="*/ 42333 h 1981200"/>
                <a:gd name="connsiteX6" fmla="*/ 1524000 w 4461931"/>
                <a:gd name="connsiteY6" fmla="*/ 0 h 1981200"/>
                <a:gd name="connsiteX7" fmla="*/ 1913467 w 4461931"/>
                <a:gd name="connsiteY7" fmla="*/ 42333 h 1981200"/>
                <a:gd name="connsiteX8" fmla="*/ 2040467 w 4461931"/>
                <a:gd name="connsiteY8" fmla="*/ 93133 h 1981200"/>
                <a:gd name="connsiteX9" fmla="*/ 2294467 w 4461931"/>
                <a:gd name="connsiteY9" fmla="*/ 228600 h 1981200"/>
                <a:gd name="connsiteX10" fmla="*/ 2421467 w 4461931"/>
                <a:gd name="connsiteY10" fmla="*/ 313266 h 1981200"/>
                <a:gd name="connsiteX11" fmla="*/ 2675467 w 4461931"/>
                <a:gd name="connsiteY11" fmla="*/ 524933 h 1981200"/>
                <a:gd name="connsiteX12" fmla="*/ 3056467 w 4461931"/>
                <a:gd name="connsiteY12" fmla="*/ 880533 h 1981200"/>
                <a:gd name="connsiteX13" fmla="*/ 3310467 w 4461931"/>
                <a:gd name="connsiteY13" fmla="*/ 1143000 h 1981200"/>
                <a:gd name="connsiteX14" fmla="*/ 3437467 w 4461931"/>
                <a:gd name="connsiteY14" fmla="*/ 1261533 h 1981200"/>
                <a:gd name="connsiteX15" fmla="*/ 3699933 w 4461931"/>
                <a:gd name="connsiteY15" fmla="*/ 1498600 h 1981200"/>
                <a:gd name="connsiteX16" fmla="*/ 3953933 w 4461931"/>
                <a:gd name="connsiteY16" fmla="*/ 1710266 h 1981200"/>
                <a:gd name="connsiteX17" fmla="*/ 4207933 w 4461931"/>
                <a:gd name="connsiteY17" fmla="*/ 1871133 h 1981200"/>
                <a:gd name="connsiteX18" fmla="*/ 4334933 w 4461931"/>
                <a:gd name="connsiteY18" fmla="*/ 1930400 h 1981200"/>
                <a:gd name="connsiteX19" fmla="*/ 4461933 w 4461931"/>
                <a:gd name="connsiteY19" fmla="*/ 1981200 h 1981200"/>
                <a:gd name="connsiteX0" fmla="*/ 0 w 4334931"/>
                <a:gd name="connsiteY0" fmla="*/ 1016000 h 1930400"/>
                <a:gd name="connsiteX1" fmla="*/ 381000 w 4334931"/>
                <a:gd name="connsiteY1" fmla="*/ 635000 h 1930400"/>
                <a:gd name="connsiteX2" fmla="*/ 635000 w 4334931"/>
                <a:gd name="connsiteY2" fmla="*/ 414866 h 1930400"/>
                <a:gd name="connsiteX3" fmla="*/ 1016000 w 4334931"/>
                <a:gd name="connsiteY3" fmla="*/ 152400 h 1930400"/>
                <a:gd name="connsiteX4" fmla="*/ 1143000 w 4334931"/>
                <a:gd name="connsiteY4" fmla="*/ 93133 h 1930400"/>
                <a:gd name="connsiteX5" fmla="*/ 1270000 w 4334931"/>
                <a:gd name="connsiteY5" fmla="*/ 42333 h 1930400"/>
                <a:gd name="connsiteX6" fmla="*/ 1524000 w 4334931"/>
                <a:gd name="connsiteY6" fmla="*/ 0 h 1930400"/>
                <a:gd name="connsiteX7" fmla="*/ 1913467 w 4334931"/>
                <a:gd name="connsiteY7" fmla="*/ 42333 h 1930400"/>
                <a:gd name="connsiteX8" fmla="*/ 2040467 w 4334931"/>
                <a:gd name="connsiteY8" fmla="*/ 93133 h 1930400"/>
                <a:gd name="connsiteX9" fmla="*/ 2294467 w 4334931"/>
                <a:gd name="connsiteY9" fmla="*/ 228600 h 1930400"/>
                <a:gd name="connsiteX10" fmla="*/ 2421467 w 4334931"/>
                <a:gd name="connsiteY10" fmla="*/ 313266 h 1930400"/>
                <a:gd name="connsiteX11" fmla="*/ 2675467 w 4334931"/>
                <a:gd name="connsiteY11" fmla="*/ 524933 h 1930400"/>
                <a:gd name="connsiteX12" fmla="*/ 3056467 w 4334931"/>
                <a:gd name="connsiteY12" fmla="*/ 880533 h 1930400"/>
                <a:gd name="connsiteX13" fmla="*/ 3310467 w 4334931"/>
                <a:gd name="connsiteY13" fmla="*/ 1143000 h 1930400"/>
                <a:gd name="connsiteX14" fmla="*/ 3437467 w 4334931"/>
                <a:gd name="connsiteY14" fmla="*/ 1261533 h 1930400"/>
                <a:gd name="connsiteX15" fmla="*/ 3699933 w 4334931"/>
                <a:gd name="connsiteY15" fmla="*/ 1498600 h 1930400"/>
                <a:gd name="connsiteX16" fmla="*/ 3953933 w 4334931"/>
                <a:gd name="connsiteY16" fmla="*/ 1710266 h 1930400"/>
                <a:gd name="connsiteX17" fmla="*/ 4207933 w 4334931"/>
                <a:gd name="connsiteY17" fmla="*/ 1871133 h 1930400"/>
                <a:gd name="connsiteX18" fmla="*/ 4334933 w 4334931"/>
                <a:gd name="connsiteY18" fmla="*/ 1930400 h 1930400"/>
                <a:gd name="connsiteX0" fmla="*/ 0 w 4207931"/>
                <a:gd name="connsiteY0" fmla="*/ 1016000 h 1871134"/>
                <a:gd name="connsiteX1" fmla="*/ 381000 w 4207931"/>
                <a:gd name="connsiteY1" fmla="*/ 635000 h 1871134"/>
                <a:gd name="connsiteX2" fmla="*/ 635000 w 4207931"/>
                <a:gd name="connsiteY2" fmla="*/ 414866 h 1871134"/>
                <a:gd name="connsiteX3" fmla="*/ 1016000 w 4207931"/>
                <a:gd name="connsiteY3" fmla="*/ 152400 h 1871134"/>
                <a:gd name="connsiteX4" fmla="*/ 1143000 w 4207931"/>
                <a:gd name="connsiteY4" fmla="*/ 93133 h 1871134"/>
                <a:gd name="connsiteX5" fmla="*/ 1270000 w 4207931"/>
                <a:gd name="connsiteY5" fmla="*/ 42333 h 1871134"/>
                <a:gd name="connsiteX6" fmla="*/ 1524000 w 4207931"/>
                <a:gd name="connsiteY6" fmla="*/ 0 h 1871134"/>
                <a:gd name="connsiteX7" fmla="*/ 1913467 w 4207931"/>
                <a:gd name="connsiteY7" fmla="*/ 42333 h 1871134"/>
                <a:gd name="connsiteX8" fmla="*/ 2040467 w 4207931"/>
                <a:gd name="connsiteY8" fmla="*/ 93133 h 1871134"/>
                <a:gd name="connsiteX9" fmla="*/ 2294467 w 4207931"/>
                <a:gd name="connsiteY9" fmla="*/ 228600 h 1871134"/>
                <a:gd name="connsiteX10" fmla="*/ 2421467 w 4207931"/>
                <a:gd name="connsiteY10" fmla="*/ 313266 h 1871134"/>
                <a:gd name="connsiteX11" fmla="*/ 2675467 w 4207931"/>
                <a:gd name="connsiteY11" fmla="*/ 524933 h 1871134"/>
                <a:gd name="connsiteX12" fmla="*/ 3056467 w 4207931"/>
                <a:gd name="connsiteY12" fmla="*/ 880533 h 1871134"/>
                <a:gd name="connsiteX13" fmla="*/ 3310467 w 4207931"/>
                <a:gd name="connsiteY13" fmla="*/ 1143000 h 1871134"/>
                <a:gd name="connsiteX14" fmla="*/ 3437467 w 4207931"/>
                <a:gd name="connsiteY14" fmla="*/ 1261533 h 1871134"/>
                <a:gd name="connsiteX15" fmla="*/ 3699933 w 4207931"/>
                <a:gd name="connsiteY15" fmla="*/ 1498600 h 1871134"/>
                <a:gd name="connsiteX16" fmla="*/ 3953933 w 4207931"/>
                <a:gd name="connsiteY16" fmla="*/ 1710266 h 1871134"/>
                <a:gd name="connsiteX17" fmla="*/ 4207933 w 4207931"/>
                <a:gd name="connsiteY17" fmla="*/ 1871133 h 1871134"/>
                <a:gd name="connsiteX0" fmla="*/ 0 w 3953932"/>
                <a:gd name="connsiteY0" fmla="*/ 1016000 h 1710267"/>
                <a:gd name="connsiteX1" fmla="*/ 381000 w 3953932"/>
                <a:gd name="connsiteY1" fmla="*/ 635000 h 1710267"/>
                <a:gd name="connsiteX2" fmla="*/ 635000 w 3953932"/>
                <a:gd name="connsiteY2" fmla="*/ 414866 h 1710267"/>
                <a:gd name="connsiteX3" fmla="*/ 1016000 w 3953932"/>
                <a:gd name="connsiteY3" fmla="*/ 152400 h 1710267"/>
                <a:gd name="connsiteX4" fmla="*/ 1143000 w 3953932"/>
                <a:gd name="connsiteY4" fmla="*/ 93133 h 1710267"/>
                <a:gd name="connsiteX5" fmla="*/ 1270000 w 3953932"/>
                <a:gd name="connsiteY5" fmla="*/ 42333 h 1710267"/>
                <a:gd name="connsiteX6" fmla="*/ 1524000 w 3953932"/>
                <a:gd name="connsiteY6" fmla="*/ 0 h 1710267"/>
                <a:gd name="connsiteX7" fmla="*/ 1913467 w 3953932"/>
                <a:gd name="connsiteY7" fmla="*/ 42333 h 1710267"/>
                <a:gd name="connsiteX8" fmla="*/ 2040467 w 3953932"/>
                <a:gd name="connsiteY8" fmla="*/ 93133 h 1710267"/>
                <a:gd name="connsiteX9" fmla="*/ 2294467 w 3953932"/>
                <a:gd name="connsiteY9" fmla="*/ 228600 h 1710267"/>
                <a:gd name="connsiteX10" fmla="*/ 2421467 w 3953932"/>
                <a:gd name="connsiteY10" fmla="*/ 313266 h 1710267"/>
                <a:gd name="connsiteX11" fmla="*/ 2675467 w 3953932"/>
                <a:gd name="connsiteY11" fmla="*/ 524933 h 1710267"/>
                <a:gd name="connsiteX12" fmla="*/ 3056467 w 3953932"/>
                <a:gd name="connsiteY12" fmla="*/ 880533 h 1710267"/>
                <a:gd name="connsiteX13" fmla="*/ 3310467 w 3953932"/>
                <a:gd name="connsiteY13" fmla="*/ 1143000 h 1710267"/>
                <a:gd name="connsiteX14" fmla="*/ 3437467 w 3953932"/>
                <a:gd name="connsiteY14" fmla="*/ 1261533 h 1710267"/>
                <a:gd name="connsiteX15" fmla="*/ 3699933 w 3953932"/>
                <a:gd name="connsiteY15" fmla="*/ 1498600 h 1710267"/>
                <a:gd name="connsiteX16" fmla="*/ 3953933 w 3953932"/>
                <a:gd name="connsiteY16" fmla="*/ 1710266 h 1710267"/>
                <a:gd name="connsiteX0" fmla="*/ 0 w 3699933"/>
                <a:gd name="connsiteY0" fmla="*/ 1016000 h 1498600"/>
                <a:gd name="connsiteX1" fmla="*/ 381000 w 3699933"/>
                <a:gd name="connsiteY1" fmla="*/ 635000 h 1498600"/>
                <a:gd name="connsiteX2" fmla="*/ 635000 w 3699933"/>
                <a:gd name="connsiteY2" fmla="*/ 414866 h 1498600"/>
                <a:gd name="connsiteX3" fmla="*/ 1016000 w 3699933"/>
                <a:gd name="connsiteY3" fmla="*/ 152400 h 1498600"/>
                <a:gd name="connsiteX4" fmla="*/ 1143000 w 3699933"/>
                <a:gd name="connsiteY4" fmla="*/ 93133 h 1498600"/>
                <a:gd name="connsiteX5" fmla="*/ 1270000 w 3699933"/>
                <a:gd name="connsiteY5" fmla="*/ 42333 h 1498600"/>
                <a:gd name="connsiteX6" fmla="*/ 1524000 w 3699933"/>
                <a:gd name="connsiteY6" fmla="*/ 0 h 1498600"/>
                <a:gd name="connsiteX7" fmla="*/ 1913467 w 3699933"/>
                <a:gd name="connsiteY7" fmla="*/ 42333 h 1498600"/>
                <a:gd name="connsiteX8" fmla="*/ 2040467 w 3699933"/>
                <a:gd name="connsiteY8" fmla="*/ 93133 h 1498600"/>
                <a:gd name="connsiteX9" fmla="*/ 2294467 w 3699933"/>
                <a:gd name="connsiteY9" fmla="*/ 228600 h 1498600"/>
                <a:gd name="connsiteX10" fmla="*/ 2421467 w 3699933"/>
                <a:gd name="connsiteY10" fmla="*/ 313266 h 1498600"/>
                <a:gd name="connsiteX11" fmla="*/ 2675467 w 3699933"/>
                <a:gd name="connsiteY11" fmla="*/ 524933 h 1498600"/>
                <a:gd name="connsiteX12" fmla="*/ 3056467 w 3699933"/>
                <a:gd name="connsiteY12" fmla="*/ 880533 h 1498600"/>
                <a:gd name="connsiteX13" fmla="*/ 3310467 w 3699933"/>
                <a:gd name="connsiteY13" fmla="*/ 1143000 h 1498600"/>
                <a:gd name="connsiteX14" fmla="*/ 3437467 w 3699933"/>
                <a:gd name="connsiteY14" fmla="*/ 1261533 h 1498600"/>
                <a:gd name="connsiteX15" fmla="*/ 3699933 w 3699933"/>
                <a:gd name="connsiteY15" fmla="*/ 1498600 h 1498600"/>
                <a:gd name="connsiteX0" fmla="*/ 0 w 3437466"/>
                <a:gd name="connsiteY0" fmla="*/ 1016000 h 1261533"/>
                <a:gd name="connsiteX1" fmla="*/ 381000 w 3437466"/>
                <a:gd name="connsiteY1" fmla="*/ 635000 h 1261533"/>
                <a:gd name="connsiteX2" fmla="*/ 635000 w 3437466"/>
                <a:gd name="connsiteY2" fmla="*/ 414866 h 1261533"/>
                <a:gd name="connsiteX3" fmla="*/ 1016000 w 3437466"/>
                <a:gd name="connsiteY3" fmla="*/ 152400 h 1261533"/>
                <a:gd name="connsiteX4" fmla="*/ 1143000 w 3437466"/>
                <a:gd name="connsiteY4" fmla="*/ 93133 h 1261533"/>
                <a:gd name="connsiteX5" fmla="*/ 1270000 w 3437466"/>
                <a:gd name="connsiteY5" fmla="*/ 42333 h 1261533"/>
                <a:gd name="connsiteX6" fmla="*/ 1524000 w 3437466"/>
                <a:gd name="connsiteY6" fmla="*/ 0 h 1261533"/>
                <a:gd name="connsiteX7" fmla="*/ 1913467 w 3437466"/>
                <a:gd name="connsiteY7" fmla="*/ 42333 h 1261533"/>
                <a:gd name="connsiteX8" fmla="*/ 2040467 w 3437466"/>
                <a:gd name="connsiteY8" fmla="*/ 93133 h 1261533"/>
                <a:gd name="connsiteX9" fmla="*/ 2294467 w 3437466"/>
                <a:gd name="connsiteY9" fmla="*/ 228600 h 1261533"/>
                <a:gd name="connsiteX10" fmla="*/ 2421467 w 3437466"/>
                <a:gd name="connsiteY10" fmla="*/ 313266 h 1261533"/>
                <a:gd name="connsiteX11" fmla="*/ 2675467 w 3437466"/>
                <a:gd name="connsiteY11" fmla="*/ 524933 h 1261533"/>
                <a:gd name="connsiteX12" fmla="*/ 3056467 w 3437466"/>
                <a:gd name="connsiteY12" fmla="*/ 880533 h 1261533"/>
                <a:gd name="connsiteX13" fmla="*/ 3310467 w 3437466"/>
                <a:gd name="connsiteY13" fmla="*/ 1143000 h 1261533"/>
                <a:gd name="connsiteX14" fmla="*/ 3437467 w 3437466"/>
                <a:gd name="connsiteY14" fmla="*/ 1261533 h 1261533"/>
                <a:gd name="connsiteX0" fmla="*/ 0 w 3310466"/>
                <a:gd name="connsiteY0" fmla="*/ 1016000 h 1143001"/>
                <a:gd name="connsiteX1" fmla="*/ 381000 w 3310466"/>
                <a:gd name="connsiteY1" fmla="*/ 635000 h 1143001"/>
                <a:gd name="connsiteX2" fmla="*/ 635000 w 3310466"/>
                <a:gd name="connsiteY2" fmla="*/ 414866 h 1143001"/>
                <a:gd name="connsiteX3" fmla="*/ 1016000 w 3310466"/>
                <a:gd name="connsiteY3" fmla="*/ 152400 h 1143001"/>
                <a:gd name="connsiteX4" fmla="*/ 1143000 w 3310466"/>
                <a:gd name="connsiteY4" fmla="*/ 93133 h 1143001"/>
                <a:gd name="connsiteX5" fmla="*/ 1270000 w 3310466"/>
                <a:gd name="connsiteY5" fmla="*/ 42333 h 1143001"/>
                <a:gd name="connsiteX6" fmla="*/ 1524000 w 3310466"/>
                <a:gd name="connsiteY6" fmla="*/ 0 h 1143001"/>
                <a:gd name="connsiteX7" fmla="*/ 1913467 w 3310466"/>
                <a:gd name="connsiteY7" fmla="*/ 42333 h 1143001"/>
                <a:gd name="connsiteX8" fmla="*/ 2040467 w 3310466"/>
                <a:gd name="connsiteY8" fmla="*/ 93133 h 1143001"/>
                <a:gd name="connsiteX9" fmla="*/ 2294467 w 3310466"/>
                <a:gd name="connsiteY9" fmla="*/ 228600 h 1143001"/>
                <a:gd name="connsiteX10" fmla="*/ 2421467 w 3310466"/>
                <a:gd name="connsiteY10" fmla="*/ 313266 h 1143001"/>
                <a:gd name="connsiteX11" fmla="*/ 2675467 w 3310466"/>
                <a:gd name="connsiteY11" fmla="*/ 524933 h 1143001"/>
                <a:gd name="connsiteX12" fmla="*/ 3056467 w 3310466"/>
                <a:gd name="connsiteY12" fmla="*/ 880533 h 1143001"/>
                <a:gd name="connsiteX13" fmla="*/ 3310467 w 3310466"/>
                <a:gd name="connsiteY13" fmla="*/ 1143000 h 1143001"/>
                <a:gd name="connsiteX0" fmla="*/ 0 w 3056466"/>
                <a:gd name="connsiteY0" fmla="*/ 1016000 h 1016000"/>
                <a:gd name="connsiteX1" fmla="*/ 381000 w 3056466"/>
                <a:gd name="connsiteY1" fmla="*/ 635000 h 1016000"/>
                <a:gd name="connsiteX2" fmla="*/ 635000 w 3056466"/>
                <a:gd name="connsiteY2" fmla="*/ 414866 h 1016000"/>
                <a:gd name="connsiteX3" fmla="*/ 1016000 w 3056466"/>
                <a:gd name="connsiteY3" fmla="*/ 152400 h 1016000"/>
                <a:gd name="connsiteX4" fmla="*/ 1143000 w 3056466"/>
                <a:gd name="connsiteY4" fmla="*/ 93133 h 1016000"/>
                <a:gd name="connsiteX5" fmla="*/ 1270000 w 3056466"/>
                <a:gd name="connsiteY5" fmla="*/ 42333 h 1016000"/>
                <a:gd name="connsiteX6" fmla="*/ 1524000 w 3056466"/>
                <a:gd name="connsiteY6" fmla="*/ 0 h 1016000"/>
                <a:gd name="connsiteX7" fmla="*/ 1913467 w 3056466"/>
                <a:gd name="connsiteY7" fmla="*/ 42333 h 1016000"/>
                <a:gd name="connsiteX8" fmla="*/ 2040467 w 3056466"/>
                <a:gd name="connsiteY8" fmla="*/ 93133 h 1016000"/>
                <a:gd name="connsiteX9" fmla="*/ 2294467 w 3056466"/>
                <a:gd name="connsiteY9" fmla="*/ 228600 h 1016000"/>
                <a:gd name="connsiteX10" fmla="*/ 2421467 w 3056466"/>
                <a:gd name="connsiteY10" fmla="*/ 313266 h 1016000"/>
                <a:gd name="connsiteX11" fmla="*/ 2675467 w 3056466"/>
                <a:gd name="connsiteY11" fmla="*/ 524933 h 1016000"/>
                <a:gd name="connsiteX12" fmla="*/ 3056467 w 3056466"/>
                <a:gd name="connsiteY12" fmla="*/ 880533 h 1016000"/>
                <a:gd name="connsiteX0" fmla="*/ 0 w 2675467"/>
                <a:gd name="connsiteY0" fmla="*/ 1016000 h 1016000"/>
                <a:gd name="connsiteX1" fmla="*/ 381000 w 2675467"/>
                <a:gd name="connsiteY1" fmla="*/ 635000 h 1016000"/>
                <a:gd name="connsiteX2" fmla="*/ 635000 w 2675467"/>
                <a:gd name="connsiteY2" fmla="*/ 414866 h 1016000"/>
                <a:gd name="connsiteX3" fmla="*/ 1016000 w 2675467"/>
                <a:gd name="connsiteY3" fmla="*/ 152400 h 1016000"/>
                <a:gd name="connsiteX4" fmla="*/ 1143000 w 2675467"/>
                <a:gd name="connsiteY4" fmla="*/ 93133 h 1016000"/>
                <a:gd name="connsiteX5" fmla="*/ 1270000 w 2675467"/>
                <a:gd name="connsiteY5" fmla="*/ 42333 h 1016000"/>
                <a:gd name="connsiteX6" fmla="*/ 1524000 w 2675467"/>
                <a:gd name="connsiteY6" fmla="*/ 0 h 1016000"/>
                <a:gd name="connsiteX7" fmla="*/ 1913467 w 2675467"/>
                <a:gd name="connsiteY7" fmla="*/ 42333 h 1016000"/>
                <a:gd name="connsiteX8" fmla="*/ 2040467 w 2675467"/>
                <a:gd name="connsiteY8" fmla="*/ 93133 h 1016000"/>
                <a:gd name="connsiteX9" fmla="*/ 2294467 w 2675467"/>
                <a:gd name="connsiteY9" fmla="*/ 228600 h 1016000"/>
                <a:gd name="connsiteX10" fmla="*/ 2421467 w 2675467"/>
                <a:gd name="connsiteY10" fmla="*/ 313266 h 1016000"/>
                <a:gd name="connsiteX11" fmla="*/ 2675467 w 2675467"/>
                <a:gd name="connsiteY11" fmla="*/ 524933 h 1016000"/>
                <a:gd name="connsiteX0" fmla="*/ 0 w 2421468"/>
                <a:gd name="connsiteY0" fmla="*/ 1016000 h 1016000"/>
                <a:gd name="connsiteX1" fmla="*/ 381000 w 2421468"/>
                <a:gd name="connsiteY1" fmla="*/ 635000 h 1016000"/>
                <a:gd name="connsiteX2" fmla="*/ 635000 w 2421468"/>
                <a:gd name="connsiteY2" fmla="*/ 414866 h 1016000"/>
                <a:gd name="connsiteX3" fmla="*/ 1016000 w 2421468"/>
                <a:gd name="connsiteY3" fmla="*/ 152400 h 1016000"/>
                <a:gd name="connsiteX4" fmla="*/ 1143000 w 2421468"/>
                <a:gd name="connsiteY4" fmla="*/ 93133 h 1016000"/>
                <a:gd name="connsiteX5" fmla="*/ 1270000 w 2421468"/>
                <a:gd name="connsiteY5" fmla="*/ 42333 h 1016000"/>
                <a:gd name="connsiteX6" fmla="*/ 1524000 w 2421468"/>
                <a:gd name="connsiteY6" fmla="*/ 0 h 1016000"/>
                <a:gd name="connsiteX7" fmla="*/ 1913467 w 2421468"/>
                <a:gd name="connsiteY7" fmla="*/ 42333 h 1016000"/>
                <a:gd name="connsiteX8" fmla="*/ 2040467 w 2421468"/>
                <a:gd name="connsiteY8" fmla="*/ 93133 h 1016000"/>
                <a:gd name="connsiteX9" fmla="*/ 2294467 w 2421468"/>
                <a:gd name="connsiteY9" fmla="*/ 228600 h 1016000"/>
                <a:gd name="connsiteX10" fmla="*/ 2421467 w 2421468"/>
                <a:gd name="connsiteY10" fmla="*/ 313266 h 1016000"/>
                <a:gd name="connsiteX0" fmla="*/ 0 w 2294468"/>
                <a:gd name="connsiteY0" fmla="*/ 1016000 h 1016000"/>
                <a:gd name="connsiteX1" fmla="*/ 381000 w 2294468"/>
                <a:gd name="connsiteY1" fmla="*/ 635000 h 1016000"/>
                <a:gd name="connsiteX2" fmla="*/ 635000 w 2294468"/>
                <a:gd name="connsiteY2" fmla="*/ 414866 h 1016000"/>
                <a:gd name="connsiteX3" fmla="*/ 1016000 w 2294468"/>
                <a:gd name="connsiteY3" fmla="*/ 152400 h 1016000"/>
                <a:gd name="connsiteX4" fmla="*/ 1143000 w 2294468"/>
                <a:gd name="connsiteY4" fmla="*/ 93133 h 1016000"/>
                <a:gd name="connsiteX5" fmla="*/ 1270000 w 2294468"/>
                <a:gd name="connsiteY5" fmla="*/ 42333 h 1016000"/>
                <a:gd name="connsiteX6" fmla="*/ 1524000 w 2294468"/>
                <a:gd name="connsiteY6" fmla="*/ 0 h 1016000"/>
                <a:gd name="connsiteX7" fmla="*/ 1913467 w 2294468"/>
                <a:gd name="connsiteY7" fmla="*/ 42333 h 1016000"/>
                <a:gd name="connsiteX8" fmla="*/ 2040467 w 2294468"/>
                <a:gd name="connsiteY8" fmla="*/ 93133 h 1016000"/>
                <a:gd name="connsiteX9" fmla="*/ 2294467 w 2294468"/>
                <a:gd name="connsiteY9" fmla="*/ 228600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468" h="1016000">
                  <a:moveTo>
                    <a:pt x="0" y="1016000"/>
                  </a:moveTo>
                  <a:cubicBezTo>
                    <a:pt x="129093" y="878301"/>
                    <a:pt x="231743" y="764357"/>
                    <a:pt x="381000" y="635000"/>
                  </a:cubicBezTo>
                  <a:cubicBezTo>
                    <a:pt x="465667" y="561622"/>
                    <a:pt x="549399" y="487152"/>
                    <a:pt x="635000" y="414866"/>
                  </a:cubicBezTo>
                  <a:cubicBezTo>
                    <a:pt x="744562" y="322347"/>
                    <a:pt x="893103" y="209752"/>
                    <a:pt x="1016000" y="152400"/>
                  </a:cubicBezTo>
                  <a:cubicBezTo>
                    <a:pt x="1058333" y="132644"/>
                    <a:pt x="1100135" y="111708"/>
                    <a:pt x="1143000" y="93133"/>
                  </a:cubicBezTo>
                  <a:cubicBezTo>
                    <a:pt x="1184835" y="75004"/>
                    <a:pt x="1226328" y="55434"/>
                    <a:pt x="1270000" y="42333"/>
                  </a:cubicBezTo>
                  <a:cubicBezTo>
                    <a:pt x="1337553" y="22067"/>
                    <a:pt x="1454444" y="9274"/>
                    <a:pt x="1524000" y="0"/>
                  </a:cubicBezTo>
                  <a:cubicBezTo>
                    <a:pt x="1645892" y="7864"/>
                    <a:pt x="1790937" y="5574"/>
                    <a:pt x="1913467" y="42333"/>
                  </a:cubicBezTo>
                  <a:cubicBezTo>
                    <a:pt x="1957139" y="55434"/>
                    <a:pt x="1998632" y="75004"/>
                    <a:pt x="2040467" y="93133"/>
                  </a:cubicBezTo>
                  <a:cubicBezTo>
                    <a:pt x="2157234" y="143732"/>
                    <a:pt x="2185500" y="159588"/>
                    <a:pt x="2294467" y="228600"/>
                  </a:cubicBezTo>
                </a:path>
              </a:pathLst>
            </a:custGeom>
            <a:noFill/>
            <a:ln w="38100" cap="rnd">
              <a:solidFill>
                <a:srgbClr val="FF0000"/>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sp>
        <p:nvSpPr>
          <p:cNvPr id="24" name="Freeform 47">
            <a:extLst>
              <a:ext uri="{FF2B5EF4-FFF2-40B4-BE49-F238E27FC236}">
                <a16:creationId xmlns:a16="http://schemas.microsoft.com/office/drawing/2014/main" id="{1F9E37FB-7C90-A279-F48E-DAA307122259}"/>
              </a:ext>
            </a:extLst>
          </p:cNvPr>
          <p:cNvSpPr/>
          <p:nvPr/>
        </p:nvSpPr>
        <p:spPr bwMode="auto">
          <a:xfrm flipV="1">
            <a:off x="6309376" y="3544519"/>
            <a:ext cx="2033588" cy="346075"/>
          </a:xfrm>
          <a:custGeom>
            <a:avLst/>
            <a:gdLst>
              <a:gd name="connsiteX0" fmla="*/ 0 w 2017485"/>
              <a:gd name="connsiteY0" fmla="*/ 0 h 14515"/>
              <a:gd name="connsiteX1" fmla="*/ 2017485 w 2017485"/>
              <a:gd name="connsiteY1" fmla="*/ 14515 h 14515"/>
              <a:gd name="connsiteX0" fmla="*/ 0 w 2017485"/>
              <a:gd name="connsiteY0" fmla="*/ 0 h 14515"/>
              <a:gd name="connsiteX1" fmla="*/ 2017485 w 2017485"/>
              <a:gd name="connsiteY1" fmla="*/ 14515 h 14515"/>
              <a:gd name="connsiteX0" fmla="*/ 0 w 2151260"/>
              <a:gd name="connsiteY0" fmla="*/ 29028 h 43543"/>
              <a:gd name="connsiteX1" fmla="*/ 2017485 w 2151260"/>
              <a:gd name="connsiteY1" fmla="*/ 43543 h 43543"/>
              <a:gd name="connsiteX2" fmla="*/ 1959428 w 2151260"/>
              <a:gd name="connsiteY2" fmla="*/ 0 h 43543"/>
              <a:gd name="connsiteX0" fmla="*/ 0 w 3773788"/>
              <a:gd name="connsiteY0" fmla="*/ 116113 h 130628"/>
              <a:gd name="connsiteX1" fmla="*/ 2017485 w 3773788"/>
              <a:gd name="connsiteY1" fmla="*/ 130628 h 130628"/>
              <a:gd name="connsiteX2" fmla="*/ 3773713 w 3773788"/>
              <a:gd name="connsiteY2" fmla="*/ 0 h 130628"/>
              <a:gd name="connsiteX0" fmla="*/ 0 w 3802741"/>
              <a:gd name="connsiteY0" fmla="*/ 0 h 14515"/>
              <a:gd name="connsiteX1" fmla="*/ 2017485 w 3802741"/>
              <a:gd name="connsiteY1" fmla="*/ 14515 h 14515"/>
              <a:gd name="connsiteX2" fmla="*/ 3802741 w 3802741"/>
              <a:gd name="connsiteY2" fmla="*/ 1 h 14515"/>
              <a:gd name="connsiteX0" fmla="*/ 0 w 3948189"/>
              <a:gd name="connsiteY0" fmla="*/ 0 h 43543"/>
              <a:gd name="connsiteX1" fmla="*/ 2017485 w 3948189"/>
              <a:gd name="connsiteY1" fmla="*/ 14515 h 43543"/>
              <a:gd name="connsiteX2" fmla="*/ 3802741 w 3948189"/>
              <a:gd name="connsiteY2" fmla="*/ 1 h 43543"/>
              <a:gd name="connsiteX3" fmla="*/ 3846284 w 3948189"/>
              <a:gd name="connsiteY3" fmla="*/ 43543 h 43543"/>
              <a:gd name="connsiteX0" fmla="*/ 0 w 5791198"/>
              <a:gd name="connsiteY0" fmla="*/ 0 h 116114"/>
              <a:gd name="connsiteX1" fmla="*/ 2017485 w 5791198"/>
              <a:gd name="connsiteY1" fmla="*/ 14515 h 116114"/>
              <a:gd name="connsiteX2" fmla="*/ 3802741 w 5791198"/>
              <a:gd name="connsiteY2" fmla="*/ 1 h 116114"/>
              <a:gd name="connsiteX3" fmla="*/ 5791198 w 5791198"/>
              <a:gd name="connsiteY3" fmla="*/ 116114 h 116114"/>
              <a:gd name="connsiteX0" fmla="*/ 0 w 5834741"/>
              <a:gd name="connsiteY0" fmla="*/ 0 h 29029"/>
              <a:gd name="connsiteX1" fmla="*/ 2017485 w 5834741"/>
              <a:gd name="connsiteY1" fmla="*/ 14515 h 29029"/>
              <a:gd name="connsiteX2" fmla="*/ 3802741 w 5834741"/>
              <a:gd name="connsiteY2" fmla="*/ 1 h 29029"/>
              <a:gd name="connsiteX3" fmla="*/ 5834741 w 5834741"/>
              <a:gd name="connsiteY3" fmla="*/ 29029 h 29029"/>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169376 h 369374"/>
              <a:gd name="connsiteX1" fmla="*/ 2017485 w 5834741"/>
              <a:gd name="connsiteY1" fmla="*/ 183891 h 369374"/>
              <a:gd name="connsiteX2" fmla="*/ 3802741 w 5834741"/>
              <a:gd name="connsiteY2" fmla="*/ 169377 h 369374"/>
              <a:gd name="connsiteX3" fmla="*/ 5834741 w 5834741"/>
              <a:gd name="connsiteY3" fmla="*/ 169376 h 369374"/>
              <a:gd name="connsiteX0" fmla="*/ 0 w 5834741"/>
              <a:gd name="connsiteY0" fmla="*/ 196301 h 396299"/>
              <a:gd name="connsiteX1" fmla="*/ 2017485 w 5834741"/>
              <a:gd name="connsiteY1" fmla="*/ 210816 h 396299"/>
              <a:gd name="connsiteX2" fmla="*/ 3802741 w 5834741"/>
              <a:gd name="connsiteY2" fmla="*/ 196302 h 396299"/>
              <a:gd name="connsiteX3" fmla="*/ 5834741 w 5834741"/>
              <a:gd name="connsiteY3" fmla="*/ 196301 h 396299"/>
              <a:gd name="connsiteX0" fmla="*/ 0 w 5834741"/>
              <a:gd name="connsiteY0" fmla="*/ 22534 h 48360"/>
              <a:gd name="connsiteX1" fmla="*/ 2017485 w 5834741"/>
              <a:gd name="connsiteY1" fmla="*/ 37049 h 48360"/>
              <a:gd name="connsiteX2" fmla="*/ 3802741 w 5834741"/>
              <a:gd name="connsiteY2" fmla="*/ 22535 h 48360"/>
              <a:gd name="connsiteX3" fmla="*/ 5834741 w 5834741"/>
              <a:gd name="connsiteY3" fmla="*/ 22534 h 48360"/>
              <a:gd name="connsiteX0" fmla="*/ 0 w 5834741"/>
              <a:gd name="connsiteY0" fmla="*/ 0 h 25826"/>
              <a:gd name="connsiteX1" fmla="*/ 2017485 w 5834741"/>
              <a:gd name="connsiteY1" fmla="*/ 14515 h 25826"/>
              <a:gd name="connsiteX2" fmla="*/ 3802741 w 5834741"/>
              <a:gd name="connsiteY2" fmla="*/ 1 h 25826"/>
              <a:gd name="connsiteX3" fmla="*/ 5834741 w 5834741"/>
              <a:gd name="connsiteY3" fmla="*/ 0 h 25826"/>
              <a:gd name="connsiteX0" fmla="*/ 0 w 5834741"/>
              <a:gd name="connsiteY0" fmla="*/ 54954 h 133551"/>
              <a:gd name="connsiteX1" fmla="*/ 2017485 w 5834741"/>
              <a:gd name="connsiteY1" fmla="*/ 69469 h 133551"/>
              <a:gd name="connsiteX2" fmla="*/ 3802741 w 5834741"/>
              <a:gd name="connsiteY2" fmla="*/ 54955 h 133551"/>
              <a:gd name="connsiteX3" fmla="*/ 5834741 w 5834741"/>
              <a:gd name="connsiteY3" fmla="*/ 54954 h 133551"/>
              <a:gd name="connsiteX0" fmla="*/ 0 w 5834741"/>
              <a:gd name="connsiteY0" fmla="*/ 928822 h 996556"/>
              <a:gd name="connsiteX1" fmla="*/ 1451428 w 5834741"/>
              <a:gd name="connsiteY1" fmla="*/ 14423 h 996556"/>
              <a:gd name="connsiteX2" fmla="*/ 3802741 w 5834741"/>
              <a:gd name="connsiteY2" fmla="*/ 928823 h 996556"/>
              <a:gd name="connsiteX3" fmla="*/ 5834741 w 5834741"/>
              <a:gd name="connsiteY3" fmla="*/ 928822 h 996556"/>
              <a:gd name="connsiteX0" fmla="*/ 0 w 5834741"/>
              <a:gd name="connsiteY0" fmla="*/ 914418 h 982152"/>
              <a:gd name="connsiteX1" fmla="*/ 1451428 w 5834741"/>
              <a:gd name="connsiteY1" fmla="*/ 19 h 982152"/>
              <a:gd name="connsiteX2" fmla="*/ 3802741 w 5834741"/>
              <a:gd name="connsiteY2" fmla="*/ 914419 h 982152"/>
              <a:gd name="connsiteX3" fmla="*/ 5834741 w 5834741"/>
              <a:gd name="connsiteY3" fmla="*/ 914418 h 982152"/>
              <a:gd name="connsiteX0" fmla="*/ 0 w 5834741"/>
              <a:gd name="connsiteY0" fmla="*/ 914418 h 936996"/>
              <a:gd name="connsiteX1" fmla="*/ 1451428 w 5834741"/>
              <a:gd name="connsiteY1" fmla="*/ 19 h 936996"/>
              <a:gd name="connsiteX2" fmla="*/ 3802741 w 5834741"/>
              <a:gd name="connsiteY2" fmla="*/ 914419 h 936996"/>
              <a:gd name="connsiteX3" fmla="*/ 5834741 w 5834741"/>
              <a:gd name="connsiteY3" fmla="*/ 914418 h 936996"/>
              <a:gd name="connsiteX0" fmla="*/ 0 w 5834741"/>
              <a:gd name="connsiteY0" fmla="*/ 914515 h 999357"/>
              <a:gd name="connsiteX1" fmla="*/ 1451428 w 5834741"/>
              <a:gd name="connsiteY1" fmla="*/ 116 h 999357"/>
              <a:gd name="connsiteX2" fmla="*/ 2699655 w 5834741"/>
              <a:gd name="connsiteY2" fmla="*/ 987088 h 999357"/>
              <a:gd name="connsiteX3" fmla="*/ 5834741 w 5834741"/>
              <a:gd name="connsiteY3" fmla="*/ 914515 h 999357"/>
              <a:gd name="connsiteX0" fmla="*/ 0 w 5834741"/>
              <a:gd name="connsiteY0" fmla="*/ 914515 h 1040048"/>
              <a:gd name="connsiteX1" fmla="*/ 1291771 w 5834741"/>
              <a:gd name="connsiteY1" fmla="*/ 116 h 1040048"/>
              <a:gd name="connsiteX2" fmla="*/ 2699655 w 5834741"/>
              <a:gd name="connsiteY2" fmla="*/ 987088 h 1040048"/>
              <a:gd name="connsiteX3" fmla="*/ 5834741 w 5834741"/>
              <a:gd name="connsiteY3" fmla="*/ 914515 h 1040048"/>
              <a:gd name="connsiteX0" fmla="*/ 0 w 5834741"/>
              <a:gd name="connsiteY0" fmla="*/ 914515 h 987088"/>
              <a:gd name="connsiteX1" fmla="*/ 1291771 w 5834741"/>
              <a:gd name="connsiteY1" fmla="*/ 116 h 987088"/>
              <a:gd name="connsiteX2" fmla="*/ 2699655 w 5834741"/>
              <a:gd name="connsiteY2" fmla="*/ 987088 h 987088"/>
              <a:gd name="connsiteX3" fmla="*/ 5834741 w 5834741"/>
              <a:gd name="connsiteY3" fmla="*/ 914515 h 987088"/>
              <a:gd name="connsiteX0" fmla="*/ 0 w 5834741"/>
              <a:gd name="connsiteY0" fmla="*/ 914404 h 986977"/>
              <a:gd name="connsiteX1" fmla="*/ 1291771 w 5834741"/>
              <a:gd name="connsiteY1" fmla="*/ 5 h 986977"/>
              <a:gd name="connsiteX2" fmla="*/ 2699655 w 5834741"/>
              <a:gd name="connsiteY2" fmla="*/ 986977 h 986977"/>
              <a:gd name="connsiteX3" fmla="*/ 5834741 w 5834741"/>
              <a:gd name="connsiteY3" fmla="*/ 914404 h 986977"/>
              <a:gd name="connsiteX0" fmla="*/ 0 w 6071053"/>
              <a:gd name="connsiteY0" fmla="*/ 914404 h 986977"/>
              <a:gd name="connsiteX1" fmla="*/ 1291771 w 6071053"/>
              <a:gd name="connsiteY1" fmla="*/ 5 h 986977"/>
              <a:gd name="connsiteX2" fmla="*/ 2699655 w 6071053"/>
              <a:gd name="connsiteY2" fmla="*/ 986977 h 986977"/>
              <a:gd name="connsiteX3" fmla="*/ 5834741 w 6071053"/>
              <a:gd name="connsiteY3" fmla="*/ 914404 h 986977"/>
              <a:gd name="connsiteX4" fmla="*/ 5848828 w 6071053"/>
              <a:gd name="connsiteY4" fmla="*/ 936708 h 986977"/>
              <a:gd name="connsiteX0" fmla="*/ 0 w 6346369"/>
              <a:gd name="connsiteY0" fmla="*/ 914404 h 986977"/>
              <a:gd name="connsiteX1" fmla="*/ 1291771 w 6346369"/>
              <a:gd name="connsiteY1" fmla="*/ 5 h 986977"/>
              <a:gd name="connsiteX2" fmla="*/ 2699655 w 6346369"/>
              <a:gd name="connsiteY2" fmla="*/ 986977 h 986977"/>
              <a:gd name="connsiteX3" fmla="*/ 5834741 w 6346369"/>
              <a:gd name="connsiteY3" fmla="*/ 914404 h 986977"/>
              <a:gd name="connsiteX4" fmla="*/ 6346369 w 6346369"/>
              <a:gd name="connsiteY4" fmla="*/ 916537 h 986977"/>
              <a:gd name="connsiteX0" fmla="*/ 0 w 8225046"/>
              <a:gd name="connsiteY0" fmla="*/ 914404 h 986977"/>
              <a:gd name="connsiteX1" fmla="*/ 1291771 w 8225046"/>
              <a:gd name="connsiteY1" fmla="*/ 5 h 986977"/>
              <a:gd name="connsiteX2" fmla="*/ 2699655 w 8225046"/>
              <a:gd name="connsiteY2" fmla="*/ 986977 h 986977"/>
              <a:gd name="connsiteX3" fmla="*/ 5834741 w 8225046"/>
              <a:gd name="connsiteY3" fmla="*/ 914404 h 986977"/>
              <a:gd name="connsiteX4" fmla="*/ 8225046 w 8225046"/>
              <a:gd name="connsiteY4" fmla="*/ 949788 h 986977"/>
              <a:gd name="connsiteX0" fmla="*/ 0 w 8341424"/>
              <a:gd name="connsiteY0" fmla="*/ 914404 h 986977"/>
              <a:gd name="connsiteX1" fmla="*/ 1291771 w 8341424"/>
              <a:gd name="connsiteY1" fmla="*/ 5 h 986977"/>
              <a:gd name="connsiteX2" fmla="*/ 2699655 w 8341424"/>
              <a:gd name="connsiteY2" fmla="*/ 986977 h 986977"/>
              <a:gd name="connsiteX3" fmla="*/ 5834741 w 8341424"/>
              <a:gd name="connsiteY3" fmla="*/ 914404 h 986977"/>
              <a:gd name="connsiteX4" fmla="*/ 8341424 w 8341424"/>
              <a:gd name="connsiteY4" fmla="*/ 966413 h 986977"/>
              <a:gd name="connsiteX0" fmla="*/ 0 w 8341424"/>
              <a:gd name="connsiteY0" fmla="*/ 914404 h 986977"/>
              <a:gd name="connsiteX1" fmla="*/ 1291771 w 8341424"/>
              <a:gd name="connsiteY1" fmla="*/ 5 h 986977"/>
              <a:gd name="connsiteX2" fmla="*/ 2699655 w 8341424"/>
              <a:gd name="connsiteY2" fmla="*/ 986977 h 986977"/>
              <a:gd name="connsiteX3" fmla="*/ 3889562 w 8341424"/>
              <a:gd name="connsiteY3" fmla="*/ 4 h 986977"/>
              <a:gd name="connsiteX4" fmla="*/ 8341424 w 8341424"/>
              <a:gd name="connsiteY4" fmla="*/ 966413 h 986977"/>
              <a:gd name="connsiteX0" fmla="*/ 0 w 8341424"/>
              <a:gd name="connsiteY0" fmla="*/ 947651 h 1020247"/>
              <a:gd name="connsiteX1" fmla="*/ 1291771 w 8341424"/>
              <a:gd name="connsiteY1" fmla="*/ 33252 h 1020247"/>
              <a:gd name="connsiteX2" fmla="*/ 2699655 w 8341424"/>
              <a:gd name="connsiteY2" fmla="*/ 1020224 h 1020247"/>
              <a:gd name="connsiteX3" fmla="*/ 3906187 w 8341424"/>
              <a:gd name="connsiteY3" fmla="*/ 0 h 1020247"/>
              <a:gd name="connsiteX4" fmla="*/ 8341424 w 8341424"/>
              <a:gd name="connsiteY4" fmla="*/ 999660 h 1020247"/>
              <a:gd name="connsiteX0" fmla="*/ 0 w 5165962"/>
              <a:gd name="connsiteY0" fmla="*/ 947651 h 1020247"/>
              <a:gd name="connsiteX1" fmla="*/ 1291771 w 5165962"/>
              <a:gd name="connsiteY1" fmla="*/ 33252 h 1020247"/>
              <a:gd name="connsiteX2" fmla="*/ 2699655 w 5165962"/>
              <a:gd name="connsiteY2" fmla="*/ 1020224 h 1020247"/>
              <a:gd name="connsiteX3" fmla="*/ 3906187 w 5165962"/>
              <a:gd name="connsiteY3" fmla="*/ 0 h 1020247"/>
              <a:gd name="connsiteX4" fmla="*/ 5165962 w 5165962"/>
              <a:gd name="connsiteY4" fmla="*/ 966409 h 1020247"/>
              <a:gd name="connsiteX0" fmla="*/ 0 w 5016333"/>
              <a:gd name="connsiteY0" fmla="*/ 947651 h 1099412"/>
              <a:gd name="connsiteX1" fmla="*/ 1291771 w 5016333"/>
              <a:gd name="connsiteY1" fmla="*/ 33252 h 1099412"/>
              <a:gd name="connsiteX2" fmla="*/ 2699655 w 5016333"/>
              <a:gd name="connsiteY2" fmla="*/ 1020224 h 1099412"/>
              <a:gd name="connsiteX3" fmla="*/ 3906187 w 5016333"/>
              <a:gd name="connsiteY3" fmla="*/ 0 h 1099412"/>
              <a:gd name="connsiteX4" fmla="*/ 5016333 w 5016333"/>
              <a:gd name="connsiteY4" fmla="*/ 1099412 h 1099412"/>
              <a:gd name="connsiteX0" fmla="*/ 0 w 4983082"/>
              <a:gd name="connsiteY0" fmla="*/ 947651 h 1149288"/>
              <a:gd name="connsiteX1" fmla="*/ 1291771 w 4983082"/>
              <a:gd name="connsiteY1" fmla="*/ 33252 h 1149288"/>
              <a:gd name="connsiteX2" fmla="*/ 2699655 w 4983082"/>
              <a:gd name="connsiteY2" fmla="*/ 1020224 h 1149288"/>
              <a:gd name="connsiteX3" fmla="*/ 3906187 w 4983082"/>
              <a:gd name="connsiteY3" fmla="*/ 0 h 1149288"/>
              <a:gd name="connsiteX4" fmla="*/ 4983082 w 4983082"/>
              <a:gd name="connsiteY4" fmla="*/ 1149288 h 1149288"/>
              <a:gd name="connsiteX0" fmla="*/ 0 w 5066524"/>
              <a:gd name="connsiteY0" fmla="*/ 947651 h 1237427"/>
              <a:gd name="connsiteX1" fmla="*/ 1291771 w 5066524"/>
              <a:gd name="connsiteY1" fmla="*/ 33252 h 1237427"/>
              <a:gd name="connsiteX2" fmla="*/ 2699655 w 5066524"/>
              <a:gd name="connsiteY2" fmla="*/ 1020224 h 1237427"/>
              <a:gd name="connsiteX3" fmla="*/ 3906187 w 5066524"/>
              <a:gd name="connsiteY3" fmla="*/ 0 h 1237427"/>
              <a:gd name="connsiteX4" fmla="*/ 4983082 w 5066524"/>
              <a:gd name="connsiteY4" fmla="*/ 1149288 h 1237427"/>
              <a:gd name="connsiteX5" fmla="*/ 4995551 w 5066524"/>
              <a:gd name="connsiteY5" fmla="*/ 1159558 h 1237427"/>
              <a:gd name="connsiteX0" fmla="*/ 0 w 5976453"/>
              <a:gd name="connsiteY0" fmla="*/ 947651 h 1171188"/>
              <a:gd name="connsiteX1" fmla="*/ 1291771 w 5976453"/>
              <a:gd name="connsiteY1" fmla="*/ 33252 h 1171188"/>
              <a:gd name="connsiteX2" fmla="*/ 2699655 w 5976453"/>
              <a:gd name="connsiteY2" fmla="*/ 1020224 h 1171188"/>
              <a:gd name="connsiteX3" fmla="*/ 3906187 w 5976453"/>
              <a:gd name="connsiteY3" fmla="*/ 0 h 1171188"/>
              <a:gd name="connsiteX4" fmla="*/ 4983082 w 5976453"/>
              <a:gd name="connsiteY4" fmla="*/ 1149288 h 1171188"/>
              <a:gd name="connsiteX5" fmla="*/ 5976453 w 5976453"/>
              <a:gd name="connsiteY5" fmla="*/ 195281 h 1171188"/>
              <a:gd name="connsiteX0" fmla="*/ 0 w 5959828"/>
              <a:gd name="connsiteY0" fmla="*/ 947651 h 1169363"/>
              <a:gd name="connsiteX1" fmla="*/ 1291771 w 5959828"/>
              <a:gd name="connsiteY1" fmla="*/ 33252 h 1169363"/>
              <a:gd name="connsiteX2" fmla="*/ 2699655 w 5959828"/>
              <a:gd name="connsiteY2" fmla="*/ 1020224 h 1169363"/>
              <a:gd name="connsiteX3" fmla="*/ 3906187 w 5959828"/>
              <a:gd name="connsiteY3" fmla="*/ 0 h 1169363"/>
              <a:gd name="connsiteX4" fmla="*/ 4983082 w 5959828"/>
              <a:gd name="connsiteY4" fmla="*/ 1149288 h 1169363"/>
              <a:gd name="connsiteX5" fmla="*/ 5959828 w 5959828"/>
              <a:gd name="connsiteY5" fmla="*/ 78903 h 1169363"/>
              <a:gd name="connsiteX0" fmla="*/ 0 w 6042496"/>
              <a:gd name="connsiteY0" fmla="*/ 947651 h 1169363"/>
              <a:gd name="connsiteX1" fmla="*/ 1291771 w 6042496"/>
              <a:gd name="connsiteY1" fmla="*/ 33252 h 1169363"/>
              <a:gd name="connsiteX2" fmla="*/ 2699655 w 6042496"/>
              <a:gd name="connsiteY2" fmla="*/ 1020224 h 1169363"/>
              <a:gd name="connsiteX3" fmla="*/ 3906187 w 6042496"/>
              <a:gd name="connsiteY3" fmla="*/ 0 h 1169363"/>
              <a:gd name="connsiteX4" fmla="*/ 4983082 w 6042496"/>
              <a:gd name="connsiteY4" fmla="*/ 1149288 h 1169363"/>
              <a:gd name="connsiteX5" fmla="*/ 5959828 w 6042496"/>
              <a:gd name="connsiteY5" fmla="*/ 78903 h 1169363"/>
              <a:gd name="connsiteX6" fmla="*/ 5993078 w 6042496"/>
              <a:gd name="connsiteY6" fmla="*/ 128781 h 1169363"/>
              <a:gd name="connsiteX0" fmla="*/ 0 w 6641470"/>
              <a:gd name="connsiteY0" fmla="*/ 947651 h 1169363"/>
              <a:gd name="connsiteX1" fmla="*/ 1291771 w 6641470"/>
              <a:gd name="connsiteY1" fmla="*/ 33252 h 1169363"/>
              <a:gd name="connsiteX2" fmla="*/ 2699655 w 6641470"/>
              <a:gd name="connsiteY2" fmla="*/ 1020224 h 1169363"/>
              <a:gd name="connsiteX3" fmla="*/ 3906187 w 6641470"/>
              <a:gd name="connsiteY3" fmla="*/ 0 h 1169363"/>
              <a:gd name="connsiteX4" fmla="*/ 4983082 w 6641470"/>
              <a:gd name="connsiteY4" fmla="*/ 1149288 h 1169363"/>
              <a:gd name="connsiteX5" fmla="*/ 5959828 w 6641470"/>
              <a:gd name="connsiteY5" fmla="*/ 78903 h 1169363"/>
              <a:gd name="connsiteX6" fmla="*/ 6641470 w 6641470"/>
              <a:gd name="connsiteY6" fmla="*/ 1159560 h 1169363"/>
              <a:gd name="connsiteX0" fmla="*/ 0 w 6697005"/>
              <a:gd name="connsiteY0" fmla="*/ 947651 h 1230671"/>
              <a:gd name="connsiteX1" fmla="*/ 1291771 w 6697005"/>
              <a:gd name="connsiteY1" fmla="*/ 33252 h 1230671"/>
              <a:gd name="connsiteX2" fmla="*/ 2699655 w 6697005"/>
              <a:gd name="connsiteY2" fmla="*/ 1020224 h 1230671"/>
              <a:gd name="connsiteX3" fmla="*/ 3906187 w 6697005"/>
              <a:gd name="connsiteY3" fmla="*/ 0 h 1230671"/>
              <a:gd name="connsiteX4" fmla="*/ 4983082 w 6697005"/>
              <a:gd name="connsiteY4" fmla="*/ 1149288 h 1230671"/>
              <a:gd name="connsiteX5" fmla="*/ 5959828 w 6697005"/>
              <a:gd name="connsiteY5" fmla="*/ 78903 h 1230671"/>
              <a:gd name="connsiteX6" fmla="*/ 6641470 w 6697005"/>
              <a:gd name="connsiteY6" fmla="*/ 1159560 h 1230671"/>
              <a:gd name="connsiteX7" fmla="*/ 6658096 w 6697005"/>
              <a:gd name="connsiteY7" fmla="*/ 1126308 h 1230671"/>
              <a:gd name="connsiteX0" fmla="*/ 0 w 7289864"/>
              <a:gd name="connsiteY0" fmla="*/ 947651 h 1176715"/>
              <a:gd name="connsiteX1" fmla="*/ 1291771 w 7289864"/>
              <a:gd name="connsiteY1" fmla="*/ 33252 h 1176715"/>
              <a:gd name="connsiteX2" fmla="*/ 2699655 w 7289864"/>
              <a:gd name="connsiteY2" fmla="*/ 1020224 h 1176715"/>
              <a:gd name="connsiteX3" fmla="*/ 3906187 w 7289864"/>
              <a:gd name="connsiteY3" fmla="*/ 0 h 1176715"/>
              <a:gd name="connsiteX4" fmla="*/ 4983082 w 7289864"/>
              <a:gd name="connsiteY4" fmla="*/ 1149288 h 1176715"/>
              <a:gd name="connsiteX5" fmla="*/ 5959828 w 7289864"/>
              <a:gd name="connsiteY5" fmla="*/ 78903 h 1176715"/>
              <a:gd name="connsiteX6" fmla="*/ 6641470 w 7289864"/>
              <a:gd name="connsiteY6" fmla="*/ 1159560 h 1176715"/>
              <a:gd name="connsiteX7" fmla="*/ 7289864 w 7289864"/>
              <a:gd name="connsiteY7" fmla="*/ 112155 h 1176715"/>
              <a:gd name="connsiteX0" fmla="*/ 0 w 7337892"/>
              <a:gd name="connsiteY0" fmla="*/ 947651 h 1176715"/>
              <a:gd name="connsiteX1" fmla="*/ 1291771 w 7337892"/>
              <a:gd name="connsiteY1" fmla="*/ 33252 h 1176715"/>
              <a:gd name="connsiteX2" fmla="*/ 2699655 w 7337892"/>
              <a:gd name="connsiteY2" fmla="*/ 1020224 h 1176715"/>
              <a:gd name="connsiteX3" fmla="*/ 3906187 w 7337892"/>
              <a:gd name="connsiteY3" fmla="*/ 0 h 1176715"/>
              <a:gd name="connsiteX4" fmla="*/ 4983082 w 7337892"/>
              <a:gd name="connsiteY4" fmla="*/ 1149288 h 1176715"/>
              <a:gd name="connsiteX5" fmla="*/ 5959828 w 7337892"/>
              <a:gd name="connsiteY5" fmla="*/ 78903 h 1176715"/>
              <a:gd name="connsiteX6" fmla="*/ 6641470 w 7337892"/>
              <a:gd name="connsiteY6" fmla="*/ 1159560 h 1176715"/>
              <a:gd name="connsiteX7" fmla="*/ 7289864 w 7337892"/>
              <a:gd name="connsiteY7" fmla="*/ 112155 h 1176715"/>
              <a:gd name="connsiteX8" fmla="*/ 7289863 w 7337892"/>
              <a:gd name="connsiteY8" fmla="*/ 145406 h 1176715"/>
              <a:gd name="connsiteX0" fmla="*/ 0 w 7905005"/>
              <a:gd name="connsiteY0" fmla="*/ 947651 h 1176715"/>
              <a:gd name="connsiteX1" fmla="*/ 1291771 w 7905005"/>
              <a:gd name="connsiteY1" fmla="*/ 33252 h 1176715"/>
              <a:gd name="connsiteX2" fmla="*/ 2699655 w 7905005"/>
              <a:gd name="connsiteY2" fmla="*/ 1020224 h 1176715"/>
              <a:gd name="connsiteX3" fmla="*/ 3906187 w 7905005"/>
              <a:gd name="connsiteY3" fmla="*/ 0 h 1176715"/>
              <a:gd name="connsiteX4" fmla="*/ 4983082 w 7905005"/>
              <a:gd name="connsiteY4" fmla="*/ 1149288 h 1176715"/>
              <a:gd name="connsiteX5" fmla="*/ 5959828 w 7905005"/>
              <a:gd name="connsiteY5" fmla="*/ 78903 h 1176715"/>
              <a:gd name="connsiteX6" fmla="*/ 6641470 w 7905005"/>
              <a:gd name="connsiteY6" fmla="*/ 1159560 h 1176715"/>
              <a:gd name="connsiteX7" fmla="*/ 7289864 w 7905005"/>
              <a:gd name="connsiteY7" fmla="*/ 112155 h 1176715"/>
              <a:gd name="connsiteX8" fmla="*/ 7905005 w 7905005"/>
              <a:gd name="connsiteY8" fmla="*/ 926802 h 1176715"/>
              <a:gd name="connsiteX0" fmla="*/ 0 w 8021383"/>
              <a:gd name="connsiteY0" fmla="*/ 947651 h 1176715"/>
              <a:gd name="connsiteX1" fmla="*/ 1291771 w 8021383"/>
              <a:gd name="connsiteY1" fmla="*/ 33252 h 1176715"/>
              <a:gd name="connsiteX2" fmla="*/ 2699655 w 8021383"/>
              <a:gd name="connsiteY2" fmla="*/ 1020224 h 1176715"/>
              <a:gd name="connsiteX3" fmla="*/ 3906187 w 8021383"/>
              <a:gd name="connsiteY3" fmla="*/ 0 h 1176715"/>
              <a:gd name="connsiteX4" fmla="*/ 4983082 w 8021383"/>
              <a:gd name="connsiteY4" fmla="*/ 1149288 h 1176715"/>
              <a:gd name="connsiteX5" fmla="*/ 5959828 w 8021383"/>
              <a:gd name="connsiteY5" fmla="*/ 78903 h 1176715"/>
              <a:gd name="connsiteX6" fmla="*/ 6641470 w 8021383"/>
              <a:gd name="connsiteY6" fmla="*/ 1159560 h 1176715"/>
              <a:gd name="connsiteX7" fmla="*/ 7289864 w 8021383"/>
              <a:gd name="connsiteY7" fmla="*/ 112155 h 1176715"/>
              <a:gd name="connsiteX8" fmla="*/ 8021383 w 8021383"/>
              <a:gd name="connsiteY8" fmla="*/ 1126308 h 1176715"/>
              <a:gd name="connsiteX0" fmla="*/ 0 w 8669775"/>
              <a:gd name="connsiteY0" fmla="*/ 964276 h 1176715"/>
              <a:gd name="connsiteX1" fmla="*/ 1940163 w 8669775"/>
              <a:gd name="connsiteY1" fmla="*/ 33252 h 1176715"/>
              <a:gd name="connsiteX2" fmla="*/ 3348047 w 8669775"/>
              <a:gd name="connsiteY2" fmla="*/ 1020224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275145 w 8669775"/>
              <a:gd name="connsiteY1" fmla="*/ 66503 h 1176715"/>
              <a:gd name="connsiteX2" fmla="*/ 3348047 w 8669775"/>
              <a:gd name="connsiteY2" fmla="*/ 1020224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275145 w 8669775"/>
              <a:gd name="connsiteY1" fmla="*/ 66503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75393 w 8669775"/>
              <a:gd name="connsiteY1" fmla="*/ 99753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1951509 w 8669775"/>
              <a:gd name="connsiteY2" fmla="*/ 1003599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009139 w 8669775"/>
              <a:gd name="connsiteY1" fmla="*/ 116378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975888 w 8669775"/>
              <a:gd name="connsiteY1" fmla="*/ 116378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11534 h 1123973"/>
              <a:gd name="connsiteX1" fmla="*/ 975888 w 8669775"/>
              <a:gd name="connsiteY1" fmla="*/ 63636 h 1123973"/>
              <a:gd name="connsiteX2" fmla="*/ 1851757 w 8669775"/>
              <a:gd name="connsiteY2" fmla="*/ 884356 h 1123973"/>
              <a:gd name="connsiteX3" fmla="*/ 2692528 w 8669775"/>
              <a:gd name="connsiteY3" fmla="*/ 63636 h 1123973"/>
              <a:gd name="connsiteX4" fmla="*/ 5631474 w 8669775"/>
              <a:gd name="connsiteY4" fmla="*/ 1096546 h 1123973"/>
              <a:gd name="connsiteX5" fmla="*/ 6608220 w 8669775"/>
              <a:gd name="connsiteY5" fmla="*/ 26161 h 1123973"/>
              <a:gd name="connsiteX6" fmla="*/ 7289862 w 8669775"/>
              <a:gd name="connsiteY6" fmla="*/ 1106818 h 1123973"/>
              <a:gd name="connsiteX7" fmla="*/ 7938256 w 8669775"/>
              <a:gd name="connsiteY7" fmla="*/ 59413 h 1123973"/>
              <a:gd name="connsiteX8" fmla="*/ 8669775 w 8669775"/>
              <a:gd name="connsiteY8" fmla="*/ 1073566 h 1123973"/>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586543 w 8669775"/>
              <a:gd name="connsiteY4" fmla="*/ 93677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536666 w 8669775"/>
              <a:gd name="connsiteY4" fmla="*/ 903522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75903 w 8669775"/>
              <a:gd name="connsiteY3" fmla="*/ 20242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565580 w 8669775"/>
              <a:gd name="connsiteY4" fmla="*/ 904244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565580 w 8669775"/>
              <a:gd name="connsiteY4" fmla="*/ 904244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613288 w 8669775"/>
              <a:gd name="connsiteY4" fmla="*/ 888341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613288 w 8669775"/>
              <a:gd name="connsiteY4" fmla="*/ 888341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564374 w 8669775"/>
              <a:gd name="connsiteY5" fmla="*/ 125639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83818 h 1096257"/>
              <a:gd name="connsiteX1" fmla="*/ 975888 w 8669775"/>
              <a:gd name="connsiteY1" fmla="*/ 35920 h 1096257"/>
              <a:gd name="connsiteX2" fmla="*/ 1851757 w 8669775"/>
              <a:gd name="connsiteY2" fmla="*/ 856640 h 1096257"/>
              <a:gd name="connsiteX3" fmla="*/ 2759030 w 8669775"/>
              <a:gd name="connsiteY3" fmla="*/ 19294 h 1096257"/>
              <a:gd name="connsiteX4" fmla="*/ 3613288 w 8669775"/>
              <a:gd name="connsiteY4" fmla="*/ 870768 h 1096257"/>
              <a:gd name="connsiteX5" fmla="*/ 4495674 w 8669775"/>
              <a:gd name="connsiteY5" fmla="*/ 16230 h 1096257"/>
              <a:gd name="connsiteX6" fmla="*/ 7289862 w 8669775"/>
              <a:gd name="connsiteY6" fmla="*/ 1079102 h 1096257"/>
              <a:gd name="connsiteX7" fmla="*/ 7938256 w 8669775"/>
              <a:gd name="connsiteY7" fmla="*/ 31697 h 1096257"/>
              <a:gd name="connsiteX8" fmla="*/ 8669775 w 8669775"/>
              <a:gd name="connsiteY8" fmla="*/ 1045850 h 1096257"/>
              <a:gd name="connsiteX0" fmla="*/ 0 w 8669775"/>
              <a:gd name="connsiteY0" fmla="*/ 883818 h 1096257"/>
              <a:gd name="connsiteX1" fmla="*/ 975888 w 8669775"/>
              <a:gd name="connsiteY1" fmla="*/ 35920 h 1096257"/>
              <a:gd name="connsiteX2" fmla="*/ 1851757 w 8669775"/>
              <a:gd name="connsiteY2" fmla="*/ 856640 h 1096257"/>
              <a:gd name="connsiteX3" fmla="*/ 2759030 w 8669775"/>
              <a:gd name="connsiteY3" fmla="*/ 19294 h 1096257"/>
              <a:gd name="connsiteX4" fmla="*/ 3613288 w 8669775"/>
              <a:gd name="connsiteY4" fmla="*/ 870768 h 1096257"/>
              <a:gd name="connsiteX5" fmla="*/ 4495674 w 8669775"/>
              <a:gd name="connsiteY5" fmla="*/ 16230 h 1096257"/>
              <a:gd name="connsiteX6" fmla="*/ 7289862 w 8669775"/>
              <a:gd name="connsiteY6" fmla="*/ 1079102 h 1096257"/>
              <a:gd name="connsiteX7" fmla="*/ 7938256 w 8669775"/>
              <a:gd name="connsiteY7" fmla="*/ 31697 h 1096257"/>
              <a:gd name="connsiteX8" fmla="*/ 8669775 w 8669775"/>
              <a:gd name="connsiteY8" fmla="*/ 1045850 h 1096257"/>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495674 w 8669775"/>
              <a:gd name="connsiteY5" fmla="*/ 1147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495674 w 8669775"/>
              <a:gd name="connsiteY5" fmla="*/ 1147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314717 w 8669775"/>
              <a:gd name="connsiteY6" fmla="*/ 850605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331893 w 8669775"/>
              <a:gd name="connsiteY6" fmla="*/ 886174 h 1030767"/>
              <a:gd name="connsiteX7" fmla="*/ 7938256 w 8669775"/>
              <a:gd name="connsiteY7" fmla="*/ 16614 h 1030767"/>
              <a:gd name="connsiteX8" fmla="*/ 8669775 w 8669775"/>
              <a:gd name="connsiteY8" fmla="*/ 1030767 h 1030767"/>
              <a:gd name="connsiteX0" fmla="*/ 0 w 8618249"/>
              <a:gd name="connsiteY0" fmla="*/ 850950 h 1030767"/>
              <a:gd name="connsiteX1" fmla="*/ 924362 w 8618249"/>
              <a:gd name="connsiteY1" fmla="*/ 20837 h 1030767"/>
              <a:gd name="connsiteX2" fmla="*/ 1800231 w 8618249"/>
              <a:gd name="connsiteY2" fmla="*/ 841557 h 1030767"/>
              <a:gd name="connsiteX3" fmla="*/ 2707504 w 8618249"/>
              <a:gd name="connsiteY3" fmla="*/ 4211 h 1030767"/>
              <a:gd name="connsiteX4" fmla="*/ 3561762 w 8618249"/>
              <a:gd name="connsiteY4" fmla="*/ 855685 h 1030767"/>
              <a:gd name="connsiteX5" fmla="*/ 4444148 w 8618249"/>
              <a:gd name="connsiteY5" fmla="*/ 1147 h 1030767"/>
              <a:gd name="connsiteX6" fmla="*/ 5280367 w 8618249"/>
              <a:gd name="connsiteY6" fmla="*/ 886174 h 1030767"/>
              <a:gd name="connsiteX7" fmla="*/ 7886730 w 8618249"/>
              <a:gd name="connsiteY7" fmla="*/ 16614 h 1030767"/>
              <a:gd name="connsiteX8" fmla="*/ 8618249 w 8618249"/>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83955 h 1048324"/>
              <a:gd name="connsiteX1" fmla="*/ 718260 w 8412147"/>
              <a:gd name="connsiteY1" fmla="*/ 38394 h 1048324"/>
              <a:gd name="connsiteX2" fmla="*/ 1594129 w 8412147"/>
              <a:gd name="connsiteY2" fmla="*/ 859114 h 1048324"/>
              <a:gd name="connsiteX3" fmla="*/ 2501402 w 8412147"/>
              <a:gd name="connsiteY3" fmla="*/ 21768 h 1048324"/>
              <a:gd name="connsiteX4" fmla="*/ 3355660 w 8412147"/>
              <a:gd name="connsiteY4" fmla="*/ 873242 h 1048324"/>
              <a:gd name="connsiteX5" fmla="*/ 4238046 w 8412147"/>
              <a:gd name="connsiteY5" fmla="*/ 18704 h 1048324"/>
              <a:gd name="connsiteX6" fmla="*/ 5074265 w 8412147"/>
              <a:gd name="connsiteY6" fmla="*/ 903731 h 1048324"/>
              <a:gd name="connsiteX7" fmla="*/ 5894411 w 8412147"/>
              <a:gd name="connsiteY7" fmla="*/ 16387 h 1048324"/>
              <a:gd name="connsiteX8" fmla="*/ 8412147 w 8412147"/>
              <a:gd name="connsiteY8" fmla="*/ 1048324 h 1048324"/>
              <a:gd name="connsiteX0" fmla="*/ 0 w 8412147"/>
              <a:gd name="connsiteY0" fmla="*/ 583955 h 1048324"/>
              <a:gd name="connsiteX1" fmla="*/ 718260 w 8412147"/>
              <a:gd name="connsiteY1" fmla="*/ 38394 h 1048324"/>
              <a:gd name="connsiteX2" fmla="*/ 1594129 w 8412147"/>
              <a:gd name="connsiteY2" fmla="*/ 859114 h 1048324"/>
              <a:gd name="connsiteX3" fmla="*/ 2501402 w 8412147"/>
              <a:gd name="connsiteY3" fmla="*/ 21768 h 1048324"/>
              <a:gd name="connsiteX4" fmla="*/ 3355660 w 8412147"/>
              <a:gd name="connsiteY4" fmla="*/ 873242 h 1048324"/>
              <a:gd name="connsiteX5" fmla="*/ 4238046 w 8412147"/>
              <a:gd name="connsiteY5" fmla="*/ 18704 h 1048324"/>
              <a:gd name="connsiteX6" fmla="*/ 5074265 w 8412147"/>
              <a:gd name="connsiteY6" fmla="*/ 903731 h 1048324"/>
              <a:gd name="connsiteX7" fmla="*/ 5894411 w 8412147"/>
              <a:gd name="connsiteY7" fmla="*/ 16387 h 1048324"/>
              <a:gd name="connsiteX8" fmla="*/ 8412147 w 8412147"/>
              <a:gd name="connsiteY8" fmla="*/ 1048324 h 1048324"/>
              <a:gd name="connsiteX0" fmla="*/ 0 w 8412147"/>
              <a:gd name="connsiteY0" fmla="*/ 567625 h 1031994"/>
              <a:gd name="connsiteX1" fmla="*/ 718260 w 8412147"/>
              <a:gd name="connsiteY1" fmla="*/ 22064 h 1031994"/>
              <a:gd name="connsiteX2" fmla="*/ 1594129 w 8412147"/>
              <a:gd name="connsiteY2" fmla="*/ 842784 h 1031994"/>
              <a:gd name="connsiteX3" fmla="*/ 2501402 w 8412147"/>
              <a:gd name="connsiteY3" fmla="*/ 5438 h 1031994"/>
              <a:gd name="connsiteX4" fmla="*/ 3355660 w 8412147"/>
              <a:gd name="connsiteY4" fmla="*/ 856912 h 1031994"/>
              <a:gd name="connsiteX5" fmla="*/ 4238046 w 8412147"/>
              <a:gd name="connsiteY5" fmla="*/ 2374 h 1031994"/>
              <a:gd name="connsiteX6" fmla="*/ 5074265 w 8412147"/>
              <a:gd name="connsiteY6" fmla="*/ 887401 h 1031994"/>
              <a:gd name="connsiteX7" fmla="*/ 5894411 w 8412147"/>
              <a:gd name="connsiteY7" fmla="*/ 57 h 1031994"/>
              <a:gd name="connsiteX8" fmla="*/ 8412147 w 8412147"/>
              <a:gd name="connsiteY8" fmla="*/ 1031994 h 1031994"/>
              <a:gd name="connsiteX0" fmla="*/ 0 w 8412147"/>
              <a:gd name="connsiteY0" fmla="*/ 567625 h 1031994"/>
              <a:gd name="connsiteX1" fmla="*/ 718260 w 8412147"/>
              <a:gd name="connsiteY1" fmla="*/ 22064 h 1031994"/>
              <a:gd name="connsiteX2" fmla="*/ 1594129 w 8412147"/>
              <a:gd name="connsiteY2" fmla="*/ 842784 h 1031994"/>
              <a:gd name="connsiteX3" fmla="*/ 2501402 w 8412147"/>
              <a:gd name="connsiteY3" fmla="*/ 5438 h 1031994"/>
              <a:gd name="connsiteX4" fmla="*/ 3355660 w 8412147"/>
              <a:gd name="connsiteY4" fmla="*/ 856912 h 1031994"/>
              <a:gd name="connsiteX5" fmla="*/ 4238046 w 8412147"/>
              <a:gd name="connsiteY5" fmla="*/ 2374 h 1031994"/>
              <a:gd name="connsiteX6" fmla="*/ 5074265 w 8412147"/>
              <a:gd name="connsiteY6" fmla="*/ 887401 h 1031994"/>
              <a:gd name="connsiteX7" fmla="*/ 5894411 w 8412147"/>
              <a:gd name="connsiteY7" fmla="*/ 57 h 1031994"/>
              <a:gd name="connsiteX8" fmla="*/ 8412147 w 8412147"/>
              <a:gd name="connsiteY8" fmla="*/ 1031994 h 1031994"/>
              <a:gd name="connsiteX0" fmla="*/ 0 w 6866382"/>
              <a:gd name="connsiteY0" fmla="*/ 567759 h 887535"/>
              <a:gd name="connsiteX1" fmla="*/ 718260 w 6866382"/>
              <a:gd name="connsiteY1" fmla="*/ 22198 h 887535"/>
              <a:gd name="connsiteX2" fmla="*/ 1594129 w 6866382"/>
              <a:gd name="connsiteY2" fmla="*/ 842918 h 887535"/>
              <a:gd name="connsiteX3" fmla="*/ 2501402 w 6866382"/>
              <a:gd name="connsiteY3" fmla="*/ 5572 h 887535"/>
              <a:gd name="connsiteX4" fmla="*/ 3355660 w 6866382"/>
              <a:gd name="connsiteY4" fmla="*/ 857046 h 887535"/>
              <a:gd name="connsiteX5" fmla="*/ 4238046 w 6866382"/>
              <a:gd name="connsiteY5" fmla="*/ 2508 h 887535"/>
              <a:gd name="connsiteX6" fmla="*/ 5074265 w 6866382"/>
              <a:gd name="connsiteY6" fmla="*/ 887535 h 887535"/>
              <a:gd name="connsiteX7" fmla="*/ 5894411 w 6866382"/>
              <a:gd name="connsiteY7" fmla="*/ 191 h 887535"/>
              <a:gd name="connsiteX8" fmla="*/ 6866382 w 6866382"/>
              <a:gd name="connsiteY8" fmla="*/ 800929 h 887535"/>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0 h 925262"/>
              <a:gd name="connsiteX1" fmla="*/ 718260 w 6780506"/>
              <a:gd name="connsiteY1" fmla="*/ 22039 h 925262"/>
              <a:gd name="connsiteX2" fmla="*/ 1594129 w 6780506"/>
              <a:gd name="connsiteY2" fmla="*/ 842759 h 925262"/>
              <a:gd name="connsiteX3" fmla="*/ 2501402 w 6780506"/>
              <a:gd name="connsiteY3" fmla="*/ 5413 h 925262"/>
              <a:gd name="connsiteX4" fmla="*/ 3355660 w 6780506"/>
              <a:gd name="connsiteY4" fmla="*/ 856887 h 925262"/>
              <a:gd name="connsiteX5" fmla="*/ 4238046 w 6780506"/>
              <a:gd name="connsiteY5" fmla="*/ 2349 h 925262"/>
              <a:gd name="connsiteX6" fmla="*/ 5074265 w 6780506"/>
              <a:gd name="connsiteY6" fmla="*/ 887376 h 925262"/>
              <a:gd name="connsiteX7" fmla="*/ 5894411 w 6780506"/>
              <a:gd name="connsiteY7" fmla="*/ 32 h 925262"/>
              <a:gd name="connsiteX8" fmla="*/ 6780506 w 6780506"/>
              <a:gd name="connsiteY8" fmla="*/ 925262 h 925262"/>
              <a:gd name="connsiteX0" fmla="*/ 0 w 6780506"/>
              <a:gd name="connsiteY0" fmla="*/ 567673 h 925335"/>
              <a:gd name="connsiteX1" fmla="*/ 718260 w 6780506"/>
              <a:gd name="connsiteY1" fmla="*/ 22112 h 925335"/>
              <a:gd name="connsiteX2" fmla="*/ 1594129 w 6780506"/>
              <a:gd name="connsiteY2" fmla="*/ 842832 h 925335"/>
              <a:gd name="connsiteX3" fmla="*/ 2501402 w 6780506"/>
              <a:gd name="connsiteY3" fmla="*/ 5486 h 925335"/>
              <a:gd name="connsiteX4" fmla="*/ 3355660 w 6780506"/>
              <a:gd name="connsiteY4" fmla="*/ 856960 h 925335"/>
              <a:gd name="connsiteX5" fmla="*/ 4238046 w 6780506"/>
              <a:gd name="connsiteY5" fmla="*/ 2422 h 925335"/>
              <a:gd name="connsiteX6" fmla="*/ 5074265 w 6780506"/>
              <a:gd name="connsiteY6" fmla="*/ 887449 h 925335"/>
              <a:gd name="connsiteX7" fmla="*/ 5894411 w 6780506"/>
              <a:gd name="connsiteY7" fmla="*/ 105 h 925335"/>
              <a:gd name="connsiteX8" fmla="*/ 6780506 w 6780506"/>
              <a:gd name="connsiteY8" fmla="*/ 925335 h 925335"/>
              <a:gd name="connsiteX0" fmla="*/ 0 w 6780506"/>
              <a:gd name="connsiteY0" fmla="*/ 568028 h 925690"/>
              <a:gd name="connsiteX1" fmla="*/ 718260 w 6780506"/>
              <a:gd name="connsiteY1" fmla="*/ 22467 h 925690"/>
              <a:gd name="connsiteX2" fmla="*/ 1594129 w 6780506"/>
              <a:gd name="connsiteY2" fmla="*/ 843187 h 925690"/>
              <a:gd name="connsiteX3" fmla="*/ 2501402 w 6780506"/>
              <a:gd name="connsiteY3" fmla="*/ 5841 h 925690"/>
              <a:gd name="connsiteX4" fmla="*/ 3355660 w 6780506"/>
              <a:gd name="connsiteY4" fmla="*/ 857315 h 925690"/>
              <a:gd name="connsiteX5" fmla="*/ 4238046 w 6780506"/>
              <a:gd name="connsiteY5" fmla="*/ 2777 h 925690"/>
              <a:gd name="connsiteX6" fmla="*/ 5074265 w 6780506"/>
              <a:gd name="connsiteY6" fmla="*/ 887804 h 925690"/>
              <a:gd name="connsiteX7" fmla="*/ 5894411 w 6780506"/>
              <a:gd name="connsiteY7" fmla="*/ 460 h 925690"/>
              <a:gd name="connsiteX8" fmla="*/ 6780506 w 6780506"/>
              <a:gd name="connsiteY8" fmla="*/ 925690 h 925690"/>
              <a:gd name="connsiteX0" fmla="*/ 0 w 6847034"/>
              <a:gd name="connsiteY0" fmla="*/ 568028 h 1001438"/>
              <a:gd name="connsiteX1" fmla="*/ 718260 w 6847034"/>
              <a:gd name="connsiteY1" fmla="*/ 22467 h 1001438"/>
              <a:gd name="connsiteX2" fmla="*/ 1594129 w 6847034"/>
              <a:gd name="connsiteY2" fmla="*/ 843187 h 1001438"/>
              <a:gd name="connsiteX3" fmla="*/ 2501402 w 6847034"/>
              <a:gd name="connsiteY3" fmla="*/ 5841 h 1001438"/>
              <a:gd name="connsiteX4" fmla="*/ 3355660 w 6847034"/>
              <a:gd name="connsiteY4" fmla="*/ 857315 h 1001438"/>
              <a:gd name="connsiteX5" fmla="*/ 4238046 w 6847034"/>
              <a:gd name="connsiteY5" fmla="*/ 2777 h 1001438"/>
              <a:gd name="connsiteX6" fmla="*/ 5074265 w 6847034"/>
              <a:gd name="connsiteY6" fmla="*/ 887804 h 1001438"/>
              <a:gd name="connsiteX7" fmla="*/ 5894411 w 6847034"/>
              <a:gd name="connsiteY7" fmla="*/ 460 h 1001438"/>
              <a:gd name="connsiteX8" fmla="*/ 6780506 w 6847034"/>
              <a:gd name="connsiteY8" fmla="*/ 925690 h 1001438"/>
              <a:gd name="connsiteX9" fmla="*/ 6783589 w 6847034"/>
              <a:gd name="connsiteY9" fmla="*/ 949401 h 1001438"/>
              <a:gd name="connsiteX0" fmla="*/ 0 w 7436246"/>
              <a:gd name="connsiteY0" fmla="*/ 568028 h 943040"/>
              <a:gd name="connsiteX1" fmla="*/ 718260 w 7436246"/>
              <a:gd name="connsiteY1" fmla="*/ 22467 h 943040"/>
              <a:gd name="connsiteX2" fmla="*/ 1594129 w 7436246"/>
              <a:gd name="connsiteY2" fmla="*/ 843187 h 943040"/>
              <a:gd name="connsiteX3" fmla="*/ 2501402 w 7436246"/>
              <a:gd name="connsiteY3" fmla="*/ 5841 h 943040"/>
              <a:gd name="connsiteX4" fmla="*/ 3355660 w 7436246"/>
              <a:gd name="connsiteY4" fmla="*/ 857315 h 943040"/>
              <a:gd name="connsiteX5" fmla="*/ 4238046 w 7436246"/>
              <a:gd name="connsiteY5" fmla="*/ 2777 h 943040"/>
              <a:gd name="connsiteX6" fmla="*/ 5074265 w 7436246"/>
              <a:gd name="connsiteY6" fmla="*/ 887804 h 943040"/>
              <a:gd name="connsiteX7" fmla="*/ 5894411 w 7436246"/>
              <a:gd name="connsiteY7" fmla="*/ 460 h 943040"/>
              <a:gd name="connsiteX8" fmla="*/ 6780506 w 7436246"/>
              <a:gd name="connsiteY8" fmla="*/ 925690 h 943040"/>
              <a:gd name="connsiteX9" fmla="*/ 7436246 w 7436246"/>
              <a:gd name="connsiteY9" fmla="*/ 113528 h 943040"/>
              <a:gd name="connsiteX0" fmla="*/ 0 w 7539297"/>
              <a:gd name="connsiteY0" fmla="*/ 568028 h 942225"/>
              <a:gd name="connsiteX1" fmla="*/ 718260 w 7539297"/>
              <a:gd name="connsiteY1" fmla="*/ 22467 h 942225"/>
              <a:gd name="connsiteX2" fmla="*/ 1594129 w 7539297"/>
              <a:gd name="connsiteY2" fmla="*/ 843187 h 942225"/>
              <a:gd name="connsiteX3" fmla="*/ 2501402 w 7539297"/>
              <a:gd name="connsiteY3" fmla="*/ 5841 h 942225"/>
              <a:gd name="connsiteX4" fmla="*/ 3355660 w 7539297"/>
              <a:gd name="connsiteY4" fmla="*/ 857315 h 942225"/>
              <a:gd name="connsiteX5" fmla="*/ 4238046 w 7539297"/>
              <a:gd name="connsiteY5" fmla="*/ 2777 h 942225"/>
              <a:gd name="connsiteX6" fmla="*/ 5074265 w 7539297"/>
              <a:gd name="connsiteY6" fmla="*/ 887804 h 942225"/>
              <a:gd name="connsiteX7" fmla="*/ 5894411 w 7539297"/>
              <a:gd name="connsiteY7" fmla="*/ 460 h 942225"/>
              <a:gd name="connsiteX8" fmla="*/ 6780506 w 7539297"/>
              <a:gd name="connsiteY8" fmla="*/ 925690 h 942225"/>
              <a:gd name="connsiteX9" fmla="*/ 7539297 w 7539297"/>
              <a:gd name="connsiteY9" fmla="*/ 60175 h 942225"/>
              <a:gd name="connsiteX0" fmla="*/ 0 w 7573647"/>
              <a:gd name="connsiteY0" fmla="*/ 568028 h 941722"/>
              <a:gd name="connsiteX1" fmla="*/ 718260 w 7573647"/>
              <a:gd name="connsiteY1" fmla="*/ 22467 h 941722"/>
              <a:gd name="connsiteX2" fmla="*/ 1594129 w 7573647"/>
              <a:gd name="connsiteY2" fmla="*/ 843187 h 941722"/>
              <a:gd name="connsiteX3" fmla="*/ 2501402 w 7573647"/>
              <a:gd name="connsiteY3" fmla="*/ 5841 h 941722"/>
              <a:gd name="connsiteX4" fmla="*/ 3355660 w 7573647"/>
              <a:gd name="connsiteY4" fmla="*/ 857315 h 941722"/>
              <a:gd name="connsiteX5" fmla="*/ 4238046 w 7573647"/>
              <a:gd name="connsiteY5" fmla="*/ 2777 h 941722"/>
              <a:gd name="connsiteX6" fmla="*/ 5074265 w 7573647"/>
              <a:gd name="connsiteY6" fmla="*/ 887804 h 941722"/>
              <a:gd name="connsiteX7" fmla="*/ 5894411 w 7573647"/>
              <a:gd name="connsiteY7" fmla="*/ 460 h 941722"/>
              <a:gd name="connsiteX8" fmla="*/ 6780506 w 7573647"/>
              <a:gd name="connsiteY8" fmla="*/ 925690 h 941722"/>
              <a:gd name="connsiteX9" fmla="*/ 7573647 w 7573647"/>
              <a:gd name="connsiteY9" fmla="*/ 24606 h 941722"/>
              <a:gd name="connsiteX0" fmla="*/ 0 w 7623401"/>
              <a:gd name="connsiteY0" fmla="*/ 600779 h 974473"/>
              <a:gd name="connsiteX1" fmla="*/ 718260 w 7623401"/>
              <a:gd name="connsiteY1" fmla="*/ 55218 h 974473"/>
              <a:gd name="connsiteX2" fmla="*/ 1594129 w 7623401"/>
              <a:gd name="connsiteY2" fmla="*/ 875938 h 974473"/>
              <a:gd name="connsiteX3" fmla="*/ 2501402 w 7623401"/>
              <a:gd name="connsiteY3" fmla="*/ 38592 h 974473"/>
              <a:gd name="connsiteX4" fmla="*/ 3355660 w 7623401"/>
              <a:gd name="connsiteY4" fmla="*/ 890066 h 974473"/>
              <a:gd name="connsiteX5" fmla="*/ 4238046 w 7623401"/>
              <a:gd name="connsiteY5" fmla="*/ 35528 h 974473"/>
              <a:gd name="connsiteX6" fmla="*/ 5074265 w 7623401"/>
              <a:gd name="connsiteY6" fmla="*/ 920555 h 974473"/>
              <a:gd name="connsiteX7" fmla="*/ 5894411 w 7623401"/>
              <a:gd name="connsiteY7" fmla="*/ 33211 h 974473"/>
              <a:gd name="connsiteX8" fmla="*/ 6780506 w 7623401"/>
              <a:gd name="connsiteY8" fmla="*/ 958441 h 974473"/>
              <a:gd name="connsiteX9" fmla="*/ 7573647 w 7623401"/>
              <a:gd name="connsiteY9" fmla="*/ 57357 h 974473"/>
              <a:gd name="connsiteX10" fmla="*/ 7539297 w 7623401"/>
              <a:gd name="connsiteY10" fmla="*/ 92926 h 974473"/>
              <a:gd name="connsiteX0" fmla="*/ 0 w 8277894"/>
              <a:gd name="connsiteY0" fmla="*/ 568029 h 967186"/>
              <a:gd name="connsiteX1" fmla="*/ 718260 w 8277894"/>
              <a:gd name="connsiteY1" fmla="*/ 22468 h 967186"/>
              <a:gd name="connsiteX2" fmla="*/ 1594129 w 8277894"/>
              <a:gd name="connsiteY2" fmla="*/ 843188 h 967186"/>
              <a:gd name="connsiteX3" fmla="*/ 2501402 w 8277894"/>
              <a:gd name="connsiteY3" fmla="*/ 5842 h 967186"/>
              <a:gd name="connsiteX4" fmla="*/ 3355660 w 8277894"/>
              <a:gd name="connsiteY4" fmla="*/ 857316 h 967186"/>
              <a:gd name="connsiteX5" fmla="*/ 4238046 w 8277894"/>
              <a:gd name="connsiteY5" fmla="*/ 2778 h 967186"/>
              <a:gd name="connsiteX6" fmla="*/ 5074265 w 8277894"/>
              <a:gd name="connsiteY6" fmla="*/ 887805 h 967186"/>
              <a:gd name="connsiteX7" fmla="*/ 5894411 w 8277894"/>
              <a:gd name="connsiteY7" fmla="*/ 461 h 967186"/>
              <a:gd name="connsiteX8" fmla="*/ 6780506 w 8277894"/>
              <a:gd name="connsiteY8" fmla="*/ 925691 h 967186"/>
              <a:gd name="connsiteX9" fmla="*/ 7573647 w 8277894"/>
              <a:gd name="connsiteY9" fmla="*/ 24607 h 967186"/>
              <a:gd name="connsiteX10" fmla="*/ 8277829 w 8277894"/>
              <a:gd name="connsiteY10" fmla="*/ 967186 h 967186"/>
              <a:gd name="connsiteX0" fmla="*/ 0 w 8335199"/>
              <a:gd name="connsiteY0" fmla="*/ 568029 h 1042334"/>
              <a:gd name="connsiteX1" fmla="*/ 718260 w 8335199"/>
              <a:gd name="connsiteY1" fmla="*/ 22468 h 1042334"/>
              <a:gd name="connsiteX2" fmla="*/ 1594129 w 8335199"/>
              <a:gd name="connsiteY2" fmla="*/ 843188 h 1042334"/>
              <a:gd name="connsiteX3" fmla="*/ 2501402 w 8335199"/>
              <a:gd name="connsiteY3" fmla="*/ 5842 h 1042334"/>
              <a:gd name="connsiteX4" fmla="*/ 3355660 w 8335199"/>
              <a:gd name="connsiteY4" fmla="*/ 857316 h 1042334"/>
              <a:gd name="connsiteX5" fmla="*/ 4238046 w 8335199"/>
              <a:gd name="connsiteY5" fmla="*/ 2778 h 1042334"/>
              <a:gd name="connsiteX6" fmla="*/ 5074265 w 8335199"/>
              <a:gd name="connsiteY6" fmla="*/ 887805 h 1042334"/>
              <a:gd name="connsiteX7" fmla="*/ 5894411 w 8335199"/>
              <a:gd name="connsiteY7" fmla="*/ 461 h 1042334"/>
              <a:gd name="connsiteX8" fmla="*/ 6780506 w 8335199"/>
              <a:gd name="connsiteY8" fmla="*/ 925691 h 1042334"/>
              <a:gd name="connsiteX9" fmla="*/ 7573647 w 8335199"/>
              <a:gd name="connsiteY9" fmla="*/ 24607 h 1042334"/>
              <a:gd name="connsiteX10" fmla="*/ 8277829 w 8335199"/>
              <a:gd name="connsiteY10" fmla="*/ 967186 h 1042334"/>
              <a:gd name="connsiteX11" fmla="*/ 8295003 w 8335199"/>
              <a:gd name="connsiteY11" fmla="*/ 984971 h 1042334"/>
              <a:gd name="connsiteX0" fmla="*/ 0 w 9273988"/>
              <a:gd name="connsiteY0" fmla="*/ 568029 h 988686"/>
              <a:gd name="connsiteX1" fmla="*/ 718260 w 9273988"/>
              <a:gd name="connsiteY1" fmla="*/ 22468 h 988686"/>
              <a:gd name="connsiteX2" fmla="*/ 1594129 w 9273988"/>
              <a:gd name="connsiteY2" fmla="*/ 843188 h 988686"/>
              <a:gd name="connsiteX3" fmla="*/ 2501402 w 9273988"/>
              <a:gd name="connsiteY3" fmla="*/ 5842 h 988686"/>
              <a:gd name="connsiteX4" fmla="*/ 3355660 w 9273988"/>
              <a:gd name="connsiteY4" fmla="*/ 857316 h 988686"/>
              <a:gd name="connsiteX5" fmla="*/ 4238046 w 9273988"/>
              <a:gd name="connsiteY5" fmla="*/ 2778 h 988686"/>
              <a:gd name="connsiteX6" fmla="*/ 5074265 w 9273988"/>
              <a:gd name="connsiteY6" fmla="*/ 887805 h 988686"/>
              <a:gd name="connsiteX7" fmla="*/ 5894411 w 9273988"/>
              <a:gd name="connsiteY7" fmla="*/ 461 h 988686"/>
              <a:gd name="connsiteX8" fmla="*/ 6780506 w 9273988"/>
              <a:gd name="connsiteY8" fmla="*/ 925691 h 988686"/>
              <a:gd name="connsiteX9" fmla="*/ 7573647 w 9273988"/>
              <a:gd name="connsiteY9" fmla="*/ 24607 h 988686"/>
              <a:gd name="connsiteX10" fmla="*/ 8277829 w 9273988"/>
              <a:gd name="connsiteY10" fmla="*/ 967186 h 988686"/>
              <a:gd name="connsiteX11" fmla="*/ 9273988 w 9273988"/>
              <a:gd name="connsiteY11" fmla="*/ 344728 h 988686"/>
              <a:gd name="connsiteX0" fmla="*/ 0 w 9291163"/>
              <a:gd name="connsiteY0" fmla="*/ 568029 h 984270"/>
              <a:gd name="connsiteX1" fmla="*/ 718260 w 9291163"/>
              <a:gd name="connsiteY1" fmla="*/ 22468 h 984270"/>
              <a:gd name="connsiteX2" fmla="*/ 1594129 w 9291163"/>
              <a:gd name="connsiteY2" fmla="*/ 843188 h 984270"/>
              <a:gd name="connsiteX3" fmla="*/ 2501402 w 9291163"/>
              <a:gd name="connsiteY3" fmla="*/ 5842 h 984270"/>
              <a:gd name="connsiteX4" fmla="*/ 3355660 w 9291163"/>
              <a:gd name="connsiteY4" fmla="*/ 857316 h 984270"/>
              <a:gd name="connsiteX5" fmla="*/ 4238046 w 9291163"/>
              <a:gd name="connsiteY5" fmla="*/ 2778 h 984270"/>
              <a:gd name="connsiteX6" fmla="*/ 5074265 w 9291163"/>
              <a:gd name="connsiteY6" fmla="*/ 887805 h 984270"/>
              <a:gd name="connsiteX7" fmla="*/ 5894411 w 9291163"/>
              <a:gd name="connsiteY7" fmla="*/ 461 h 984270"/>
              <a:gd name="connsiteX8" fmla="*/ 6780506 w 9291163"/>
              <a:gd name="connsiteY8" fmla="*/ 925691 h 984270"/>
              <a:gd name="connsiteX9" fmla="*/ 7573647 w 9291163"/>
              <a:gd name="connsiteY9" fmla="*/ 24607 h 984270"/>
              <a:gd name="connsiteX10" fmla="*/ 8277829 w 9291163"/>
              <a:gd name="connsiteY10" fmla="*/ 967186 h 984270"/>
              <a:gd name="connsiteX11" fmla="*/ 9291163 w 9291163"/>
              <a:gd name="connsiteY11" fmla="*/ 113530 h 984270"/>
              <a:gd name="connsiteX0" fmla="*/ 0 w 9371345"/>
              <a:gd name="connsiteY0" fmla="*/ 568029 h 984270"/>
              <a:gd name="connsiteX1" fmla="*/ 718260 w 9371345"/>
              <a:gd name="connsiteY1" fmla="*/ 22468 h 984270"/>
              <a:gd name="connsiteX2" fmla="*/ 1594129 w 9371345"/>
              <a:gd name="connsiteY2" fmla="*/ 843188 h 984270"/>
              <a:gd name="connsiteX3" fmla="*/ 2501402 w 9371345"/>
              <a:gd name="connsiteY3" fmla="*/ 5842 h 984270"/>
              <a:gd name="connsiteX4" fmla="*/ 3355660 w 9371345"/>
              <a:gd name="connsiteY4" fmla="*/ 857316 h 984270"/>
              <a:gd name="connsiteX5" fmla="*/ 4238046 w 9371345"/>
              <a:gd name="connsiteY5" fmla="*/ 2778 h 984270"/>
              <a:gd name="connsiteX6" fmla="*/ 5074265 w 9371345"/>
              <a:gd name="connsiteY6" fmla="*/ 887805 h 984270"/>
              <a:gd name="connsiteX7" fmla="*/ 5894411 w 9371345"/>
              <a:gd name="connsiteY7" fmla="*/ 461 h 984270"/>
              <a:gd name="connsiteX8" fmla="*/ 6780506 w 9371345"/>
              <a:gd name="connsiteY8" fmla="*/ 925691 h 984270"/>
              <a:gd name="connsiteX9" fmla="*/ 7573647 w 9371345"/>
              <a:gd name="connsiteY9" fmla="*/ 24607 h 984270"/>
              <a:gd name="connsiteX10" fmla="*/ 8277829 w 9371345"/>
              <a:gd name="connsiteY10" fmla="*/ 967186 h 984270"/>
              <a:gd name="connsiteX11" fmla="*/ 9291163 w 9371345"/>
              <a:gd name="connsiteY11" fmla="*/ 113530 h 984270"/>
              <a:gd name="connsiteX12" fmla="*/ 9308338 w 9371345"/>
              <a:gd name="connsiteY12" fmla="*/ 95745 h 984270"/>
              <a:gd name="connsiteX0" fmla="*/ 0 w 10149921"/>
              <a:gd name="connsiteY0" fmla="*/ 568029 h 984270"/>
              <a:gd name="connsiteX1" fmla="*/ 718260 w 10149921"/>
              <a:gd name="connsiteY1" fmla="*/ 22468 h 984270"/>
              <a:gd name="connsiteX2" fmla="*/ 1594129 w 10149921"/>
              <a:gd name="connsiteY2" fmla="*/ 843188 h 984270"/>
              <a:gd name="connsiteX3" fmla="*/ 2501402 w 10149921"/>
              <a:gd name="connsiteY3" fmla="*/ 5842 h 984270"/>
              <a:gd name="connsiteX4" fmla="*/ 3355660 w 10149921"/>
              <a:gd name="connsiteY4" fmla="*/ 857316 h 984270"/>
              <a:gd name="connsiteX5" fmla="*/ 4238046 w 10149921"/>
              <a:gd name="connsiteY5" fmla="*/ 2778 h 984270"/>
              <a:gd name="connsiteX6" fmla="*/ 5074265 w 10149921"/>
              <a:gd name="connsiteY6" fmla="*/ 887805 h 984270"/>
              <a:gd name="connsiteX7" fmla="*/ 5894411 w 10149921"/>
              <a:gd name="connsiteY7" fmla="*/ 461 h 984270"/>
              <a:gd name="connsiteX8" fmla="*/ 6780506 w 10149921"/>
              <a:gd name="connsiteY8" fmla="*/ 925691 h 984270"/>
              <a:gd name="connsiteX9" fmla="*/ 7573647 w 10149921"/>
              <a:gd name="connsiteY9" fmla="*/ 24607 h 984270"/>
              <a:gd name="connsiteX10" fmla="*/ 8277829 w 10149921"/>
              <a:gd name="connsiteY10" fmla="*/ 967186 h 984270"/>
              <a:gd name="connsiteX11" fmla="*/ 9291163 w 10149921"/>
              <a:gd name="connsiteY11" fmla="*/ 113530 h 984270"/>
              <a:gd name="connsiteX12" fmla="*/ 10149921 w 10149921"/>
              <a:gd name="connsiteY12" fmla="*/ 789341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9909469"/>
              <a:gd name="connsiteY0" fmla="*/ 585813 h 984270"/>
              <a:gd name="connsiteX1" fmla="*/ 615209 w 9909469"/>
              <a:gd name="connsiteY1" fmla="*/ 22468 h 984270"/>
              <a:gd name="connsiteX2" fmla="*/ 1491078 w 9909469"/>
              <a:gd name="connsiteY2" fmla="*/ 843188 h 984270"/>
              <a:gd name="connsiteX3" fmla="*/ 2398351 w 9909469"/>
              <a:gd name="connsiteY3" fmla="*/ 5842 h 984270"/>
              <a:gd name="connsiteX4" fmla="*/ 3252609 w 9909469"/>
              <a:gd name="connsiteY4" fmla="*/ 857316 h 984270"/>
              <a:gd name="connsiteX5" fmla="*/ 4134995 w 9909469"/>
              <a:gd name="connsiteY5" fmla="*/ 2778 h 984270"/>
              <a:gd name="connsiteX6" fmla="*/ 4971214 w 9909469"/>
              <a:gd name="connsiteY6" fmla="*/ 887805 h 984270"/>
              <a:gd name="connsiteX7" fmla="*/ 5791360 w 9909469"/>
              <a:gd name="connsiteY7" fmla="*/ 461 h 984270"/>
              <a:gd name="connsiteX8" fmla="*/ 6677455 w 9909469"/>
              <a:gd name="connsiteY8" fmla="*/ 925691 h 984270"/>
              <a:gd name="connsiteX9" fmla="*/ 7470596 w 9909469"/>
              <a:gd name="connsiteY9" fmla="*/ 24607 h 984270"/>
              <a:gd name="connsiteX10" fmla="*/ 8174778 w 9909469"/>
              <a:gd name="connsiteY10" fmla="*/ 967186 h 984270"/>
              <a:gd name="connsiteX11" fmla="*/ 9188112 w 9909469"/>
              <a:gd name="connsiteY11" fmla="*/ 113530 h 984270"/>
              <a:gd name="connsiteX12" fmla="*/ 9909469 w 9909469"/>
              <a:gd name="connsiteY12" fmla="*/ 718203 h 984270"/>
              <a:gd name="connsiteX0" fmla="*/ 0 w 9909469"/>
              <a:gd name="connsiteY0" fmla="*/ 585813 h 984270"/>
              <a:gd name="connsiteX1" fmla="*/ 615209 w 9909469"/>
              <a:gd name="connsiteY1" fmla="*/ 22468 h 984270"/>
              <a:gd name="connsiteX2" fmla="*/ 1491078 w 9909469"/>
              <a:gd name="connsiteY2" fmla="*/ 843188 h 984270"/>
              <a:gd name="connsiteX3" fmla="*/ 2398351 w 9909469"/>
              <a:gd name="connsiteY3" fmla="*/ 5842 h 984270"/>
              <a:gd name="connsiteX4" fmla="*/ 3252609 w 9909469"/>
              <a:gd name="connsiteY4" fmla="*/ 857316 h 984270"/>
              <a:gd name="connsiteX5" fmla="*/ 4134995 w 9909469"/>
              <a:gd name="connsiteY5" fmla="*/ 2778 h 984270"/>
              <a:gd name="connsiteX6" fmla="*/ 4971214 w 9909469"/>
              <a:gd name="connsiteY6" fmla="*/ 887805 h 984270"/>
              <a:gd name="connsiteX7" fmla="*/ 5791360 w 9909469"/>
              <a:gd name="connsiteY7" fmla="*/ 461 h 984270"/>
              <a:gd name="connsiteX8" fmla="*/ 6677455 w 9909469"/>
              <a:gd name="connsiteY8" fmla="*/ 925691 h 984270"/>
              <a:gd name="connsiteX9" fmla="*/ 7470596 w 9909469"/>
              <a:gd name="connsiteY9" fmla="*/ 24607 h 984270"/>
              <a:gd name="connsiteX10" fmla="*/ 8174778 w 9909469"/>
              <a:gd name="connsiteY10" fmla="*/ 967186 h 984270"/>
              <a:gd name="connsiteX11" fmla="*/ 9188112 w 9909469"/>
              <a:gd name="connsiteY11" fmla="*/ 113530 h 984270"/>
              <a:gd name="connsiteX12" fmla="*/ 9909469 w 9909469"/>
              <a:gd name="connsiteY12" fmla="*/ 718203 h 984270"/>
              <a:gd name="connsiteX0" fmla="*/ 0 w 9960995"/>
              <a:gd name="connsiteY0" fmla="*/ 585813 h 984270"/>
              <a:gd name="connsiteX1" fmla="*/ 666735 w 9960995"/>
              <a:gd name="connsiteY1" fmla="*/ 22468 h 984270"/>
              <a:gd name="connsiteX2" fmla="*/ 1542604 w 9960995"/>
              <a:gd name="connsiteY2" fmla="*/ 843188 h 984270"/>
              <a:gd name="connsiteX3" fmla="*/ 2449877 w 9960995"/>
              <a:gd name="connsiteY3" fmla="*/ 5842 h 984270"/>
              <a:gd name="connsiteX4" fmla="*/ 3304135 w 9960995"/>
              <a:gd name="connsiteY4" fmla="*/ 857316 h 984270"/>
              <a:gd name="connsiteX5" fmla="*/ 4186521 w 9960995"/>
              <a:gd name="connsiteY5" fmla="*/ 2778 h 984270"/>
              <a:gd name="connsiteX6" fmla="*/ 5022740 w 9960995"/>
              <a:gd name="connsiteY6" fmla="*/ 887805 h 984270"/>
              <a:gd name="connsiteX7" fmla="*/ 5842886 w 9960995"/>
              <a:gd name="connsiteY7" fmla="*/ 461 h 984270"/>
              <a:gd name="connsiteX8" fmla="*/ 6728981 w 9960995"/>
              <a:gd name="connsiteY8" fmla="*/ 925691 h 984270"/>
              <a:gd name="connsiteX9" fmla="*/ 7522122 w 9960995"/>
              <a:gd name="connsiteY9" fmla="*/ 24607 h 984270"/>
              <a:gd name="connsiteX10" fmla="*/ 8226304 w 9960995"/>
              <a:gd name="connsiteY10" fmla="*/ 967186 h 984270"/>
              <a:gd name="connsiteX11" fmla="*/ 9239638 w 9960995"/>
              <a:gd name="connsiteY11" fmla="*/ 113530 h 984270"/>
              <a:gd name="connsiteX12" fmla="*/ 9960995 w 9960995"/>
              <a:gd name="connsiteY12" fmla="*/ 718203 h 984270"/>
              <a:gd name="connsiteX0" fmla="*/ 0 w 9960995"/>
              <a:gd name="connsiteY0" fmla="*/ 585813 h 984270"/>
              <a:gd name="connsiteX1" fmla="*/ 666735 w 9960995"/>
              <a:gd name="connsiteY1" fmla="*/ 22468 h 984270"/>
              <a:gd name="connsiteX2" fmla="*/ 1542604 w 9960995"/>
              <a:gd name="connsiteY2" fmla="*/ 843188 h 984270"/>
              <a:gd name="connsiteX3" fmla="*/ 2449877 w 9960995"/>
              <a:gd name="connsiteY3" fmla="*/ 5842 h 984270"/>
              <a:gd name="connsiteX4" fmla="*/ 3304135 w 9960995"/>
              <a:gd name="connsiteY4" fmla="*/ 857316 h 984270"/>
              <a:gd name="connsiteX5" fmla="*/ 4186521 w 9960995"/>
              <a:gd name="connsiteY5" fmla="*/ 2778 h 984270"/>
              <a:gd name="connsiteX6" fmla="*/ 5022740 w 9960995"/>
              <a:gd name="connsiteY6" fmla="*/ 887805 h 984270"/>
              <a:gd name="connsiteX7" fmla="*/ 5842886 w 9960995"/>
              <a:gd name="connsiteY7" fmla="*/ 461 h 984270"/>
              <a:gd name="connsiteX8" fmla="*/ 6728981 w 9960995"/>
              <a:gd name="connsiteY8" fmla="*/ 925691 h 984270"/>
              <a:gd name="connsiteX9" fmla="*/ 7522122 w 9960995"/>
              <a:gd name="connsiteY9" fmla="*/ 24607 h 984270"/>
              <a:gd name="connsiteX10" fmla="*/ 8226304 w 9960995"/>
              <a:gd name="connsiteY10" fmla="*/ 967186 h 984270"/>
              <a:gd name="connsiteX11" fmla="*/ 9239638 w 9960995"/>
              <a:gd name="connsiteY11" fmla="*/ 113530 h 984270"/>
              <a:gd name="connsiteX12" fmla="*/ 9960995 w 9960995"/>
              <a:gd name="connsiteY12" fmla="*/ 718203 h 984270"/>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66758"/>
              <a:gd name="connsiteX1" fmla="*/ 666735 w 9960995"/>
              <a:gd name="connsiteY1" fmla="*/ 22040 h 966758"/>
              <a:gd name="connsiteX2" fmla="*/ 1542604 w 9960995"/>
              <a:gd name="connsiteY2" fmla="*/ 842760 h 966758"/>
              <a:gd name="connsiteX3" fmla="*/ 2449877 w 9960995"/>
              <a:gd name="connsiteY3" fmla="*/ 5414 h 966758"/>
              <a:gd name="connsiteX4" fmla="*/ 3304135 w 9960995"/>
              <a:gd name="connsiteY4" fmla="*/ 856888 h 966758"/>
              <a:gd name="connsiteX5" fmla="*/ 4186521 w 9960995"/>
              <a:gd name="connsiteY5" fmla="*/ 2350 h 966758"/>
              <a:gd name="connsiteX6" fmla="*/ 5022740 w 9960995"/>
              <a:gd name="connsiteY6" fmla="*/ 887377 h 966758"/>
              <a:gd name="connsiteX7" fmla="*/ 5842886 w 9960995"/>
              <a:gd name="connsiteY7" fmla="*/ 33 h 966758"/>
              <a:gd name="connsiteX8" fmla="*/ 6728981 w 9960995"/>
              <a:gd name="connsiteY8" fmla="*/ 925263 h 966758"/>
              <a:gd name="connsiteX9" fmla="*/ 7522122 w 9960995"/>
              <a:gd name="connsiteY9" fmla="*/ 24179 h 966758"/>
              <a:gd name="connsiteX10" fmla="*/ 8226304 w 9960995"/>
              <a:gd name="connsiteY10" fmla="*/ 966758 h 966758"/>
              <a:gd name="connsiteX11" fmla="*/ 9239638 w 9960995"/>
              <a:gd name="connsiteY11" fmla="*/ 113102 h 966758"/>
              <a:gd name="connsiteX12" fmla="*/ 9960995 w 9960995"/>
              <a:gd name="connsiteY12" fmla="*/ 717775 h 966758"/>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12180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91051 h 1050269"/>
              <a:gd name="connsiteX1" fmla="*/ 546509 w 9840769"/>
              <a:gd name="connsiteY1" fmla="*/ 87766 h 1050269"/>
              <a:gd name="connsiteX2" fmla="*/ 1422378 w 9840769"/>
              <a:gd name="connsiteY2" fmla="*/ 908486 h 1050269"/>
              <a:gd name="connsiteX3" fmla="*/ 2346826 w 9840769"/>
              <a:gd name="connsiteY3" fmla="*/ 3 h 1050269"/>
              <a:gd name="connsiteX4" fmla="*/ 3183909 w 9840769"/>
              <a:gd name="connsiteY4" fmla="*/ 922614 h 1050269"/>
              <a:gd name="connsiteX5" fmla="*/ 4066295 w 9840769"/>
              <a:gd name="connsiteY5" fmla="*/ 68076 h 1050269"/>
              <a:gd name="connsiteX6" fmla="*/ 4902514 w 9840769"/>
              <a:gd name="connsiteY6" fmla="*/ 953103 h 1050269"/>
              <a:gd name="connsiteX7" fmla="*/ 5722660 w 9840769"/>
              <a:gd name="connsiteY7" fmla="*/ 65759 h 1050269"/>
              <a:gd name="connsiteX8" fmla="*/ 6608755 w 9840769"/>
              <a:gd name="connsiteY8" fmla="*/ 990989 h 1050269"/>
              <a:gd name="connsiteX9" fmla="*/ 7401896 w 9840769"/>
              <a:gd name="connsiteY9" fmla="*/ 89905 h 1050269"/>
              <a:gd name="connsiteX10" fmla="*/ 8243480 w 9840769"/>
              <a:gd name="connsiteY10" fmla="*/ 1050269 h 1050269"/>
              <a:gd name="connsiteX11" fmla="*/ 9119412 w 9840769"/>
              <a:gd name="connsiteY11" fmla="*/ 178828 h 1050269"/>
              <a:gd name="connsiteX12" fmla="*/ 9840769 w 9840769"/>
              <a:gd name="connsiteY12" fmla="*/ 783501 h 1050269"/>
              <a:gd name="connsiteX0" fmla="*/ 0 w 9840769"/>
              <a:gd name="connsiteY0" fmla="*/ 526622 h 1085840"/>
              <a:gd name="connsiteX1" fmla="*/ 546509 w 9840769"/>
              <a:gd name="connsiteY1" fmla="*/ 123337 h 1085840"/>
              <a:gd name="connsiteX2" fmla="*/ 1422378 w 9840769"/>
              <a:gd name="connsiteY2" fmla="*/ 944057 h 1085840"/>
              <a:gd name="connsiteX3" fmla="*/ 2329650 w 9840769"/>
              <a:gd name="connsiteY3" fmla="*/ 5 h 1085840"/>
              <a:gd name="connsiteX4" fmla="*/ 3183909 w 9840769"/>
              <a:gd name="connsiteY4" fmla="*/ 958185 h 1085840"/>
              <a:gd name="connsiteX5" fmla="*/ 4066295 w 9840769"/>
              <a:gd name="connsiteY5" fmla="*/ 103647 h 1085840"/>
              <a:gd name="connsiteX6" fmla="*/ 4902514 w 9840769"/>
              <a:gd name="connsiteY6" fmla="*/ 988674 h 1085840"/>
              <a:gd name="connsiteX7" fmla="*/ 5722660 w 9840769"/>
              <a:gd name="connsiteY7" fmla="*/ 101330 h 1085840"/>
              <a:gd name="connsiteX8" fmla="*/ 6608755 w 9840769"/>
              <a:gd name="connsiteY8" fmla="*/ 1026560 h 1085840"/>
              <a:gd name="connsiteX9" fmla="*/ 7401896 w 9840769"/>
              <a:gd name="connsiteY9" fmla="*/ 125476 h 1085840"/>
              <a:gd name="connsiteX10" fmla="*/ 8243480 w 9840769"/>
              <a:gd name="connsiteY10" fmla="*/ 1085840 h 1085840"/>
              <a:gd name="connsiteX11" fmla="*/ 9119412 w 9840769"/>
              <a:gd name="connsiteY11" fmla="*/ 214399 h 1085840"/>
              <a:gd name="connsiteX12" fmla="*/ 9840769 w 9840769"/>
              <a:gd name="connsiteY12" fmla="*/ 819072 h 1085840"/>
              <a:gd name="connsiteX0" fmla="*/ 0 w 9840769"/>
              <a:gd name="connsiteY0" fmla="*/ 529804 h 1089022"/>
              <a:gd name="connsiteX1" fmla="*/ 546509 w 9840769"/>
              <a:gd name="connsiteY1" fmla="*/ 126519 h 1089022"/>
              <a:gd name="connsiteX2" fmla="*/ 1422378 w 9840769"/>
              <a:gd name="connsiteY2" fmla="*/ 947239 h 1089022"/>
              <a:gd name="connsiteX3" fmla="*/ 2329650 w 9840769"/>
              <a:gd name="connsiteY3" fmla="*/ 3187 h 1089022"/>
              <a:gd name="connsiteX4" fmla="*/ 3183909 w 9840769"/>
              <a:gd name="connsiteY4" fmla="*/ 961367 h 1089022"/>
              <a:gd name="connsiteX5" fmla="*/ 4066295 w 9840769"/>
              <a:gd name="connsiteY5" fmla="*/ 121 h 1089022"/>
              <a:gd name="connsiteX6" fmla="*/ 4902514 w 9840769"/>
              <a:gd name="connsiteY6" fmla="*/ 991856 h 1089022"/>
              <a:gd name="connsiteX7" fmla="*/ 5722660 w 9840769"/>
              <a:gd name="connsiteY7" fmla="*/ 104512 h 1089022"/>
              <a:gd name="connsiteX8" fmla="*/ 6608755 w 9840769"/>
              <a:gd name="connsiteY8" fmla="*/ 1029742 h 1089022"/>
              <a:gd name="connsiteX9" fmla="*/ 7401896 w 9840769"/>
              <a:gd name="connsiteY9" fmla="*/ 128658 h 1089022"/>
              <a:gd name="connsiteX10" fmla="*/ 8243480 w 9840769"/>
              <a:gd name="connsiteY10" fmla="*/ 1089022 h 1089022"/>
              <a:gd name="connsiteX11" fmla="*/ 9119412 w 9840769"/>
              <a:gd name="connsiteY11" fmla="*/ 217581 h 1089022"/>
              <a:gd name="connsiteX12" fmla="*/ 9840769 w 9840769"/>
              <a:gd name="connsiteY12" fmla="*/ 822254 h 1089022"/>
              <a:gd name="connsiteX0" fmla="*/ 0 w 9840769"/>
              <a:gd name="connsiteY0" fmla="*/ 549814 h 1109032"/>
              <a:gd name="connsiteX1" fmla="*/ 546509 w 9840769"/>
              <a:gd name="connsiteY1" fmla="*/ 146529 h 1109032"/>
              <a:gd name="connsiteX2" fmla="*/ 1422378 w 9840769"/>
              <a:gd name="connsiteY2" fmla="*/ 967249 h 1109032"/>
              <a:gd name="connsiteX3" fmla="*/ 2329650 w 9840769"/>
              <a:gd name="connsiteY3" fmla="*/ 23197 h 1109032"/>
              <a:gd name="connsiteX4" fmla="*/ 3183909 w 9840769"/>
              <a:gd name="connsiteY4" fmla="*/ 981377 h 1109032"/>
              <a:gd name="connsiteX5" fmla="*/ 4066295 w 9840769"/>
              <a:gd name="connsiteY5" fmla="*/ 20131 h 1109032"/>
              <a:gd name="connsiteX6" fmla="*/ 4902514 w 9840769"/>
              <a:gd name="connsiteY6" fmla="*/ 1011866 h 1109032"/>
              <a:gd name="connsiteX7" fmla="*/ 5739836 w 9840769"/>
              <a:gd name="connsiteY7" fmla="*/ 30 h 1109032"/>
              <a:gd name="connsiteX8" fmla="*/ 6608755 w 9840769"/>
              <a:gd name="connsiteY8" fmla="*/ 1049752 h 1109032"/>
              <a:gd name="connsiteX9" fmla="*/ 7401896 w 9840769"/>
              <a:gd name="connsiteY9" fmla="*/ 148668 h 1109032"/>
              <a:gd name="connsiteX10" fmla="*/ 8243480 w 9840769"/>
              <a:gd name="connsiteY10" fmla="*/ 1109032 h 1109032"/>
              <a:gd name="connsiteX11" fmla="*/ 9119412 w 9840769"/>
              <a:gd name="connsiteY11" fmla="*/ 237591 h 1109032"/>
              <a:gd name="connsiteX12" fmla="*/ 9840769 w 9840769"/>
              <a:gd name="connsiteY12" fmla="*/ 842264 h 1109032"/>
              <a:gd name="connsiteX0" fmla="*/ 0 w 9840769"/>
              <a:gd name="connsiteY0" fmla="*/ 549814 h 1109903"/>
              <a:gd name="connsiteX1" fmla="*/ 546509 w 9840769"/>
              <a:gd name="connsiteY1" fmla="*/ 146529 h 1109903"/>
              <a:gd name="connsiteX2" fmla="*/ 1422378 w 9840769"/>
              <a:gd name="connsiteY2" fmla="*/ 967249 h 1109903"/>
              <a:gd name="connsiteX3" fmla="*/ 2329650 w 9840769"/>
              <a:gd name="connsiteY3" fmla="*/ 23197 h 1109903"/>
              <a:gd name="connsiteX4" fmla="*/ 3183909 w 9840769"/>
              <a:gd name="connsiteY4" fmla="*/ 981377 h 1109903"/>
              <a:gd name="connsiteX5" fmla="*/ 4066295 w 9840769"/>
              <a:gd name="connsiteY5" fmla="*/ 20131 h 1109903"/>
              <a:gd name="connsiteX6" fmla="*/ 4902514 w 9840769"/>
              <a:gd name="connsiteY6" fmla="*/ 1011866 h 1109903"/>
              <a:gd name="connsiteX7" fmla="*/ 5739836 w 9840769"/>
              <a:gd name="connsiteY7" fmla="*/ 30 h 1109903"/>
              <a:gd name="connsiteX8" fmla="*/ 6608755 w 9840769"/>
              <a:gd name="connsiteY8" fmla="*/ 1049752 h 1109903"/>
              <a:gd name="connsiteX9" fmla="*/ 7367546 w 9840769"/>
              <a:gd name="connsiteY9" fmla="*/ 41961 h 1109903"/>
              <a:gd name="connsiteX10" fmla="*/ 8243480 w 9840769"/>
              <a:gd name="connsiteY10" fmla="*/ 1109032 h 1109903"/>
              <a:gd name="connsiteX11" fmla="*/ 9119412 w 9840769"/>
              <a:gd name="connsiteY11" fmla="*/ 237591 h 1109903"/>
              <a:gd name="connsiteX12" fmla="*/ 9840769 w 9840769"/>
              <a:gd name="connsiteY12" fmla="*/ 842264 h 1109903"/>
              <a:gd name="connsiteX0" fmla="*/ 0 w 9840769"/>
              <a:gd name="connsiteY0" fmla="*/ 549814 h 1109137"/>
              <a:gd name="connsiteX1" fmla="*/ 546509 w 9840769"/>
              <a:gd name="connsiteY1" fmla="*/ 146529 h 1109137"/>
              <a:gd name="connsiteX2" fmla="*/ 1422378 w 9840769"/>
              <a:gd name="connsiteY2" fmla="*/ 967249 h 1109137"/>
              <a:gd name="connsiteX3" fmla="*/ 2329650 w 9840769"/>
              <a:gd name="connsiteY3" fmla="*/ 23197 h 1109137"/>
              <a:gd name="connsiteX4" fmla="*/ 3183909 w 9840769"/>
              <a:gd name="connsiteY4" fmla="*/ 981377 h 1109137"/>
              <a:gd name="connsiteX5" fmla="*/ 4066295 w 9840769"/>
              <a:gd name="connsiteY5" fmla="*/ 20131 h 1109137"/>
              <a:gd name="connsiteX6" fmla="*/ 4902514 w 9840769"/>
              <a:gd name="connsiteY6" fmla="*/ 1011866 h 1109137"/>
              <a:gd name="connsiteX7" fmla="*/ 5739836 w 9840769"/>
              <a:gd name="connsiteY7" fmla="*/ 30 h 1109137"/>
              <a:gd name="connsiteX8" fmla="*/ 6608755 w 9840769"/>
              <a:gd name="connsiteY8" fmla="*/ 1049752 h 1109137"/>
              <a:gd name="connsiteX9" fmla="*/ 7367546 w 9840769"/>
              <a:gd name="connsiteY9" fmla="*/ 41961 h 1109137"/>
              <a:gd name="connsiteX10" fmla="*/ 8243480 w 9840769"/>
              <a:gd name="connsiteY10" fmla="*/ 1109032 h 1109137"/>
              <a:gd name="connsiteX11" fmla="*/ 9119412 w 9840769"/>
              <a:gd name="connsiteY11" fmla="*/ 113099 h 1109137"/>
              <a:gd name="connsiteX12" fmla="*/ 9840769 w 9840769"/>
              <a:gd name="connsiteY12" fmla="*/ 842264 h 1109137"/>
              <a:gd name="connsiteX0" fmla="*/ 0 w 9840769"/>
              <a:gd name="connsiteY0" fmla="*/ 549814 h 1109058"/>
              <a:gd name="connsiteX1" fmla="*/ 546509 w 9840769"/>
              <a:gd name="connsiteY1" fmla="*/ 146529 h 1109058"/>
              <a:gd name="connsiteX2" fmla="*/ 1422378 w 9840769"/>
              <a:gd name="connsiteY2" fmla="*/ 967249 h 1109058"/>
              <a:gd name="connsiteX3" fmla="*/ 2329650 w 9840769"/>
              <a:gd name="connsiteY3" fmla="*/ 23197 h 1109058"/>
              <a:gd name="connsiteX4" fmla="*/ 3183909 w 9840769"/>
              <a:gd name="connsiteY4" fmla="*/ 981377 h 1109058"/>
              <a:gd name="connsiteX5" fmla="*/ 4066295 w 9840769"/>
              <a:gd name="connsiteY5" fmla="*/ 20131 h 1109058"/>
              <a:gd name="connsiteX6" fmla="*/ 4902514 w 9840769"/>
              <a:gd name="connsiteY6" fmla="*/ 1011866 h 1109058"/>
              <a:gd name="connsiteX7" fmla="*/ 5739836 w 9840769"/>
              <a:gd name="connsiteY7" fmla="*/ 30 h 1109058"/>
              <a:gd name="connsiteX8" fmla="*/ 6608755 w 9840769"/>
              <a:gd name="connsiteY8" fmla="*/ 1049752 h 1109058"/>
              <a:gd name="connsiteX9" fmla="*/ 7367546 w 9840769"/>
              <a:gd name="connsiteY9" fmla="*/ 41961 h 1109058"/>
              <a:gd name="connsiteX10" fmla="*/ 8243480 w 9840769"/>
              <a:gd name="connsiteY10" fmla="*/ 1109032 h 1109058"/>
              <a:gd name="connsiteX11" fmla="*/ 9119412 w 9840769"/>
              <a:gd name="connsiteY11" fmla="*/ 77530 h 1109058"/>
              <a:gd name="connsiteX12" fmla="*/ 9840769 w 9840769"/>
              <a:gd name="connsiteY12" fmla="*/ 842264 h 1109058"/>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686192"/>
              <a:gd name="connsiteY0" fmla="*/ 599237 h 1061611"/>
              <a:gd name="connsiteX1" fmla="*/ 563684 w 9686192"/>
              <a:gd name="connsiteY1" fmla="*/ 322 h 1061611"/>
              <a:gd name="connsiteX2" fmla="*/ 1422378 w 9686192"/>
              <a:gd name="connsiteY2" fmla="*/ 1016672 h 1061611"/>
              <a:gd name="connsiteX3" fmla="*/ 2329650 w 9686192"/>
              <a:gd name="connsiteY3" fmla="*/ 72620 h 1061611"/>
              <a:gd name="connsiteX4" fmla="*/ 3183909 w 9686192"/>
              <a:gd name="connsiteY4" fmla="*/ 1030800 h 1061611"/>
              <a:gd name="connsiteX5" fmla="*/ 4066295 w 9686192"/>
              <a:gd name="connsiteY5" fmla="*/ 69554 h 1061611"/>
              <a:gd name="connsiteX6" fmla="*/ 4902514 w 9686192"/>
              <a:gd name="connsiteY6" fmla="*/ 1061289 h 1061611"/>
              <a:gd name="connsiteX7" fmla="*/ 5739836 w 9686192"/>
              <a:gd name="connsiteY7" fmla="*/ 49453 h 1061611"/>
              <a:gd name="connsiteX8" fmla="*/ 6625930 w 9686192"/>
              <a:gd name="connsiteY8" fmla="*/ 1028037 h 1061611"/>
              <a:gd name="connsiteX9" fmla="*/ 7367546 w 9686192"/>
              <a:gd name="connsiteY9" fmla="*/ 91384 h 1061611"/>
              <a:gd name="connsiteX10" fmla="*/ 8260656 w 9686192"/>
              <a:gd name="connsiteY10" fmla="*/ 1051748 h 1061611"/>
              <a:gd name="connsiteX11" fmla="*/ 9119412 w 9686192"/>
              <a:gd name="connsiteY11" fmla="*/ 126953 h 1061611"/>
              <a:gd name="connsiteX12" fmla="*/ 9686192 w 9686192"/>
              <a:gd name="connsiteY12" fmla="*/ 678273 h 1061611"/>
              <a:gd name="connsiteX0" fmla="*/ 0 w 9686192"/>
              <a:gd name="connsiteY0" fmla="*/ 599237 h 1061611"/>
              <a:gd name="connsiteX1" fmla="*/ 563684 w 9686192"/>
              <a:gd name="connsiteY1" fmla="*/ 322 h 1061611"/>
              <a:gd name="connsiteX2" fmla="*/ 1422378 w 9686192"/>
              <a:gd name="connsiteY2" fmla="*/ 1016672 h 1061611"/>
              <a:gd name="connsiteX3" fmla="*/ 2329650 w 9686192"/>
              <a:gd name="connsiteY3" fmla="*/ 72620 h 1061611"/>
              <a:gd name="connsiteX4" fmla="*/ 3183909 w 9686192"/>
              <a:gd name="connsiteY4" fmla="*/ 1030800 h 1061611"/>
              <a:gd name="connsiteX5" fmla="*/ 4066295 w 9686192"/>
              <a:gd name="connsiteY5" fmla="*/ 69554 h 1061611"/>
              <a:gd name="connsiteX6" fmla="*/ 4902514 w 9686192"/>
              <a:gd name="connsiteY6" fmla="*/ 1061289 h 1061611"/>
              <a:gd name="connsiteX7" fmla="*/ 5739836 w 9686192"/>
              <a:gd name="connsiteY7" fmla="*/ 49453 h 1061611"/>
              <a:gd name="connsiteX8" fmla="*/ 6625930 w 9686192"/>
              <a:gd name="connsiteY8" fmla="*/ 1028037 h 1061611"/>
              <a:gd name="connsiteX9" fmla="*/ 7367546 w 9686192"/>
              <a:gd name="connsiteY9" fmla="*/ 91384 h 1061611"/>
              <a:gd name="connsiteX10" fmla="*/ 8260656 w 9686192"/>
              <a:gd name="connsiteY10" fmla="*/ 1051748 h 1061611"/>
              <a:gd name="connsiteX11" fmla="*/ 9119412 w 9686192"/>
              <a:gd name="connsiteY11" fmla="*/ 126953 h 1061611"/>
              <a:gd name="connsiteX12" fmla="*/ 9686192 w 9686192"/>
              <a:gd name="connsiteY12" fmla="*/ 678273 h 1061611"/>
              <a:gd name="connsiteX0" fmla="*/ 0 w 9686192"/>
              <a:gd name="connsiteY0" fmla="*/ 599237 h 1061622"/>
              <a:gd name="connsiteX1" fmla="*/ 563684 w 9686192"/>
              <a:gd name="connsiteY1" fmla="*/ 322 h 1061622"/>
              <a:gd name="connsiteX2" fmla="*/ 1422378 w 9686192"/>
              <a:gd name="connsiteY2" fmla="*/ 1016672 h 1061622"/>
              <a:gd name="connsiteX3" fmla="*/ 2329650 w 9686192"/>
              <a:gd name="connsiteY3" fmla="*/ 72620 h 1061622"/>
              <a:gd name="connsiteX4" fmla="*/ 3183909 w 9686192"/>
              <a:gd name="connsiteY4" fmla="*/ 1030800 h 1061622"/>
              <a:gd name="connsiteX5" fmla="*/ 4066295 w 9686192"/>
              <a:gd name="connsiteY5" fmla="*/ 69554 h 1061622"/>
              <a:gd name="connsiteX6" fmla="*/ 4902514 w 9686192"/>
              <a:gd name="connsiteY6" fmla="*/ 1061289 h 1061622"/>
              <a:gd name="connsiteX7" fmla="*/ 5739836 w 9686192"/>
              <a:gd name="connsiteY7" fmla="*/ 49453 h 1061622"/>
              <a:gd name="connsiteX8" fmla="*/ 6625930 w 9686192"/>
              <a:gd name="connsiteY8" fmla="*/ 1028037 h 1061622"/>
              <a:gd name="connsiteX9" fmla="*/ 7367546 w 9686192"/>
              <a:gd name="connsiteY9" fmla="*/ 91384 h 1061622"/>
              <a:gd name="connsiteX10" fmla="*/ 8260656 w 9686192"/>
              <a:gd name="connsiteY10" fmla="*/ 1051748 h 1061622"/>
              <a:gd name="connsiteX11" fmla="*/ 9119412 w 9686192"/>
              <a:gd name="connsiteY11" fmla="*/ 126953 h 1061622"/>
              <a:gd name="connsiteX12" fmla="*/ 9686192 w 9686192"/>
              <a:gd name="connsiteY12" fmla="*/ 678273 h 1061622"/>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195 w 9686387"/>
              <a:gd name="connsiteY0" fmla="*/ 599204 h 1061264"/>
              <a:gd name="connsiteX1" fmla="*/ 563879 w 9686387"/>
              <a:gd name="connsiteY1" fmla="*/ 289 h 1061264"/>
              <a:gd name="connsiteX2" fmla="*/ 1422573 w 9686387"/>
              <a:gd name="connsiteY2" fmla="*/ 1016639 h 1061264"/>
              <a:gd name="connsiteX3" fmla="*/ 2329845 w 9686387"/>
              <a:gd name="connsiteY3" fmla="*/ 72587 h 1061264"/>
              <a:gd name="connsiteX4" fmla="*/ 3184104 w 9686387"/>
              <a:gd name="connsiteY4" fmla="*/ 1030767 h 1061264"/>
              <a:gd name="connsiteX5" fmla="*/ 4066490 w 9686387"/>
              <a:gd name="connsiteY5" fmla="*/ 69521 h 1061264"/>
              <a:gd name="connsiteX6" fmla="*/ 4902709 w 9686387"/>
              <a:gd name="connsiteY6" fmla="*/ 1061256 h 1061264"/>
              <a:gd name="connsiteX7" fmla="*/ 5740031 w 9686387"/>
              <a:gd name="connsiteY7" fmla="*/ 49420 h 1061264"/>
              <a:gd name="connsiteX8" fmla="*/ 6626125 w 9686387"/>
              <a:gd name="connsiteY8" fmla="*/ 1028004 h 1061264"/>
              <a:gd name="connsiteX9" fmla="*/ 7367741 w 9686387"/>
              <a:gd name="connsiteY9" fmla="*/ 91351 h 1061264"/>
              <a:gd name="connsiteX10" fmla="*/ 8260851 w 9686387"/>
              <a:gd name="connsiteY10" fmla="*/ 1016146 h 1061264"/>
              <a:gd name="connsiteX11" fmla="*/ 9119608 w 9686387"/>
              <a:gd name="connsiteY11" fmla="*/ 162489 h 1061264"/>
              <a:gd name="connsiteX12" fmla="*/ 9686387 w 9686387"/>
              <a:gd name="connsiteY12" fmla="*/ 678240 h 1061264"/>
              <a:gd name="connsiteX0" fmla="*/ 243 w 9686435"/>
              <a:gd name="connsiteY0" fmla="*/ 599182 h 1061242"/>
              <a:gd name="connsiteX1" fmla="*/ 563927 w 9686435"/>
              <a:gd name="connsiteY1" fmla="*/ 267 h 1061242"/>
              <a:gd name="connsiteX2" fmla="*/ 1422621 w 9686435"/>
              <a:gd name="connsiteY2" fmla="*/ 1016617 h 1061242"/>
              <a:gd name="connsiteX3" fmla="*/ 2329893 w 9686435"/>
              <a:gd name="connsiteY3" fmla="*/ 72565 h 1061242"/>
              <a:gd name="connsiteX4" fmla="*/ 3184152 w 9686435"/>
              <a:gd name="connsiteY4" fmla="*/ 1030745 h 1061242"/>
              <a:gd name="connsiteX5" fmla="*/ 4066538 w 9686435"/>
              <a:gd name="connsiteY5" fmla="*/ 69499 h 1061242"/>
              <a:gd name="connsiteX6" fmla="*/ 4902757 w 9686435"/>
              <a:gd name="connsiteY6" fmla="*/ 1061234 h 1061242"/>
              <a:gd name="connsiteX7" fmla="*/ 5740079 w 9686435"/>
              <a:gd name="connsiteY7" fmla="*/ 49398 h 1061242"/>
              <a:gd name="connsiteX8" fmla="*/ 6626173 w 9686435"/>
              <a:gd name="connsiteY8" fmla="*/ 1027982 h 1061242"/>
              <a:gd name="connsiteX9" fmla="*/ 7367789 w 9686435"/>
              <a:gd name="connsiteY9" fmla="*/ 91329 h 1061242"/>
              <a:gd name="connsiteX10" fmla="*/ 8260899 w 9686435"/>
              <a:gd name="connsiteY10" fmla="*/ 1016124 h 1061242"/>
              <a:gd name="connsiteX11" fmla="*/ 9119656 w 9686435"/>
              <a:gd name="connsiteY11" fmla="*/ 162467 h 1061242"/>
              <a:gd name="connsiteX12" fmla="*/ 9686435 w 9686435"/>
              <a:gd name="connsiteY12" fmla="*/ 678218 h 1061242"/>
              <a:gd name="connsiteX0" fmla="*/ 90 w 9686282"/>
              <a:gd name="connsiteY0" fmla="*/ 599182 h 1061242"/>
              <a:gd name="connsiteX1" fmla="*/ 563774 w 9686282"/>
              <a:gd name="connsiteY1" fmla="*/ 267 h 1061242"/>
              <a:gd name="connsiteX2" fmla="*/ 1422468 w 9686282"/>
              <a:gd name="connsiteY2" fmla="*/ 1016617 h 1061242"/>
              <a:gd name="connsiteX3" fmla="*/ 2329740 w 9686282"/>
              <a:gd name="connsiteY3" fmla="*/ 72565 h 1061242"/>
              <a:gd name="connsiteX4" fmla="*/ 3183999 w 9686282"/>
              <a:gd name="connsiteY4" fmla="*/ 1030745 h 1061242"/>
              <a:gd name="connsiteX5" fmla="*/ 4066385 w 9686282"/>
              <a:gd name="connsiteY5" fmla="*/ 69499 h 1061242"/>
              <a:gd name="connsiteX6" fmla="*/ 4902604 w 9686282"/>
              <a:gd name="connsiteY6" fmla="*/ 1061234 h 1061242"/>
              <a:gd name="connsiteX7" fmla="*/ 5739926 w 9686282"/>
              <a:gd name="connsiteY7" fmla="*/ 49398 h 1061242"/>
              <a:gd name="connsiteX8" fmla="*/ 6626020 w 9686282"/>
              <a:gd name="connsiteY8" fmla="*/ 1027982 h 1061242"/>
              <a:gd name="connsiteX9" fmla="*/ 7367636 w 9686282"/>
              <a:gd name="connsiteY9" fmla="*/ 91329 h 1061242"/>
              <a:gd name="connsiteX10" fmla="*/ 8260746 w 9686282"/>
              <a:gd name="connsiteY10" fmla="*/ 1016124 h 1061242"/>
              <a:gd name="connsiteX11" fmla="*/ 9119503 w 9686282"/>
              <a:gd name="connsiteY11" fmla="*/ 162467 h 1061242"/>
              <a:gd name="connsiteX12" fmla="*/ 9686282 w 9686282"/>
              <a:gd name="connsiteY12" fmla="*/ 678218 h 1061242"/>
              <a:gd name="connsiteX0" fmla="*/ 243 w 9686435"/>
              <a:gd name="connsiteY0" fmla="*/ 599202 h 1061262"/>
              <a:gd name="connsiteX1" fmla="*/ 563927 w 9686435"/>
              <a:gd name="connsiteY1" fmla="*/ 287 h 1061262"/>
              <a:gd name="connsiteX2" fmla="*/ 1422621 w 9686435"/>
              <a:gd name="connsiteY2" fmla="*/ 1016637 h 1061262"/>
              <a:gd name="connsiteX3" fmla="*/ 2329893 w 9686435"/>
              <a:gd name="connsiteY3" fmla="*/ 72585 h 1061262"/>
              <a:gd name="connsiteX4" fmla="*/ 3184152 w 9686435"/>
              <a:gd name="connsiteY4" fmla="*/ 1030765 h 1061262"/>
              <a:gd name="connsiteX5" fmla="*/ 4066538 w 9686435"/>
              <a:gd name="connsiteY5" fmla="*/ 69519 h 1061262"/>
              <a:gd name="connsiteX6" fmla="*/ 4902757 w 9686435"/>
              <a:gd name="connsiteY6" fmla="*/ 1061254 h 1061262"/>
              <a:gd name="connsiteX7" fmla="*/ 5740079 w 9686435"/>
              <a:gd name="connsiteY7" fmla="*/ 49418 h 1061262"/>
              <a:gd name="connsiteX8" fmla="*/ 6626173 w 9686435"/>
              <a:gd name="connsiteY8" fmla="*/ 1028002 h 1061262"/>
              <a:gd name="connsiteX9" fmla="*/ 7367789 w 9686435"/>
              <a:gd name="connsiteY9" fmla="*/ 91349 h 1061262"/>
              <a:gd name="connsiteX10" fmla="*/ 8260899 w 9686435"/>
              <a:gd name="connsiteY10" fmla="*/ 1016144 h 1061262"/>
              <a:gd name="connsiteX11" fmla="*/ 9119656 w 9686435"/>
              <a:gd name="connsiteY11" fmla="*/ 162487 h 1061262"/>
              <a:gd name="connsiteX12" fmla="*/ 9686435 w 9686435"/>
              <a:gd name="connsiteY12" fmla="*/ 678238 h 1061262"/>
              <a:gd name="connsiteX0" fmla="*/ 243 w 9686435"/>
              <a:gd name="connsiteY0" fmla="*/ 599204 h 1061264"/>
              <a:gd name="connsiteX1" fmla="*/ 563927 w 9686435"/>
              <a:gd name="connsiteY1" fmla="*/ 289 h 1061264"/>
              <a:gd name="connsiteX2" fmla="*/ 1422621 w 9686435"/>
              <a:gd name="connsiteY2" fmla="*/ 1016639 h 1061264"/>
              <a:gd name="connsiteX3" fmla="*/ 2329893 w 9686435"/>
              <a:gd name="connsiteY3" fmla="*/ 72587 h 1061264"/>
              <a:gd name="connsiteX4" fmla="*/ 3184152 w 9686435"/>
              <a:gd name="connsiteY4" fmla="*/ 1030767 h 1061264"/>
              <a:gd name="connsiteX5" fmla="*/ 4066538 w 9686435"/>
              <a:gd name="connsiteY5" fmla="*/ 69521 h 1061264"/>
              <a:gd name="connsiteX6" fmla="*/ 4902757 w 9686435"/>
              <a:gd name="connsiteY6" fmla="*/ 1061256 h 1061264"/>
              <a:gd name="connsiteX7" fmla="*/ 5740079 w 9686435"/>
              <a:gd name="connsiteY7" fmla="*/ 49420 h 1061264"/>
              <a:gd name="connsiteX8" fmla="*/ 6626173 w 9686435"/>
              <a:gd name="connsiteY8" fmla="*/ 1028004 h 1061264"/>
              <a:gd name="connsiteX9" fmla="*/ 7367789 w 9686435"/>
              <a:gd name="connsiteY9" fmla="*/ 91351 h 1061264"/>
              <a:gd name="connsiteX10" fmla="*/ 8260899 w 9686435"/>
              <a:gd name="connsiteY10" fmla="*/ 1016146 h 1061264"/>
              <a:gd name="connsiteX11" fmla="*/ 9119656 w 9686435"/>
              <a:gd name="connsiteY11" fmla="*/ 162489 h 1061264"/>
              <a:gd name="connsiteX12" fmla="*/ 9686435 w 9686435"/>
              <a:gd name="connsiteY12" fmla="*/ 678240 h 1061264"/>
              <a:gd name="connsiteX0" fmla="*/ 0 w 9686192"/>
              <a:gd name="connsiteY0" fmla="*/ 599123 h 1061183"/>
              <a:gd name="connsiteX1" fmla="*/ 563684 w 9686192"/>
              <a:gd name="connsiteY1" fmla="*/ 208 h 1061183"/>
              <a:gd name="connsiteX2" fmla="*/ 1422378 w 9686192"/>
              <a:gd name="connsiteY2" fmla="*/ 1016558 h 1061183"/>
              <a:gd name="connsiteX3" fmla="*/ 2329650 w 9686192"/>
              <a:gd name="connsiteY3" fmla="*/ 72506 h 1061183"/>
              <a:gd name="connsiteX4" fmla="*/ 3183909 w 9686192"/>
              <a:gd name="connsiteY4" fmla="*/ 1030686 h 1061183"/>
              <a:gd name="connsiteX5" fmla="*/ 4066295 w 9686192"/>
              <a:gd name="connsiteY5" fmla="*/ 69440 h 1061183"/>
              <a:gd name="connsiteX6" fmla="*/ 4902514 w 9686192"/>
              <a:gd name="connsiteY6" fmla="*/ 1061175 h 1061183"/>
              <a:gd name="connsiteX7" fmla="*/ 5739836 w 9686192"/>
              <a:gd name="connsiteY7" fmla="*/ 49339 h 1061183"/>
              <a:gd name="connsiteX8" fmla="*/ 6625930 w 9686192"/>
              <a:gd name="connsiteY8" fmla="*/ 1027923 h 1061183"/>
              <a:gd name="connsiteX9" fmla="*/ 7367546 w 9686192"/>
              <a:gd name="connsiteY9" fmla="*/ 91270 h 1061183"/>
              <a:gd name="connsiteX10" fmla="*/ 8260656 w 9686192"/>
              <a:gd name="connsiteY10" fmla="*/ 1016065 h 1061183"/>
              <a:gd name="connsiteX11" fmla="*/ 9119413 w 9686192"/>
              <a:gd name="connsiteY11" fmla="*/ 162408 h 1061183"/>
              <a:gd name="connsiteX12" fmla="*/ 9686192 w 9686192"/>
              <a:gd name="connsiteY12" fmla="*/ 678159 h 1061183"/>
              <a:gd name="connsiteX0" fmla="*/ 0 w 9686192"/>
              <a:gd name="connsiteY0" fmla="*/ 599202 h 1061262"/>
              <a:gd name="connsiteX1" fmla="*/ 563684 w 9686192"/>
              <a:gd name="connsiteY1" fmla="*/ 287 h 1061262"/>
              <a:gd name="connsiteX2" fmla="*/ 1422378 w 9686192"/>
              <a:gd name="connsiteY2" fmla="*/ 1016637 h 1061262"/>
              <a:gd name="connsiteX3" fmla="*/ 2329650 w 9686192"/>
              <a:gd name="connsiteY3" fmla="*/ 72585 h 1061262"/>
              <a:gd name="connsiteX4" fmla="*/ 3183909 w 9686192"/>
              <a:gd name="connsiteY4" fmla="*/ 1030765 h 1061262"/>
              <a:gd name="connsiteX5" fmla="*/ 4066295 w 9686192"/>
              <a:gd name="connsiteY5" fmla="*/ 69519 h 1061262"/>
              <a:gd name="connsiteX6" fmla="*/ 4902514 w 9686192"/>
              <a:gd name="connsiteY6" fmla="*/ 1061254 h 1061262"/>
              <a:gd name="connsiteX7" fmla="*/ 5739836 w 9686192"/>
              <a:gd name="connsiteY7" fmla="*/ 49418 h 1061262"/>
              <a:gd name="connsiteX8" fmla="*/ 6625930 w 9686192"/>
              <a:gd name="connsiteY8" fmla="*/ 1028002 h 1061262"/>
              <a:gd name="connsiteX9" fmla="*/ 7367546 w 9686192"/>
              <a:gd name="connsiteY9" fmla="*/ 91349 h 1061262"/>
              <a:gd name="connsiteX10" fmla="*/ 8260656 w 9686192"/>
              <a:gd name="connsiteY10" fmla="*/ 1016144 h 1061262"/>
              <a:gd name="connsiteX11" fmla="*/ 9119413 w 9686192"/>
              <a:gd name="connsiteY11" fmla="*/ 162487 h 1061262"/>
              <a:gd name="connsiteX12" fmla="*/ 9686192 w 9686192"/>
              <a:gd name="connsiteY12" fmla="*/ 678238 h 1061262"/>
              <a:gd name="connsiteX0" fmla="*/ 0 w 9686192"/>
              <a:gd name="connsiteY0" fmla="*/ 599407 h 1061467"/>
              <a:gd name="connsiteX1" fmla="*/ 563684 w 9686192"/>
              <a:gd name="connsiteY1" fmla="*/ 492 h 1061467"/>
              <a:gd name="connsiteX2" fmla="*/ 1422378 w 9686192"/>
              <a:gd name="connsiteY2" fmla="*/ 1016842 h 1061467"/>
              <a:gd name="connsiteX3" fmla="*/ 2329650 w 9686192"/>
              <a:gd name="connsiteY3" fmla="*/ 72790 h 1061467"/>
              <a:gd name="connsiteX4" fmla="*/ 3183909 w 9686192"/>
              <a:gd name="connsiteY4" fmla="*/ 1030970 h 1061467"/>
              <a:gd name="connsiteX5" fmla="*/ 4066295 w 9686192"/>
              <a:gd name="connsiteY5" fmla="*/ 69724 h 1061467"/>
              <a:gd name="connsiteX6" fmla="*/ 4902514 w 9686192"/>
              <a:gd name="connsiteY6" fmla="*/ 1061459 h 1061467"/>
              <a:gd name="connsiteX7" fmla="*/ 5739836 w 9686192"/>
              <a:gd name="connsiteY7" fmla="*/ 49623 h 1061467"/>
              <a:gd name="connsiteX8" fmla="*/ 6625930 w 9686192"/>
              <a:gd name="connsiteY8" fmla="*/ 1028207 h 1061467"/>
              <a:gd name="connsiteX9" fmla="*/ 7367546 w 9686192"/>
              <a:gd name="connsiteY9" fmla="*/ 91554 h 1061467"/>
              <a:gd name="connsiteX10" fmla="*/ 8260656 w 9686192"/>
              <a:gd name="connsiteY10" fmla="*/ 1016349 h 1061467"/>
              <a:gd name="connsiteX11" fmla="*/ 9119413 w 9686192"/>
              <a:gd name="connsiteY11" fmla="*/ 162692 h 1061467"/>
              <a:gd name="connsiteX12" fmla="*/ 9686192 w 9686192"/>
              <a:gd name="connsiteY12" fmla="*/ 678443 h 1061467"/>
              <a:gd name="connsiteX0" fmla="*/ 0 w 9686192"/>
              <a:gd name="connsiteY0" fmla="*/ 599279 h 1061339"/>
              <a:gd name="connsiteX1" fmla="*/ 563684 w 9686192"/>
              <a:gd name="connsiteY1" fmla="*/ 364 h 1061339"/>
              <a:gd name="connsiteX2" fmla="*/ 1422378 w 9686192"/>
              <a:gd name="connsiteY2" fmla="*/ 1016714 h 1061339"/>
              <a:gd name="connsiteX3" fmla="*/ 2329650 w 9686192"/>
              <a:gd name="connsiteY3" fmla="*/ 72662 h 1061339"/>
              <a:gd name="connsiteX4" fmla="*/ 3183909 w 9686192"/>
              <a:gd name="connsiteY4" fmla="*/ 1030842 h 1061339"/>
              <a:gd name="connsiteX5" fmla="*/ 4066295 w 9686192"/>
              <a:gd name="connsiteY5" fmla="*/ 69596 h 1061339"/>
              <a:gd name="connsiteX6" fmla="*/ 4902514 w 9686192"/>
              <a:gd name="connsiteY6" fmla="*/ 1061331 h 1061339"/>
              <a:gd name="connsiteX7" fmla="*/ 5739836 w 9686192"/>
              <a:gd name="connsiteY7" fmla="*/ 49495 h 1061339"/>
              <a:gd name="connsiteX8" fmla="*/ 6625930 w 9686192"/>
              <a:gd name="connsiteY8" fmla="*/ 1028079 h 1061339"/>
              <a:gd name="connsiteX9" fmla="*/ 7367546 w 9686192"/>
              <a:gd name="connsiteY9" fmla="*/ 91426 h 1061339"/>
              <a:gd name="connsiteX10" fmla="*/ 8260656 w 9686192"/>
              <a:gd name="connsiteY10" fmla="*/ 1016221 h 1061339"/>
              <a:gd name="connsiteX11" fmla="*/ 9119413 w 9686192"/>
              <a:gd name="connsiteY11" fmla="*/ 162564 h 1061339"/>
              <a:gd name="connsiteX12" fmla="*/ 9686192 w 9686192"/>
              <a:gd name="connsiteY12" fmla="*/ 678315 h 1061339"/>
              <a:gd name="connsiteX0" fmla="*/ 0 w 9686192"/>
              <a:gd name="connsiteY0" fmla="*/ 599319 h 1061379"/>
              <a:gd name="connsiteX1" fmla="*/ 563684 w 9686192"/>
              <a:gd name="connsiteY1" fmla="*/ 404 h 1061379"/>
              <a:gd name="connsiteX2" fmla="*/ 1422378 w 9686192"/>
              <a:gd name="connsiteY2" fmla="*/ 1016754 h 1061379"/>
              <a:gd name="connsiteX3" fmla="*/ 2329650 w 9686192"/>
              <a:gd name="connsiteY3" fmla="*/ 72702 h 1061379"/>
              <a:gd name="connsiteX4" fmla="*/ 3183909 w 9686192"/>
              <a:gd name="connsiteY4" fmla="*/ 1030882 h 1061379"/>
              <a:gd name="connsiteX5" fmla="*/ 4066295 w 9686192"/>
              <a:gd name="connsiteY5" fmla="*/ 69636 h 1061379"/>
              <a:gd name="connsiteX6" fmla="*/ 4902514 w 9686192"/>
              <a:gd name="connsiteY6" fmla="*/ 1061371 h 1061379"/>
              <a:gd name="connsiteX7" fmla="*/ 5739836 w 9686192"/>
              <a:gd name="connsiteY7" fmla="*/ 49535 h 1061379"/>
              <a:gd name="connsiteX8" fmla="*/ 6625930 w 9686192"/>
              <a:gd name="connsiteY8" fmla="*/ 1028119 h 1061379"/>
              <a:gd name="connsiteX9" fmla="*/ 7367546 w 9686192"/>
              <a:gd name="connsiteY9" fmla="*/ 91466 h 1061379"/>
              <a:gd name="connsiteX10" fmla="*/ 8260656 w 9686192"/>
              <a:gd name="connsiteY10" fmla="*/ 1016261 h 1061379"/>
              <a:gd name="connsiteX11" fmla="*/ 9119413 w 9686192"/>
              <a:gd name="connsiteY11" fmla="*/ 162604 h 1061379"/>
              <a:gd name="connsiteX12" fmla="*/ 9686192 w 9686192"/>
              <a:gd name="connsiteY12" fmla="*/ 678355 h 1061379"/>
              <a:gd name="connsiteX0" fmla="*/ 0 w 9686192"/>
              <a:gd name="connsiteY0" fmla="*/ 599307 h 1061367"/>
              <a:gd name="connsiteX1" fmla="*/ 563684 w 9686192"/>
              <a:gd name="connsiteY1" fmla="*/ 392 h 1061367"/>
              <a:gd name="connsiteX2" fmla="*/ 1422378 w 9686192"/>
              <a:gd name="connsiteY2" fmla="*/ 1016742 h 1061367"/>
              <a:gd name="connsiteX3" fmla="*/ 2329650 w 9686192"/>
              <a:gd name="connsiteY3" fmla="*/ 72690 h 1061367"/>
              <a:gd name="connsiteX4" fmla="*/ 3183909 w 9686192"/>
              <a:gd name="connsiteY4" fmla="*/ 1030870 h 1061367"/>
              <a:gd name="connsiteX5" fmla="*/ 4066295 w 9686192"/>
              <a:gd name="connsiteY5" fmla="*/ 69624 h 1061367"/>
              <a:gd name="connsiteX6" fmla="*/ 4902514 w 9686192"/>
              <a:gd name="connsiteY6" fmla="*/ 1061359 h 1061367"/>
              <a:gd name="connsiteX7" fmla="*/ 5739836 w 9686192"/>
              <a:gd name="connsiteY7" fmla="*/ 49523 h 1061367"/>
              <a:gd name="connsiteX8" fmla="*/ 6625930 w 9686192"/>
              <a:gd name="connsiteY8" fmla="*/ 1028107 h 1061367"/>
              <a:gd name="connsiteX9" fmla="*/ 7367546 w 9686192"/>
              <a:gd name="connsiteY9" fmla="*/ 91454 h 1061367"/>
              <a:gd name="connsiteX10" fmla="*/ 8260656 w 9686192"/>
              <a:gd name="connsiteY10" fmla="*/ 1016249 h 1061367"/>
              <a:gd name="connsiteX11" fmla="*/ 9119413 w 9686192"/>
              <a:gd name="connsiteY11" fmla="*/ 162592 h 1061367"/>
              <a:gd name="connsiteX12" fmla="*/ 9686192 w 9686192"/>
              <a:gd name="connsiteY12" fmla="*/ 678343 h 1061367"/>
              <a:gd name="connsiteX0" fmla="*/ 0 w 9686192"/>
              <a:gd name="connsiteY0" fmla="*/ 599351 h 1061411"/>
              <a:gd name="connsiteX1" fmla="*/ 563684 w 9686192"/>
              <a:gd name="connsiteY1" fmla="*/ 436 h 1061411"/>
              <a:gd name="connsiteX2" fmla="*/ 1422378 w 9686192"/>
              <a:gd name="connsiteY2" fmla="*/ 1016786 h 1061411"/>
              <a:gd name="connsiteX3" fmla="*/ 2329650 w 9686192"/>
              <a:gd name="connsiteY3" fmla="*/ 72734 h 1061411"/>
              <a:gd name="connsiteX4" fmla="*/ 3183909 w 9686192"/>
              <a:gd name="connsiteY4" fmla="*/ 1030914 h 1061411"/>
              <a:gd name="connsiteX5" fmla="*/ 4066295 w 9686192"/>
              <a:gd name="connsiteY5" fmla="*/ 69668 h 1061411"/>
              <a:gd name="connsiteX6" fmla="*/ 4902514 w 9686192"/>
              <a:gd name="connsiteY6" fmla="*/ 1061403 h 1061411"/>
              <a:gd name="connsiteX7" fmla="*/ 5739836 w 9686192"/>
              <a:gd name="connsiteY7" fmla="*/ 49567 h 1061411"/>
              <a:gd name="connsiteX8" fmla="*/ 6625930 w 9686192"/>
              <a:gd name="connsiteY8" fmla="*/ 1028151 h 1061411"/>
              <a:gd name="connsiteX9" fmla="*/ 7367546 w 9686192"/>
              <a:gd name="connsiteY9" fmla="*/ 91498 h 1061411"/>
              <a:gd name="connsiteX10" fmla="*/ 8260656 w 9686192"/>
              <a:gd name="connsiteY10" fmla="*/ 1016293 h 1061411"/>
              <a:gd name="connsiteX11" fmla="*/ 9119413 w 9686192"/>
              <a:gd name="connsiteY11" fmla="*/ 162636 h 1061411"/>
              <a:gd name="connsiteX12" fmla="*/ 9686192 w 9686192"/>
              <a:gd name="connsiteY12" fmla="*/ 678387 h 1061411"/>
              <a:gd name="connsiteX0" fmla="*/ 0 w 9686192"/>
              <a:gd name="connsiteY0" fmla="*/ 599279 h 1061339"/>
              <a:gd name="connsiteX1" fmla="*/ 563684 w 9686192"/>
              <a:gd name="connsiteY1" fmla="*/ 364 h 1061339"/>
              <a:gd name="connsiteX2" fmla="*/ 1422378 w 9686192"/>
              <a:gd name="connsiteY2" fmla="*/ 1016714 h 1061339"/>
              <a:gd name="connsiteX3" fmla="*/ 2329650 w 9686192"/>
              <a:gd name="connsiteY3" fmla="*/ 72662 h 1061339"/>
              <a:gd name="connsiteX4" fmla="*/ 3183909 w 9686192"/>
              <a:gd name="connsiteY4" fmla="*/ 1030842 h 1061339"/>
              <a:gd name="connsiteX5" fmla="*/ 4066295 w 9686192"/>
              <a:gd name="connsiteY5" fmla="*/ 69596 h 1061339"/>
              <a:gd name="connsiteX6" fmla="*/ 4902514 w 9686192"/>
              <a:gd name="connsiteY6" fmla="*/ 1061331 h 1061339"/>
              <a:gd name="connsiteX7" fmla="*/ 5739836 w 9686192"/>
              <a:gd name="connsiteY7" fmla="*/ 49495 h 1061339"/>
              <a:gd name="connsiteX8" fmla="*/ 6625930 w 9686192"/>
              <a:gd name="connsiteY8" fmla="*/ 1028079 h 1061339"/>
              <a:gd name="connsiteX9" fmla="*/ 7367546 w 9686192"/>
              <a:gd name="connsiteY9" fmla="*/ 91426 h 1061339"/>
              <a:gd name="connsiteX10" fmla="*/ 8260656 w 9686192"/>
              <a:gd name="connsiteY10" fmla="*/ 1016221 h 1061339"/>
              <a:gd name="connsiteX11" fmla="*/ 9119413 w 9686192"/>
              <a:gd name="connsiteY11" fmla="*/ 162564 h 1061339"/>
              <a:gd name="connsiteX12" fmla="*/ 9686192 w 9686192"/>
              <a:gd name="connsiteY12" fmla="*/ 678315 h 1061339"/>
              <a:gd name="connsiteX0" fmla="*/ 0 w 9686192"/>
              <a:gd name="connsiteY0" fmla="*/ 599259 h 1061319"/>
              <a:gd name="connsiteX1" fmla="*/ 563684 w 9686192"/>
              <a:gd name="connsiteY1" fmla="*/ 344 h 1061319"/>
              <a:gd name="connsiteX2" fmla="*/ 1422378 w 9686192"/>
              <a:gd name="connsiteY2" fmla="*/ 1016694 h 1061319"/>
              <a:gd name="connsiteX3" fmla="*/ 2329650 w 9686192"/>
              <a:gd name="connsiteY3" fmla="*/ 72642 h 1061319"/>
              <a:gd name="connsiteX4" fmla="*/ 3183909 w 9686192"/>
              <a:gd name="connsiteY4" fmla="*/ 1030822 h 1061319"/>
              <a:gd name="connsiteX5" fmla="*/ 4066295 w 9686192"/>
              <a:gd name="connsiteY5" fmla="*/ 69576 h 1061319"/>
              <a:gd name="connsiteX6" fmla="*/ 4902514 w 9686192"/>
              <a:gd name="connsiteY6" fmla="*/ 1061311 h 1061319"/>
              <a:gd name="connsiteX7" fmla="*/ 5739836 w 9686192"/>
              <a:gd name="connsiteY7" fmla="*/ 49475 h 1061319"/>
              <a:gd name="connsiteX8" fmla="*/ 6625930 w 9686192"/>
              <a:gd name="connsiteY8" fmla="*/ 1028059 h 1061319"/>
              <a:gd name="connsiteX9" fmla="*/ 7367546 w 9686192"/>
              <a:gd name="connsiteY9" fmla="*/ 91406 h 1061319"/>
              <a:gd name="connsiteX10" fmla="*/ 8260656 w 9686192"/>
              <a:gd name="connsiteY10" fmla="*/ 1016201 h 1061319"/>
              <a:gd name="connsiteX11" fmla="*/ 9119413 w 9686192"/>
              <a:gd name="connsiteY11" fmla="*/ 162544 h 1061319"/>
              <a:gd name="connsiteX12" fmla="*/ 9686192 w 9686192"/>
              <a:gd name="connsiteY12" fmla="*/ 678295 h 1061319"/>
              <a:gd name="connsiteX0" fmla="*/ 0 w 9686192"/>
              <a:gd name="connsiteY0" fmla="*/ 599248 h 1061308"/>
              <a:gd name="connsiteX1" fmla="*/ 563684 w 9686192"/>
              <a:gd name="connsiteY1" fmla="*/ 333 h 1061308"/>
              <a:gd name="connsiteX2" fmla="*/ 1422378 w 9686192"/>
              <a:gd name="connsiteY2" fmla="*/ 1016683 h 1061308"/>
              <a:gd name="connsiteX3" fmla="*/ 2329650 w 9686192"/>
              <a:gd name="connsiteY3" fmla="*/ 72631 h 1061308"/>
              <a:gd name="connsiteX4" fmla="*/ 3183909 w 9686192"/>
              <a:gd name="connsiteY4" fmla="*/ 1030811 h 1061308"/>
              <a:gd name="connsiteX5" fmla="*/ 4066295 w 9686192"/>
              <a:gd name="connsiteY5" fmla="*/ 69565 h 1061308"/>
              <a:gd name="connsiteX6" fmla="*/ 4902514 w 9686192"/>
              <a:gd name="connsiteY6" fmla="*/ 1061300 h 1061308"/>
              <a:gd name="connsiteX7" fmla="*/ 5739836 w 9686192"/>
              <a:gd name="connsiteY7" fmla="*/ 49464 h 1061308"/>
              <a:gd name="connsiteX8" fmla="*/ 6625930 w 9686192"/>
              <a:gd name="connsiteY8" fmla="*/ 1028048 h 1061308"/>
              <a:gd name="connsiteX9" fmla="*/ 7367546 w 9686192"/>
              <a:gd name="connsiteY9" fmla="*/ 91395 h 1061308"/>
              <a:gd name="connsiteX10" fmla="*/ 8260656 w 9686192"/>
              <a:gd name="connsiteY10" fmla="*/ 1016190 h 1061308"/>
              <a:gd name="connsiteX11" fmla="*/ 9119413 w 9686192"/>
              <a:gd name="connsiteY11" fmla="*/ 162533 h 1061308"/>
              <a:gd name="connsiteX12" fmla="*/ 9686192 w 9686192"/>
              <a:gd name="connsiteY12" fmla="*/ 678284 h 1061308"/>
              <a:gd name="connsiteX0" fmla="*/ 0 w 9686192"/>
              <a:gd name="connsiteY0" fmla="*/ 599248 h 1061308"/>
              <a:gd name="connsiteX1" fmla="*/ 563684 w 9686192"/>
              <a:gd name="connsiteY1" fmla="*/ 333 h 1061308"/>
              <a:gd name="connsiteX2" fmla="*/ 1422378 w 9686192"/>
              <a:gd name="connsiteY2" fmla="*/ 1016683 h 1061308"/>
              <a:gd name="connsiteX3" fmla="*/ 2329650 w 9686192"/>
              <a:gd name="connsiteY3" fmla="*/ 72631 h 1061308"/>
              <a:gd name="connsiteX4" fmla="*/ 3183909 w 9686192"/>
              <a:gd name="connsiteY4" fmla="*/ 1030811 h 1061308"/>
              <a:gd name="connsiteX5" fmla="*/ 4066295 w 9686192"/>
              <a:gd name="connsiteY5" fmla="*/ 69565 h 1061308"/>
              <a:gd name="connsiteX6" fmla="*/ 4902514 w 9686192"/>
              <a:gd name="connsiteY6" fmla="*/ 1061300 h 1061308"/>
              <a:gd name="connsiteX7" fmla="*/ 5739836 w 9686192"/>
              <a:gd name="connsiteY7" fmla="*/ 49464 h 1061308"/>
              <a:gd name="connsiteX8" fmla="*/ 6625930 w 9686192"/>
              <a:gd name="connsiteY8" fmla="*/ 1028048 h 1061308"/>
              <a:gd name="connsiteX9" fmla="*/ 7367546 w 9686192"/>
              <a:gd name="connsiteY9" fmla="*/ 91395 h 1061308"/>
              <a:gd name="connsiteX10" fmla="*/ 8260656 w 9686192"/>
              <a:gd name="connsiteY10" fmla="*/ 1016190 h 1061308"/>
              <a:gd name="connsiteX11" fmla="*/ 9119413 w 9686192"/>
              <a:gd name="connsiteY11" fmla="*/ 162533 h 1061308"/>
              <a:gd name="connsiteX12" fmla="*/ 9686192 w 9686192"/>
              <a:gd name="connsiteY12" fmla="*/ 678284 h 1061308"/>
              <a:gd name="connsiteX0" fmla="*/ 0 w 9737718"/>
              <a:gd name="connsiteY0" fmla="*/ 621477 h 1065752"/>
              <a:gd name="connsiteX1" fmla="*/ 615210 w 9737718"/>
              <a:gd name="connsiteY1" fmla="*/ 4777 h 1065752"/>
              <a:gd name="connsiteX2" fmla="*/ 1473904 w 9737718"/>
              <a:gd name="connsiteY2" fmla="*/ 1021127 h 1065752"/>
              <a:gd name="connsiteX3" fmla="*/ 2381176 w 9737718"/>
              <a:gd name="connsiteY3" fmla="*/ 77075 h 1065752"/>
              <a:gd name="connsiteX4" fmla="*/ 3235435 w 9737718"/>
              <a:gd name="connsiteY4" fmla="*/ 1035255 h 1065752"/>
              <a:gd name="connsiteX5" fmla="*/ 4117821 w 9737718"/>
              <a:gd name="connsiteY5" fmla="*/ 74009 h 1065752"/>
              <a:gd name="connsiteX6" fmla="*/ 4954040 w 9737718"/>
              <a:gd name="connsiteY6" fmla="*/ 1065744 h 1065752"/>
              <a:gd name="connsiteX7" fmla="*/ 5791362 w 9737718"/>
              <a:gd name="connsiteY7" fmla="*/ 53908 h 1065752"/>
              <a:gd name="connsiteX8" fmla="*/ 6677456 w 9737718"/>
              <a:gd name="connsiteY8" fmla="*/ 1032492 h 1065752"/>
              <a:gd name="connsiteX9" fmla="*/ 7419072 w 9737718"/>
              <a:gd name="connsiteY9" fmla="*/ 95839 h 1065752"/>
              <a:gd name="connsiteX10" fmla="*/ 8312182 w 9737718"/>
              <a:gd name="connsiteY10" fmla="*/ 1020634 h 1065752"/>
              <a:gd name="connsiteX11" fmla="*/ 9170939 w 9737718"/>
              <a:gd name="connsiteY11" fmla="*/ 166977 h 1065752"/>
              <a:gd name="connsiteX12" fmla="*/ 9737718 w 9737718"/>
              <a:gd name="connsiteY12" fmla="*/ 682728 h 1065752"/>
              <a:gd name="connsiteX0" fmla="*/ 0 w 9617492"/>
              <a:gd name="connsiteY0" fmla="*/ 604225 h 1066284"/>
              <a:gd name="connsiteX1" fmla="*/ 494984 w 9617492"/>
              <a:gd name="connsiteY1" fmla="*/ 5309 h 1066284"/>
              <a:gd name="connsiteX2" fmla="*/ 1353678 w 9617492"/>
              <a:gd name="connsiteY2" fmla="*/ 1021659 h 1066284"/>
              <a:gd name="connsiteX3" fmla="*/ 2260950 w 9617492"/>
              <a:gd name="connsiteY3" fmla="*/ 77607 h 1066284"/>
              <a:gd name="connsiteX4" fmla="*/ 3115209 w 9617492"/>
              <a:gd name="connsiteY4" fmla="*/ 1035787 h 1066284"/>
              <a:gd name="connsiteX5" fmla="*/ 3997595 w 9617492"/>
              <a:gd name="connsiteY5" fmla="*/ 74541 h 1066284"/>
              <a:gd name="connsiteX6" fmla="*/ 4833814 w 9617492"/>
              <a:gd name="connsiteY6" fmla="*/ 1066276 h 1066284"/>
              <a:gd name="connsiteX7" fmla="*/ 5671136 w 9617492"/>
              <a:gd name="connsiteY7" fmla="*/ 54440 h 1066284"/>
              <a:gd name="connsiteX8" fmla="*/ 6557230 w 9617492"/>
              <a:gd name="connsiteY8" fmla="*/ 1033024 h 1066284"/>
              <a:gd name="connsiteX9" fmla="*/ 7298846 w 9617492"/>
              <a:gd name="connsiteY9" fmla="*/ 96371 h 1066284"/>
              <a:gd name="connsiteX10" fmla="*/ 8191956 w 9617492"/>
              <a:gd name="connsiteY10" fmla="*/ 1021166 h 1066284"/>
              <a:gd name="connsiteX11" fmla="*/ 9050713 w 9617492"/>
              <a:gd name="connsiteY11" fmla="*/ 167509 h 1066284"/>
              <a:gd name="connsiteX12" fmla="*/ 9617492 w 9617492"/>
              <a:gd name="connsiteY12" fmla="*/ 683260 h 1066284"/>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7 w 9617492"/>
              <a:gd name="connsiteY9" fmla="*/ 126632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93"/>
              <a:gd name="connsiteX1" fmla="*/ 494984 w 9617492"/>
              <a:gd name="connsiteY1" fmla="*/ 2 h 1060993"/>
              <a:gd name="connsiteX2" fmla="*/ 1353678 w 9617492"/>
              <a:gd name="connsiteY2" fmla="*/ 1016352 h 1060993"/>
              <a:gd name="connsiteX3" fmla="*/ 2260950 w 9617492"/>
              <a:gd name="connsiteY3" fmla="*/ 72300 h 1060993"/>
              <a:gd name="connsiteX4" fmla="*/ 3115209 w 9617492"/>
              <a:gd name="connsiteY4" fmla="*/ 1030480 h 1060993"/>
              <a:gd name="connsiteX5" fmla="*/ 3997595 w 9617492"/>
              <a:gd name="connsiteY5" fmla="*/ 69234 h 1060993"/>
              <a:gd name="connsiteX6" fmla="*/ 4833814 w 9617492"/>
              <a:gd name="connsiteY6" fmla="*/ 1060969 h 1060993"/>
              <a:gd name="connsiteX7" fmla="*/ 5671136 w 9617492"/>
              <a:gd name="connsiteY7" fmla="*/ 102487 h 1060993"/>
              <a:gd name="connsiteX8" fmla="*/ 6557230 w 9617492"/>
              <a:gd name="connsiteY8" fmla="*/ 1027717 h 1060993"/>
              <a:gd name="connsiteX9" fmla="*/ 7298847 w 9617492"/>
              <a:gd name="connsiteY9" fmla="*/ 126632 h 1060993"/>
              <a:gd name="connsiteX10" fmla="*/ 8191956 w 9617492"/>
              <a:gd name="connsiteY10" fmla="*/ 1015859 h 1060993"/>
              <a:gd name="connsiteX11" fmla="*/ 9050713 w 9617492"/>
              <a:gd name="connsiteY11" fmla="*/ 108848 h 1060993"/>
              <a:gd name="connsiteX12" fmla="*/ 9617492 w 9617492"/>
              <a:gd name="connsiteY12" fmla="*/ 677953 h 1060993"/>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88312 w 9617492"/>
              <a:gd name="connsiteY7" fmla="*/ 49134 h 1060977"/>
              <a:gd name="connsiteX8" fmla="*/ 6557230 w 9617492"/>
              <a:gd name="connsiteY8" fmla="*/ 1027717 h 1060977"/>
              <a:gd name="connsiteX9" fmla="*/ 7298847 w 9617492"/>
              <a:gd name="connsiteY9" fmla="*/ 126632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4"/>
              <a:gd name="connsiteX1" fmla="*/ 494984 w 9617492"/>
              <a:gd name="connsiteY1" fmla="*/ 2 h 1060974"/>
              <a:gd name="connsiteX2" fmla="*/ 1353678 w 9617492"/>
              <a:gd name="connsiteY2" fmla="*/ 1016352 h 1060974"/>
              <a:gd name="connsiteX3" fmla="*/ 2260950 w 9617492"/>
              <a:gd name="connsiteY3" fmla="*/ 72300 h 1060974"/>
              <a:gd name="connsiteX4" fmla="*/ 3115209 w 9617492"/>
              <a:gd name="connsiteY4" fmla="*/ 1030480 h 1060974"/>
              <a:gd name="connsiteX5" fmla="*/ 3997595 w 9617492"/>
              <a:gd name="connsiteY5" fmla="*/ 69234 h 1060974"/>
              <a:gd name="connsiteX6" fmla="*/ 4833814 w 9617492"/>
              <a:gd name="connsiteY6" fmla="*/ 1060969 h 1060974"/>
              <a:gd name="connsiteX7" fmla="*/ 5688312 w 9617492"/>
              <a:gd name="connsiteY7" fmla="*/ 84703 h 1060974"/>
              <a:gd name="connsiteX8" fmla="*/ 6557230 w 9617492"/>
              <a:gd name="connsiteY8" fmla="*/ 1027717 h 1060974"/>
              <a:gd name="connsiteX9" fmla="*/ 7298847 w 9617492"/>
              <a:gd name="connsiteY9" fmla="*/ 126632 h 1060974"/>
              <a:gd name="connsiteX10" fmla="*/ 8191956 w 9617492"/>
              <a:gd name="connsiteY10" fmla="*/ 1015859 h 1060974"/>
              <a:gd name="connsiteX11" fmla="*/ 9050713 w 9617492"/>
              <a:gd name="connsiteY11" fmla="*/ 108848 h 1060974"/>
              <a:gd name="connsiteX12" fmla="*/ 9617492 w 9617492"/>
              <a:gd name="connsiteY12" fmla="*/ 677953 h 1060974"/>
              <a:gd name="connsiteX0" fmla="*/ 0 w 9617492"/>
              <a:gd name="connsiteY0" fmla="*/ 598918 h 1060974"/>
              <a:gd name="connsiteX1" fmla="*/ 494984 w 9617492"/>
              <a:gd name="connsiteY1" fmla="*/ 2 h 1060974"/>
              <a:gd name="connsiteX2" fmla="*/ 1353678 w 9617492"/>
              <a:gd name="connsiteY2" fmla="*/ 1016352 h 1060974"/>
              <a:gd name="connsiteX3" fmla="*/ 2260950 w 9617492"/>
              <a:gd name="connsiteY3" fmla="*/ 72300 h 1060974"/>
              <a:gd name="connsiteX4" fmla="*/ 3115209 w 9617492"/>
              <a:gd name="connsiteY4" fmla="*/ 1030480 h 1060974"/>
              <a:gd name="connsiteX5" fmla="*/ 3997595 w 9617492"/>
              <a:gd name="connsiteY5" fmla="*/ 69234 h 1060974"/>
              <a:gd name="connsiteX6" fmla="*/ 4833814 w 9617492"/>
              <a:gd name="connsiteY6" fmla="*/ 1060969 h 1060974"/>
              <a:gd name="connsiteX7" fmla="*/ 5688312 w 9617492"/>
              <a:gd name="connsiteY7" fmla="*/ 84703 h 1060974"/>
              <a:gd name="connsiteX8" fmla="*/ 6557230 w 9617492"/>
              <a:gd name="connsiteY8" fmla="*/ 1027717 h 1060974"/>
              <a:gd name="connsiteX9" fmla="*/ 7298847 w 9617492"/>
              <a:gd name="connsiteY9" fmla="*/ 91064 h 1060974"/>
              <a:gd name="connsiteX10" fmla="*/ 8191956 w 9617492"/>
              <a:gd name="connsiteY10" fmla="*/ 1015859 h 1060974"/>
              <a:gd name="connsiteX11" fmla="*/ 9050713 w 9617492"/>
              <a:gd name="connsiteY11" fmla="*/ 108848 h 1060974"/>
              <a:gd name="connsiteX12" fmla="*/ 9617492 w 9617492"/>
              <a:gd name="connsiteY12" fmla="*/ 677953 h 1060974"/>
              <a:gd name="connsiteX0" fmla="*/ 0 w 9617492"/>
              <a:gd name="connsiteY0" fmla="*/ 563349 h 1025405"/>
              <a:gd name="connsiteX1" fmla="*/ 494985 w 9617492"/>
              <a:gd name="connsiteY1" fmla="*/ 2 h 1025405"/>
              <a:gd name="connsiteX2" fmla="*/ 1353678 w 9617492"/>
              <a:gd name="connsiteY2" fmla="*/ 980783 h 1025405"/>
              <a:gd name="connsiteX3" fmla="*/ 2260950 w 9617492"/>
              <a:gd name="connsiteY3" fmla="*/ 36731 h 1025405"/>
              <a:gd name="connsiteX4" fmla="*/ 3115209 w 9617492"/>
              <a:gd name="connsiteY4" fmla="*/ 994911 h 1025405"/>
              <a:gd name="connsiteX5" fmla="*/ 3997595 w 9617492"/>
              <a:gd name="connsiteY5" fmla="*/ 33665 h 1025405"/>
              <a:gd name="connsiteX6" fmla="*/ 4833814 w 9617492"/>
              <a:gd name="connsiteY6" fmla="*/ 1025400 h 1025405"/>
              <a:gd name="connsiteX7" fmla="*/ 5688312 w 9617492"/>
              <a:gd name="connsiteY7" fmla="*/ 49134 h 1025405"/>
              <a:gd name="connsiteX8" fmla="*/ 6557230 w 9617492"/>
              <a:gd name="connsiteY8" fmla="*/ 992148 h 1025405"/>
              <a:gd name="connsiteX9" fmla="*/ 7298847 w 9617492"/>
              <a:gd name="connsiteY9" fmla="*/ 55495 h 1025405"/>
              <a:gd name="connsiteX10" fmla="*/ 8191956 w 9617492"/>
              <a:gd name="connsiteY10" fmla="*/ 980290 h 1025405"/>
              <a:gd name="connsiteX11" fmla="*/ 9050713 w 9617492"/>
              <a:gd name="connsiteY11" fmla="*/ 73279 h 1025405"/>
              <a:gd name="connsiteX12" fmla="*/ 9617492 w 9617492"/>
              <a:gd name="connsiteY12" fmla="*/ 642384 h 1025405"/>
              <a:gd name="connsiteX0" fmla="*/ 0 w 9617492"/>
              <a:gd name="connsiteY0" fmla="*/ 529705 h 991761"/>
              <a:gd name="connsiteX1" fmla="*/ 494985 w 9617492"/>
              <a:gd name="connsiteY1" fmla="*/ 19711 h 991761"/>
              <a:gd name="connsiteX2" fmla="*/ 1353678 w 9617492"/>
              <a:gd name="connsiteY2" fmla="*/ 947139 h 991761"/>
              <a:gd name="connsiteX3" fmla="*/ 2260950 w 9617492"/>
              <a:gd name="connsiteY3" fmla="*/ 3087 h 991761"/>
              <a:gd name="connsiteX4" fmla="*/ 3115209 w 9617492"/>
              <a:gd name="connsiteY4" fmla="*/ 961267 h 991761"/>
              <a:gd name="connsiteX5" fmla="*/ 3997595 w 9617492"/>
              <a:gd name="connsiteY5" fmla="*/ 21 h 991761"/>
              <a:gd name="connsiteX6" fmla="*/ 4833814 w 9617492"/>
              <a:gd name="connsiteY6" fmla="*/ 991756 h 991761"/>
              <a:gd name="connsiteX7" fmla="*/ 5688312 w 9617492"/>
              <a:gd name="connsiteY7" fmla="*/ 15490 h 991761"/>
              <a:gd name="connsiteX8" fmla="*/ 6557230 w 9617492"/>
              <a:gd name="connsiteY8" fmla="*/ 958504 h 991761"/>
              <a:gd name="connsiteX9" fmla="*/ 7298847 w 9617492"/>
              <a:gd name="connsiteY9" fmla="*/ 21851 h 991761"/>
              <a:gd name="connsiteX10" fmla="*/ 8191956 w 9617492"/>
              <a:gd name="connsiteY10" fmla="*/ 946646 h 991761"/>
              <a:gd name="connsiteX11" fmla="*/ 9050713 w 9617492"/>
              <a:gd name="connsiteY11" fmla="*/ 39635 h 991761"/>
              <a:gd name="connsiteX12" fmla="*/ 9617492 w 9617492"/>
              <a:gd name="connsiteY12" fmla="*/ 608740 h 991761"/>
              <a:gd name="connsiteX0" fmla="*/ 0 w 9654854"/>
              <a:gd name="connsiteY0" fmla="*/ 529703 h 991759"/>
              <a:gd name="connsiteX1" fmla="*/ 494985 w 9654854"/>
              <a:gd name="connsiteY1" fmla="*/ 19709 h 991759"/>
              <a:gd name="connsiteX2" fmla="*/ 1353678 w 9654854"/>
              <a:gd name="connsiteY2" fmla="*/ 947137 h 991759"/>
              <a:gd name="connsiteX3" fmla="*/ 2260950 w 9654854"/>
              <a:gd name="connsiteY3" fmla="*/ 3085 h 991759"/>
              <a:gd name="connsiteX4" fmla="*/ 3115209 w 9654854"/>
              <a:gd name="connsiteY4" fmla="*/ 961265 h 991759"/>
              <a:gd name="connsiteX5" fmla="*/ 3997595 w 9654854"/>
              <a:gd name="connsiteY5" fmla="*/ 19 h 991759"/>
              <a:gd name="connsiteX6" fmla="*/ 4833814 w 9654854"/>
              <a:gd name="connsiteY6" fmla="*/ 991754 h 991759"/>
              <a:gd name="connsiteX7" fmla="*/ 5688312 w 9654854"/>
              <a:gd name="connsiteY7" fmla="*/ 15488 h 991759"/>
              <a:gd name="connsiteX8" fmla="*/ 6557230 w 9654854"/>
              <a:gd name="connsiteY8" fmla="*/ 958502 h 991759"/>
              <a:gd name="connsiteX9" fmla="*/ 7298847 w 9654854"/>
              <a:gd name="connsiteY9" fmla="*/ 21849 h 991759"/>
              <a:gd name="connsiteX10" fmla="*/ 8191956 w 9654854"/>
              <a:gd name="connsiteY10" fmla="*/ 946644 h 991759"/>
              <a:gd name="connsiteX11" fmla="*/ 9050713 w 9654854"/>
              <a:gd name="connsiteY11" fmla="*/ 39633 h 991759"/>
              <a:gd name="connsiteX12" fmla="*/ 9617492 w 9654854"/>
              <a:gd name="connsiteY12" fmla="*/ 608738 h 991759"/>
              <a:gd name="connsiteX13" fmla="*/ 9600315 w 9654854"/>
              <a:gd name="connsiteY13" fmla="*/ 590956 h 991759"/>
              <a:gd name="connsiteX0" fmla="*/ 0 w 10046897"/>
              <a:gd name="connsiteY0" fmla="*/ 529703 h 1017815"/>
              <a:gd name="connsiteX1" fmla="*/ 494985 w 10046897"/>
              <a:gd name="connsiteY1" fmla="*/ 19709 h 1017815"/>
              <a:gd name="connsiteX2" fmla="*/ 1353678 w 10046897"/>
              <a:gd name="connsiteY2" fmla="*/ 947137 h 1017815"/>
              <a:gd name="connsiteX3" fmla="*/ 2260950 w 10046897"/>
              <a:gd name="connsiteY3" fmla="*/ 3085 h 1017815"/>
              <a:gd name="connsiteX4" fmla="*/ 3115209 w 10046897"/>
              <a:gd name="connsiteY4" fmla="*/ 961265 h 1017815"/>
              <a:gd name="connsiteX5" fmla="*/ 3997595 w 10046897"/>
              <a:gd name="connsiteY5" fmla="*/ 19 h 1017815"/>
              <a:gd name="connsiteX6" fmla="*/ 4833814 w 10046897"/>
              <a:gd name="connsiteY6" fmla="*/ 991754 h 1017815"/>
              <a:gd name="connsiteX7" fmla="*/ 5688312 w 10046897"/>
              <a:gd name="connsiteY7" fmla="*/ 15488 h 1017815"/>
              <a:gd name="connsiteX8" fmla="*/ 6557230 w 10046897"/>
              <a:gd name="connsiteY8" fmla="*/ 958502 h 1017815"/>
              <a:gd name="connsiteX9" fmla="*/ 7298847 w 10046897"/>
              <a:gd name="connsiteY9" fmla="*/ 21849 h 1017815"/>
              <a:gd name="connsiteX10" fmla="*/ 8191956 w 10046897"/>
              <a:gd name="connsiteY10" fmla="*/ 946644 h 1017815"/>
              <a:gd name="connsiteX11" fmla="*/ 9050713 w 10046897"/>
              <a:gd name="connsiteY11" fmla="*/ 39633 h 1017815"/>
              <a:gd name="connsiteX12" fmla="*/ 9617492 w 10046897"/>
              <a:gd name="connsiteY12" fmla="*/ 608738 h 1017815"/>
              <a:gd name="connsiteX13" fmla="*/ 10046870 w 10046897"/>
              <a:gd name="connsiteY13" fmla="*/ 1017784 h 1017815"/>
              <a:gd name="connsiteX0" fmla="*/ 0 w 10046926"/>
              <a:gd name="connsiteY0" fmla="*/ 529703 h 1017877"/>
              <a:gd name="connsiteX1" fmla="*/ 494985 w 10046926"/>
              <a:gd name="connsiteY1" fmla="*/ 19709 h 1017877"/>
              <a:gd name="connsiteX2" fmla="*/ 1353678 w 10046926"/>
              <a:gd name="connsiteY2" fmla="*/ 947137 h 1017877"/>
              <a:gd name="connsiteX3" fmla="*/ 2260950 w 10046926"/>
              <a:gd name="connsiteY3" fmla="*/ 3085 h 1017877"/>
              <a:gd name="connsiteX4" fmla="*/ 3115209 w 10046926"/>
              <a:gd name="connsiteY4" fmla="*/ 961265 h 1017877"/>
              <a:gd name="connsiteX5" fmla="*/ 3997595 w 10046926"/>
              <a:gd name="connsiteY5" fmla="*/ 19 h 1017877"/>
              <a:gd name="connsiteX6" fmla="*/ 4833814 w 10046926"/>
              <a:gd name="connsiteY6" fmla="*/ 991754 h 1017877"/>
              <a:gd name="connsiteX7" fmla="*/ 5688312 w 10046926"/>
              <a:gd name="connsiteY7" fmla="*/ 15488 h 1017877"/>
              <a:gd name="connsiteX8" fmla="*/ 6557230 w 10046926"/>
              <a:gd name="connsiteY8" fmla="*/ 958502 h 1017877"/>
              <a:gd name="connsiteX9" fmla="*/ 7298847 w 10046926"/>
              <a:gd name="connsiteY9" fmla="*/ 21849 h 1017877"/>
              <a:gd name="connsiteX10" fmla="*/ 8191956 w 10046926"/>
              <a:gd name="connsiteY10" fmla="*/ 946644 h 1017877"/>
              <a:gd name="connsiteX11" fmla="*/ 9050713 w 10046926"/>
              <a:gd name="connsiteY11" fmla="*/ 39633 h 1017877"/>
              <a:gd name="connsiteX12" fmla="*/ 9789244 w 10046926"/>
              <a:gd name="connsiteY12" fmla="*/ 822153 h 1017877"/>
              <a:gd name="connsiteX13" fmla="*/ 10046870 w 10046926"/>
              <a:gd name="connsiteY13" fmla="*/ 1017784 h 1017877"/>
              <a:gd name="connsiteX0" fmla="*/ 0 w 10047135"/>
              <a:gd name="connsiteY0" fmla="*/ 529703 h 1017921"/>
              <a:gd name="connsiteX1" fmla="*/ 494985 w 10047135"/>
              <a:gd name="connsiteY1" fmla="*/ 19709 h 1017921"/>
              <a:gd name="connsiteX2" fmla="*/ 1353678 w 10047135"/>
              <a:gd name="connsiteY2" fmla="*/ 947137 h 1017921"/>
              <a:gd name="connsiteX3" fmla="*/ 2260950 w 10047135"/>
              <a:gd name="connsiteY3" fmla="*/ 3085 h 1017921"/>
              <a:gd name="connsiteX4" fmla="*/ 3115209 w 10047135"/>
              <a:gd name="connsiteY4" fmla="*/ 961265 h 1017921"/>
              <a:gd name="connsiteX5" fmla="*/ 3997595 w 10047135"/>
              <a:gd name="connsiteY5" fmla="*/ 19 h 1017921"/>
              <a:gd name="connsiteX6" fmla="*/ 4833814 w 10047135"/>
              <a:gd name="connsiteY6" fmla="*/ 991754 h 1017921"/>
              <a:gd name="connsiteX7" fmla="*/ 5688312 w 10047135"/>
              <a:gd name="connsiteY7" fmla="*/ 15488 h 1017921"/>
              <a:gd name="connsiteX8" fmla="*/ 6557230 w 10047135"/>
              <a:gd name="connsiteY8" fmla="*/ 958502 h 1017921"/>
              <a:gd name="connsiteX9" fmla="*/ 7298847 w 10047135"/>
              <a:gd name="connsiteY9" fmla="*/ 21849 h 1017921"/>
              <a:gd name="connsiteX10" fmla="*/ 8191956 w 10047135"/>
              <a:gd name="connsiteY10" fmla="*/ 946644 h 1017921"/>
              <a:gd name="connsiteX11" fmla="*/ 9050713 w 10047135"/>
              <a:gd name="connsiteY11" fmla="*/ 39633 h 1017921"/>
              <a:gd name="connsiteX12" fmla="*/ 9926646 w 10047135"/>
              <a:gd name="connsiteY12" fmla="*/ 857722 h 1017921"/>
              <a:gd name="connsiteX13" fmla="*/ 10046870 w 10047135"/>
              <a:gd name="connsiteY13" fmla="*/ 1017784 h 1017921"/>
              <a:gd name="connsiteX0" fmla="*/ 0 w 10390400"/>
              <a:gd name="connsiteY0" fmla="*/ 529703 h 991759"/>
              <a:gd name="connsiteX1" fmla="*/ 494985 w 10390400"/>
              <a:gd name="connsiteY1" fmla="*/ 19709 h 991759"/>
              <a:gd name="connsiteX2" fmla="*/ 1353678 w 10390400"/>
              <a:gd name="connsiteY2" fmla="*/ 947137 h 991759"/>
              <a:gd name="connsiteX3" fmla="*/ 2260950 w 10390400"/>
              <a:gd name="connsiteY3" fmla="*/ 3085 h 991759"/>
              <a:gd name="connsiteX4" fmla="*/ 3115209 w 10390400"/>
              <a:gd name="connsiteY4" fmla="*/ 961265 h 991759"/>
              <a:gd name="connsiteX5" fmla="*/ 3997595 w 10390400"/>
              <a:gd name="connsiteY5" fmla="*/ 19 h 991759"/>
              <a:gd name="connsiteX6" fmla="*/ 4833814 w 10390400"/>
              <a:gd name="connsiteY6" fmla="*/ 991754 h 991759"/>
              <a:gd name="connsiteX7" fmla="*/ 5688312 w 10390400"/>
              <a:gd name="connsiteY7" fmla="*/ 15488 h 991759"/>
              <a:gd name="connsiteX8" fmla="*/ 6557230 w 10390400"/>
              <a:gd name="connsiteY8" fmla="*/ 958502 h 991759"/>
              <a:gd name="connsiteX9" fmla="*/ 7298847 w 10390400"/>
              <a:gd name="connsiteY9" fmla="*/ 21849 h 991759"/>
              <a:gd name="connsiteX10" fmla="*/ 8191956 w 10390400"/>
              <a:gd name="connsiteY10" fmla="*/ 946644 h 991759"/>
              <a:gd name="connsiteX11" fmla="*/ 9050713 w 10390400"/>
              <a:gd name="connsiteY11" fmla="*/ 39633 h 991759"/>
              <a:gd name="connsiteX12" fmla="*/ 9926646 w 10390400"/>
              <a:gd name="connsiteY12" fmla="*/ 857722 h 991759"/>
              <a:gd name="connsiteX13" fmla="*/ 10390374 w 10390400"/>
              <a:gd name="connsiteY13" fmla="*/ 430895 h 991759"/>
              <a:gd name="connsiteX0" fmla="*/ 0 w 10596493"/>
              <a:gd name="connsiteY0" fmla="*/ 529703 h 991759"/>
              <a:gd name="connsiteX1" fmla="*/ 494985 w 10596493"/>
              <a:gd name="connsiteY1" fmla="*/ 19709 h 991759"/>
              <a:gd name="connsiteX2" fmla="*/ 1353678 w 10596493"/>
              <a:gd name="connsiteY2" fmla="*/ 947137 h 991759"/>
              <a:gd name="connsiteX3" fmla="*/ 2260950 w 10596493"/>
              <a:gd name="connsiteY3" fmla="*/ 3085 h 991759"/>
              <a:gd name="connsiteX4" fmla="*/ 3115209 w 10596493"/>
              <a:gd name="connsiteY4" fmla="*/ 961265 h 991759"/>
              <a:gd name="connsiteX5" fmla="*/ 3997595 w 10596493"/>
              <a:gd name="connsiteY5" fmla="*/ 19 h 991759"/>
              <a:gd name="connsiteX6" fmla="*/ 4833814 w 10596493"/>
              <a:gd name="connsiteY6" fmla="*/ 991754 h 991759"/>
              <a:gd name="connsiteX7" fmla="*/ 5688312 w 10596493"/>
              <a:gd name="connsiteY7" fmla="*/ 15488 h 991759"/>
              <a:gd name="connsiteX8" fmla="*/ 6557230 w 10596493"/>
              <a:gd name="connsiteY8" fmla="*/ 958502 h 991759"/>
              <a:gd name="connsiteX9" fmla="*/ 7298847 w 10596493"/>
              <a:gd name="connsiteY9" fmla="*/ 21849 h 991759"/>
              <a:gd name="connsiteX10" fmla="*/ 8191956 w 10596493"/>
              <a:gd name="connsiteY10" fmla="*/ 946644 h 991759"/>
              <a:gd name="connsiteX11" fmla="*/ 9050713 w 10596493"/>
              <a:gd name="connsiteY11" fmla="*/ 39633 h 991759"/>
              <a:gd name="connsiteX12" fmla="*/ 9926646 w 10596493"/>
              <a:gd name="connsiteY12" fmla="*/ 857722 h 991759"/>
              <a:gd name="connsiteX13" fmla="*/ 10596477 w 10596493"/>
              <a:gd name="connsiteY13" fmla="*/ 306404 h 991759"/>
              <a:gd name="connsiteX0" fmla="*/ 0 w 10510622"/>
              <a:gd name="connsiteY0" fmla="*/ 529703 h 991759"/>
              <a:gd name="connsiteX1" fmla="*/ 494985 w 10510622"/>
              <a:gd name="connsiteY1" fmla="*/ 19709 h 991759"/>
              <a:gd name="connsiteX2" fmla="*/ 1353678 w 10510622"/>
              <a:gd name="connsiteY2" fmla="*/ 947137 h 991759"/>
              <a:gd name="connsiteX3" fmla="*/ 2260950 w 10510622"/>
              <a:gd name="connsiteY3" fmla="*/ 3085 h 991759"/>
              <a:gd name="connsiteX4" fmla="*/ 3115209 w 10510622"/>
              <a:gd name="connsiteY4" fmla="*/ 961265 h 991759"/>
              <a:gd name="connsiteX5" fmla="*/ 3997595 w 10510622"/>
              <a:gd name="connsiteY5" fmla="*/ 19 h 991759"/>
              <a:gd name="connsiteX6" fmla="*/ 4833814 w 10510622"/>
              <a:gd name="connsiteY6" fmla="*/ 991754 h 991759"/>
              <a:gd name="connsiteX7" fmla="*/ 5688312 w 10510622"/>
              <a:gd name="connsiteY7" fmla="*/ 15488 h 991759"/>
              <a:gd name="connsiteX8" fmla="*/ 6557230 w 10510622"/>
              <a:gd name="connsiteY8" fmla="*/ 958502 h 991759"/>
              <a:gd name="connsiteX9" fmla="*/ 7298847 w 10510622"/>
              <a:gd name="connsiteY9" fmla="*/ 21849 h 991759"/>
              <a:gd name="connsiteX10" fmla="*/ 8191956 w 10510622"/>
              <a:gd name="connsiteY10" fmla="*/ 946644 h 991759"/>
              <a:gd name="connsiteX11" fmla="*/ 9050713 w 10510622"/>
              <a:gd name="connsiteY11" fmla="*/ 39633 h 991759"/>
              <a:gd name="connsiteX12" fmla="*/ 9926646 w 10510622"/>
              <a:gd name="connsiteY12" fmla="*/ 857722 h 991759"/>
              <a:gd name="connsiteX13" fmla="*/ 10510602 w 10510622"/>
              <a:gd name="connsiteY13" fmla="*/ 359757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298847 w 10373227"/>
              <a:gd name="connsiteY9" fmla="*/ 21849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298847 w 10373227"/>
              <a:gd name="connsiteY9" fmla="*/ 21849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60950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60950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436"/>
              <a:gd name="connsiteY0" fmla="*/ 529703 h 991925"/>
              <a:gd name="connsiteX1" fmla="*/ 494985 w 10373436"/>
              <a:gd name="connsiteY1" fmla="*/ 19709 h 991925"/>
              <a:gd name="connsiteX2" fmla="*/ 1353678 w 10373436"/>
              <a:gd name="connsiteY2" fmla="*/ 947137 h 991925"/>
              <a:gd name="connsiteX3" fmla="*/ 2209425 w 10373436"/>
              <a:gd name="connsiteY3" fmla="*/ 3085 h 991925"/>
              <a:gd name="connsiteX4" fmla="*/ 3115209 w 10373436"/>
              <a:gd name="connsiteY4" fmla="*/ 961265 h 991925"/>
              <a:gd name="connsiteX5" fmla="*/ 3997595 w 10373436"/>
              <a:gd name="connsiteY5" fmla="*/ 19 h 991925"/>
              <a:gd name="connsiteX6" fmla="*/ 4833814 w 10373436"/>
              <a:gd name="connsiteY6" fmla="*/ 991754 h 991925"/>
              <a:gd name="connsiteX7" fmla="*/ 5688312 w 10373436"/>
              <a:gd name="connsiteY7" fmla="*/ 15488 h 991925"/>
              <a:gd name="connsiteX8" fmla="*/ 6557230 w 10373436"/>
              <a:gd name="connsiteY8" fmla="*/ 958502 h 991925"/>
              <a:gd name="connsiteX9" fmla="*/ 7350372 w 10373436"/>
              <a:gd name="connsiteY9" fmla="*/ 39633 h 991925"/>
              <a:gd name="connsiteX10" fmla="*/ 8191956 w 10373436"/>
              <a:gd name="connsiteY10" fmla="*/ 946644 h 991925"/>
              <a:gd name="connsiteX11" fmla="*/ 9050713 w 10373436"/>
              <a:gd name="connsiteY11" fmla="*/ 39633 h 991925"/>
              <a:gd name="connsiteX12" fmla="*/ 9926647 w 10373436"/>
              <a:gd name="connsiteY12" fmla="*/ 911075 h 991925"/>
              <a:gd name="connsiteX13" fmla="*/ 10373201 w 10373436"/>
              <a:gd name="connsiteY13" fmla="*/ 395326 h 991925"/>
              <a:gd name="connsiteX0" fmla="*/ 0 w 10373436"/>
              <a:gd name="connsiteY0" fmla="*/ 529741 h 991961"/>
              <a:gd name="connsiteX1" fmla="*/ 494985 w 10373436"/>
              <a:gd name="connsiteY1" fmla="*/ 19747 h 991961"/>
              <a:gd name="connsiteX2" fmla="*/ 1353678 w 10373436"/>
              <a:gd name="connsiteY2" fmla="*/ 947175 h 991961"/>
              <a:gd name="connsiteX3" fmla="*/ 2209425 w 10373436"/>
              <a:gd name="connsiteY3" fmla="*/ 3123 h 991961"/>
              <a:gd name="connsiteX4" fmla="*/ 3115209 w 10373436"/>
              <a:gd name="connsiteY4" fmla="*/ 961303 h 991961"/>
              <a:gd name="connsiteX5" fmla="*/ 3997595 w 10373436"/>
              <a:gd name="connsiteY5" fmla="*/ 57 h 991961"/>
              <a:gd name="connsiteX6" fmla="*/ 4833814 w 10373436"/>
              <a:gd name="connsiteY6" fmla="*/ 991792 h 991961"/>
              <a:gd name="connsiteX7" fmla="*/ 5688312 w 10373436"/>
              <a:gd name="connsiteY7" fmla="*/ 15526 h 991961"/>
              <a:gd name="connsiteX8" fmla="*/ 6557230 w 10373436"/>
              <a:gd name="connsiteY8" fmla="*/ 958540 h 991961"/>
              <a:gd name="connsiteX9" fmla="*/ 7350372 w 10373436"/>
              <a:gd name="connsiteY9" fmla="*/ 39671 h 991961"/>
              <a:gd name="connsiteX10" fmla="*/ 8191956 w 10373436"/>
              <a:gd name="connsiteY10" fmla="*/ 946682 h 991961"/>
              <a:gd name="connsiteX11" fmla="*/ 9050713 w 10373436"/>
              <a:gd name="connsiteY11" fmla="*/ 39671 h 991961"/>
              <a:gd name="connsiteX12" fmla="*/ 9926647 w 10373436"/>
              <a:gd name="connsiteY12" fmla="*/ 911113 h 991961"/>
              <a:gd name="connsiteX13" fmla="*/ 10373201 w 10373436"/>
              <a:gd name="connsiteY13" fmla="*/ 395364 h 991961"/>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64616 w 10373436"/>
              <a:gd name="connsiteY9" fmla="*/ 18756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6623 h 988674"/>
              <a:gd name="connsiteX1" fmla="*/ 494985 w 10373436"/>
              <a:gd name="connsiteY1" fmla="*/ 16629 h 988674"/>
              <a:gd name="connsiteX2" fmla="*/ 1353678 w 10373436"/>
              <a:gd name="connsiteY2" fmla="*/ 944057 h 988674"/>
              <a:gd name="connsiteX3" fmla="*/ 2209425 w 10373436"/>
              <a:gd name="connsiteY3" fmla="*/ 5 h 988674"/>
              <a:gd name="connsiteX4" fmla="*/ 3115209 w 10373436"/>
              <a:gd name="connsiteY4" fmla="*/ 958185 h 988674"/>
              <a:gd name="connsiteX5" fmla="*/ 3969110 w 10373436"/>
              <a:gd name="connsiteY5" fmla="*/ 10883 h 988674"/>
              <a:gd name="connsiteX6" fmla="*/ 4833814 w 10373436"/>
              <a:gd name="connsiteY6" fmla="*/ 988674 h 988674"/>
              <a:gd name="connsiteX7" fmla="*/ 5688312 w 10373436"/>
              <a:gd name="connsiteY7" fmla="*/ 12408 h 988674"/>
              <a:gd name="connsiteX8" fmla="*/ 6557230 w 10373436"/>
              <a:gd name="connsiteY8" fmla="*/ 955422 h 988674"/>
              <a:gd name="connsiteX9" fmla="*/ 7364616 w 10373436"/>
              <a:gd name="connsiteY9" fmla="*/ 15637 h 988674"/>
              <a:gd name="connsiteX10" fmla="*/ 8191956 w 10373436"/>
              <a:gd name="connsiteY10" fmla="*/ 943564 h 988674"/>
              <a:gd name="connsiteX11" fmla="*/ 9050713 w 10373436"/>
              <a:gd name="connsiteY11" fmla="*/ 36553 h 988674"/>
              <a:gd name="connsiteX12" fmla="*/ 9926647 w 10373436"/>
              <a:gd name="connsiteY12" fmla="*/ 907995 h 988674"/>
              <a:gd name="connsiteX13" fmla="*/ 10373201 w 10373436"/>
              <a:gd name="connsiteY13" fmla="*/ 392246 h 988674"/>
              <a:gd name="connsiteX0" fmla="*/ 0 w 10373436"/>
              <a:gd name="connsiteY0" fmla="*/ 526623 h 967758"/>
              <a:gd name="connsiteX1" fmla="*/ 494985 w 10373436"/>
              <a:gd name="connsiteY1" fmla="*/ 16629 h 967758"/>
              <a:gd name="connsiteX2" fmla="*/ 1353678 w 10373436"/>
              <a:gd name="connsiteY2" fmla="*/ 944057 h 967758"/>
              <a:gd name="connsiteX3" fmla="*/ 2209425 w 10373436"/>
              <a:gd name="connsiteY3" fmla="*/ 5 h 967758"/>
              <a:gd name="connsiteX4" fmla="*/ 3115209 w 10373436"/>
              <a:gd name="connsiteY4" fmla="*/ 958185 h 967758"/>
              <a:gd name="connsiteX5" fmla="*/ 3969110 w 10373436"/>
              <a:gd name="connsiteY5" fmla="*/ 10883 h 967758"/>
              <a:gd name="connsiteX6" fmla="*/ 4833814 w 10373436"/>
              <a:gd name="connsiteY6" fmla="*/ 967758 h 967758"/>
              <a:gd name="connsiteX7" fmla="*/ 5688312 w 10373436"/>
              <a:gd name="connsiteY7" fmla="*/ 12408 h 967758"/>
              <a:gd name="connsiteX8" fmla="*/ 6557230 w 10373436"/>
              <a:gd name="connsiteY8" fmla="*/ 955422 h 967758"/>
              <a:gd name="connsiteX9" fmla="*/ 7364616 w 10373436"/>
              <a:gd name="connsiteY9" fmla="*/ 15637 h 967758"/>
              <a:gd name="connsiteX10" fmla="*/ 8191956 w 10373436"/>
              <a:gd name="connsiteY10" fmla="*/ 943564 h 967758"/>
              <a:gd name="connsiteX11" fmla="*/ 9050713 w 10373436"/>
              <a:gd name="connsiteY11" fmla="*/ 36553 h 967758"/>
              <a:gd name="connsiteX12" fmla="*/ 9926647 w 10373436"/>
              <a:gd name="connsiteY12" fmla="*/ 907995 h 967758"/>
              <a:gd name="connsiteX13" fmla="*/ 10373201 w 10373436"/>
              <a:gd name="connsiteY13" fmla="*/ 392246 h 967758"/>
              <a:gd name="connsiteX0" fmla="*/ 0 w 10373436"/>
              <a:gd name="connsiteY0" fmla="*/ 526623 h 967758"/>
              <a:gd name="connsiteX1" fmla="*/ 494985 w 10373436"/>
              <a:gd name="connsiteY1" fmla="*/ 16629 h 967758"/>
              <a:gd name="connsiteX2" fmla="*/ 1353678 w 10373436"/>
              <a:gd name="connsiteY2" fmla="*/ 944057 h 967758"/>
              <a:gd name="connsiteX3" fmla="*/ 2209425 w 10373436"/>
              <a:gd name="connsiteY3" fmla="*/ 5 h 967758"/>
              <a:gd name="connsiteX4" fmla="*/ 3115209 w 10373436"/>
              <a:gd name="connsiteY4" fmla="*/ 958185 h 967758"/>
              <a:gd name="connsiteX5" fmla="*/ 3969110 w 10373436"/>
              <a:gd name="connsiteY5" fmla="*/ 10883 h 967758"/>
              <a:gd name="connsiteX6" fmla="*/ 4833814 w 10373436"/>
              <a:gd name="connsiteY6" fmla="*/ 967758 h 967758"/>
              <a:gd name="connsiteX7" fmla="*/ 5688312 w 10373436"/>
              <a:gd name="connsiteY7" fmla="*/ 12408 h 967758"/>
              <a:gd name="connsiteX8" fmla="*/ 6557230 w 10373436"/>
              <a:gd name="connsiteY8" fmla="*/ 955422 h 967758"/>
              <a:gd name="connsiteX9" fmla="*/ 7364616 w 10373436"/>
              <a:gd name="connsiteY9" fmla="*/ 15637 h 967758"/>
              <a:gd name="connsiteX10" fmla="*/ 8191956 w 10373436"/>
              <a:gd name="connsiteY10" fmla="*/ 943564 h 967758"/>
              <a:gd name="connsiteX11" fmla="*/ 9050713 w 10373436"/>
              <a:gd name="connsiteY11" fmla="*/ 36553 h 967758"/>
              <a:gd name="connsiteX12" fmla="*/ 9926647 w 10373436"/>
              <a:gd name="connsiteY12" fmla="*/ 928911 h 967758"/>
              <a:gd name="connsiteX13" fmla="*/ 10373201 w 10373436"/>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416429"/>
              <a:gd name="connsiteY0" fmla="*/ 526634 h 967769"/>
              <a:gd name="connsiteX1" fmla="*/ 537715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6053"/>
              <a:gd name="connsiteY0" fmla="*/ 526634 h 967769"/>
              <a:gd name="connsiteX1" fmla="*/ 466500 w 10416053"/>
              <a:gd name="connsiteY1" fmla="*/ 16640 h 967769"/>
              <a:gd name="connsiteX2" fmla="*/ 1396408 w 10416053"/>
              <a:gd name="connsiteY2" fmla="*/ 944068 h 967769"/>
              <a:gd name="connsiteX3" fmla="*/ 2252155 w 10416053"/>
              <a:gd name="connsiteY3" fmla="*/ 16 h 967769"/>
              <a:gd name="connsiteX4" fmla="*/ 3157939 w 10416053"/>
              <a:gd name="connsiteY4" fmla="*/ 958196 h 967769"/>
              <a:gd name="connsiteX5" fmla="*/ 4011840 w 10416053"/>
              <a:gd name="connsiteY5" fmla="*/ 10894 h 967769"/>
              <a:gd name="connsiteX6" fmla="*/ 4876544 w 10416053"/>
              <a:gd name="connsiteY6" fmla="*/ 967769 h 967769"/>
              <a:gd name="connsiteX7" fmla="*/ 5731042 w 10416053"/>
              <a:gd name="connsiteY7" fmla="*/ 12419 h 967769"/>
              <a:gd name="connsiteX8" fmla="*/ 6599960 w 10416053"/>
              <a:gd name="connsiteY8" fmla="*/ 955433 h 967769"/>
              <a:gd name="connsiteX9" fmla="*/ 7407346 w 10416053"/>
              <a:gd name="connsiteY9" fmla="*/ 15648 h 967769"/>
              <a:gd name="connsiteX10" fmla="*/ 8234686 w 10416053"/>
              <a:gd name="connsiteY10" fmla="*/ 943575 h 967769"/>
              <a:gd name="connsiteX11" fmla="*/ 9093443 w 10416053"/>
              <a:gd name="connsiteY11" fmla="*/ 22620 h 967769"/>
              <a:gd name="connsiteX12" fmla="*/ 9969377 w 10416053"/>
              <a:gd name="connsiteY12" fmla="*/ 928922 h 967769"/>
              <a:gd name="connsiteX13" fmla="*/ 10415931 w 10416053"/>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028"/>
              <a:gd name="connsiteY0" fmla="*/ 526634 h 967769"/>
              <a:gd name="connsiteX1" fmla="*/ 466500 w 10416028"/>
              <a:gd name="connsiteY1" fmla="*/ 16640 h 967769"/>
              <a:gd name="connsiteX2" fmla="*/ 1396408 w 10416028"/>
              <a:gd name="connsiteY2" fmla="*/ 944068 h 967769"/>
              <a:gd name="connsiteX3" fmla="*/ 2252155 w 10416028"/>
              <a:gd name="connsiteY3" fmla="*/ 16 h 967769"/>
              <a:gd name="connsiteX4" fmla="*/ 3157939 w 10416028"/>
              <a:gd name="connsiteY4" fmla="*/ 958196 h 967769"/>
              <a:gd name="connsiteX5" fmla="*/ 4011840 w 10416028"/>
              <a:gd name="connsiteY5" fmla="*/ 10894 h 967769"/>
              <a:gd name="connsiteX6" fmla="*/ 4876544 w 10416028"/>
              <a:gd name="connsiteY6" fmla="*/ 967769 h 967769"/>
              <a:gd name="connsiteX7" fmla="*/ 5731042 w 10416028"/>
              <a:gd name="connsiteY7" fmla="*/ 12419 h 967769"/>
              <a:gd name="connsiteX8" fmla="*/ 6599960 w 10416028"/>
              <a:gd name="connsiteY8" fmla="*/ 955433 h 967769"/>
              <a:gd name="connsiteX9" fmla="*/ 7407346 w 10416028"/>
              <a:gd name="connsiteY9" fmla="*/ 15648 h 967769"/>
              <a:gd name="connsiteX10" fmla="*/ 8234686 w 10416028"/>
              <a:gd name="connsiteY10" fmla="*/ 943575 h 967769"/>
              <a:gd name="connsiteX11" fmla="*/ 9093443 w 10416028"/>
              <a:gd name="connsiteY11" fmla="*/ 22620 h 967769"/>
              <a:gd name="connsiteX12" fmla="*/ 9969377 w 10416028"/>
              <a:gd name="connsiteY12" fmla="*/ 928922 h 967769"/>
              <a:gd name="connsiteX13" fmla="*/ 10415931 w 10416028"/>
              <a:gd name="connsiteY13" fmla="*/ 392257 h 967769"/>
              <a:gd name="connsiteX0" fmla="*/ 0 w 10416028"/>
              <a:gd name="connsiteY0" fmla="*/ 526634 h 967769"/>
              <a:gd name="connsiteX1" fmla="*/ 466500 w 10416028"/>
              <a:gd name="connsiteY1" fmla="*/ 16640 h 967769"/>
              <a:gd name="connsiteX2" fmla="*/ 1396408 w 10416028"/>
              <a:gd name="connsiteY2" fmla="*/ 944068 h 967769"/>
              <a:gd name="connsiteX3" fmla="*/ 2252155 w 10416028"/>
              <a:gd name="connsiteY3" fmla="*/ 16 h 967769"/>
              <a:gd name="connsiteX4" fmla="*/ 3157939 w 10416028"/>
              <a:gd name="connsiteY4" fmla="*/ 958196 h 967769"/>
              <a:gd name="connsiteX5" fmla="*/ 4011840 w 10416028"/>
              <a:gd name="connsiteY5" fmla="*/ 10894 h 967769"/>
              <a:gd name="connsiteX6" fmla="*/ 4876544 w 10416028"/>
              <a:gd name="connsiteY6" fmla="*/ 967769 h 967769"/>
              <a:gd name="connsiteX7" fmla="*/ 5731042 w 10416028"/>
              <a:gd name="connsiteY7" fmla="*/ 12419 h 967769"/>
              <a:gd name="connsiteX8" fmla="*/ 6599960 w 10416028"/>
              <a:gd name="connsiteY8" fmla="*/ 955433 h 967769"/>
              <a:gd name="connsiteX9" fmla="*/ 7407346 w 10416028"/>
              <a:gd name="connsiteY9" fmla="*/ 15648 h 967769"/>
              <a:gd name="connsiteX10" fmla="*/ 8234686 w 10416028"/>
              <a:gd name="connsiteY10" fmla="*/ 943575 h 967769"/>
              <a:gd name="connsiteX11" fmla="*/ 9093443 w 10416028"/>
              <a:gd name="connsiteY11" fmla="*/ 22620 h 967769"/>
              <a:gd name="connsiteX12" fmla="*/ 9969377 w 10416028"/>
              <a:gd name="connsiteY12" fmla="*/ 928922 h 967769"/>
              <a:gd name="connsiteX13" fmla="*/ 10415931 w 10416028"/>
              <a:gd name="connsiteY13" fmla="*/ 392257 h 967769"/>
              <a:gd name="connsiteX0" fmla="*/ 0 w 10415974"/>
              <a:gd name="connsiteY0" fmla="*/ 526634 h 967769"/>
              <a:gd name="connsiteX1" fmla="*/ 466500 w 10415974"/>
              <a:gd name="connsiteY1" fmla="*/ 16640 h 967769"/>
              <a:gd name="connsiteX2" fmla="*/ 1396408 w 10415974"/>
              <a:gd name="connsiteY2" fmla="*/ 944068 h 967769"/>
              <a:gd name="connsiteX3" fmla="*/ 2252155 w 10415974"/>
              <a:gd name="connsiteY3" fmla="*/ 16 h 967769"/>
              <a:gd name="connsiteX4" fmla="*/ 3157939 w 10415974"/>
              <a:gd name="connsiteY4" fmla="*/ 958196 h 967769"/>
              <a:gd name="connsiteX5" fmla="*/ 4011840 w 10415974"/>
              <a:gd name="connsiteY5" fmla="*/ 10894 h 967769"/>
              <a:gd name="connsiteX6" fmla="*/ 4876544 w 10415974"/>
              <a:gd name="connsiteY6" fmla="*/ 967769 h 967769"/>
              <a:gd name="connsiteX7" fmla="*/ 5731042 w 10415974"/>
              <a:gd name="connsiteY7" fmla="*/ 12419 h 967769"/>
              <a:gd name="connsiteX8" fmla="*/ 6599960 w 10415974"/>
              <a:gd name="connsiteY8" fmla="*/ 955433 h 967769"/>
              <a:gd name="connsiteX9" fmla="*/ 7407346 w 10415974"/>
              <a:gd name="connsiteY9" fmla="*/ 15648 h 967769"/>
              <a:gd name="connsiteX10" fmla="*/ 8234686 w 10415974"/>
              <a:gd name="connsiteY10" fmla="*/ 943575 h 967769"/>
              <a:gd name="connsiteX11" fmla="*/ 9093443 w 10415974"/>
              <a:gd name="connsiteY11" fmla="*/ 22620 h 967769"/>
              <a:gd name="connsiteX12" fmla="*/ 9969377 w 10415974"/>
              <a:gd name="connsiteY12" fmla="*/ 928922 h 967769"/>
              <a:gd name="connsiteX13" fmla="*/ 10415931 w 10415974"/>
              <a:gd name="connsiteY13" fmla="*/ 392257 h 967769"/>
              <a:gd name="connsiteX0" fmla="*/ 0 w 10415974"/>
              <a:gd name="connsiteY0" fmla="*/ 526634 h 967769"/>
              <a:gd name="connsiteX1" fmla="*/ 466500 w 10415974"/>
              <a:gd name="connsiteY1" fmla="*/ 16640 h 967769"/>
              <a:gd name="connsiteX2" fmla="*/ 1396408 w 10415974"/>
              <a:gd name="connsiteY2" fmla="*/ 944068 h 967769"/>
              <a:gd name="connsiteX3" fmla="*/ 2252155 w 10415974"/>
              <a:gd name="connsiteY3" fmla="*/ 16 h 967769"/>
              <a:gd name="connsiteX4" fmla="*/ 3157939 w 10415974"/>
              <a:gd name="connsiteY4" fmla="*/ 958196 h 967769"/>
              <a:gd name="connsiteX5" fmla="*/ 4011840 w 10415974"/>
              <a:gd name="connsiteY5" fmla="*/ 10894 h 967769"/>
              <a:gd name="connsiteX6" fmla="*/ 4876544 w 10415974"/>
              <a:gd name="connsiteY6" fmla="*/ 967769 h 967769"/>
              <a:gd name="connsiteX7" fmla="*/ 5731042 w 10415974"/>
              <a:gd name="connsiteY7" fmla="*/ 12419 h 967769"/>
              <a:gd name="connsiteX8" fmla="*/ 6599960 w 10415974"/>
              <a:gd name="connsiteY8" fmla="*/ 955433 h 967769"/>
              <a:gd name="connsiteX9" fmla="*/ 7407346 w 10415974"/>
              <a:gd name="connsiteY9" fmla="*/ 15648 h 967769"/>
              <a:gd name="connsiteX10" fmla="*/ 8234686 w 10415974"/>
              <a:gd name="connsiteY10" fmla="*/ 943575 h 967769"/>
              <a:gd name="connsiteX11" fmla="*/ 9093443 w 10415974"/>
              <a:gd name="connsiteY11" fmla="*/ 22620 h 967769"/>
              <a:gd name="connsiteX12" fmla="*/ 9969377 w 10415974"/>
              <a:gd name="connsiteY12" fmla="*/ 928922 h 967769"/>
              <a:gd name="connsiteX13" fmla="*/ 10415931 w 10415974"/>
              <a:gd name="connsiteY13" fmla="*/ 392257 h 967769"/>
              <a:gd name="connsiteX0" fmla="*/ 0 w 10416036"/>
              <a:gd name="connsiteY0" fmla="*/ 526634 h 1030724"/>
              <a:gd name="connsiteX1" fmla="*/ 466500 w 10416036"/>
              <a:gd name="connsiteY1" fmla="*/ 16640 h 1030724"/>
              <a:gd name="connsiteX2" fmla="*/ 1396408 w 10416036"/>
              <a:gd name="connsiteY2" fmla="*/ 944068 h 1030724"/>
              <a:gd name="connsiteX3" fmla="*/ 2252155 w 10416036"/>
              <a:gd name="connsiteY3" fmla="*/ 16 h 1030724"/>
              <a:gd name="connsiteX4" fmla="*/ 3157939 w 10416036"/>
              <a:gd name="connsiteY4" fmla="*/ 958196 h 1030724"/>
              <a:gd name="connsiteX5" fmla="*/ 4011840 w 10416036"/>
              <a:gd name="connsiteY5" fmla="*/ 10894 h 1030724"/>
              <a:gd name="connsiteX6" fmla="*/ 4876544 w 10416036"/>
              <a:gd name="connsiteY6" fmla="*/ 967769 h 1030724"/>
              <a:gd name="connsiteX7" fmla="*/ 5731042 w 10416036"/>
              <a:gd name="connsiteY7" fmla="*/ 12419 h 1030724"/>
              <a:gd name="connsiteX8" fmla="*/ 6599960 w 10416036"/>
              <a:gd name="connsiteY8" fmla="*/ 955433 h 1030724"/>
              <a:gd name="connsiteX9" fmla="*/ 7407346 w 10416036"/>
              <a:gd name="connsiteY9" fmla="*/ 15648 h 1030724"/>
              <a:gd name="connsiteX10" fmla="*/ 8234686 w 10416036"/>
              <a:gd name="connsiteY10" fmla="*/ 943575 h 1030724"/>
              <a:gd name="connsiteX11" fmla="*/ 9969377 w 10416036"/>
              <a:gd name="connsiteY11" fmla="*/ 928922 h 1030724"/>
              <a:gd name="connsiteX12" fmla="*/ 10415931 w 10416036"/>
              <a:gd name="connsiteY12" fmla="*/ 392257 h 1030724"/>
              <a:gd name="connsiteX0" fmla="*/ 0 w 10415931"/>
              <a:gd name="connsiteY0" fmla="*/ 526634 h 967769"/>
              <a:gd name="connsiteX1" fmla="*/ 466500 w 10415931"/>
              <a:gd name="connsiteY1" fmla="*/ 16640 h 967769"/>
              <a:gd name="connsiteX2" fmla="*/ 1396408 w 10415931"/>
              <a:gd name="connsiteY2" fmla="*/ 944068 h 967769"/>
              <a:gd name="connsiteX3" fmla="*/ 2252155 w 10415931"/>
              <a:gd name="connsiteY3" fmla="*/ 16 h 967769"/>
              <a:gd name="connsiteX4" fmla="*/ 3157939 w 10415931"/>
              <a:gd name="connsiteY4" fmla="*/ 958196 h 967769"/>
              <a:gd name="connsiteX5" fmla="*/ 4011840 w 10415931"/>
              <a:gd name="connsiteY5" fmla="*/ 10894 h 967769"/>
              <a:gd name="connsiteX6" fmla="*/ 4876544 w 10415931"/>
              <a:gd name="connsiteY6" fmla="*/ 967769 h 967769"/>
              <a:gd name="connsiteX7" fmla="*/ 5731042 w 10415931"/>
              <a:gd name="connsiteY7" fmla="*/ 12419 h 967769"/>
              <a:gd name="connsiteX8" fmla="*/ 6599960 w 10415931"/>
              <a:gd name="connsiteY8" fmla="*/ 955433 h 967769"/>
              <a:gd name="connsiteX9" fmla="*/ 7407346 w 10415931"/>
              <a:gd name="connsiteY9" fmla="*/ 15648 h 967769"/>
              <a:gd name="connsiteX10" fmla="*/ 8234686 w 10415931"/>
              <a:gd name="connsiteY10" fmla="*/ 943575 h 967769"/>
              <a:gd name="connsiteX11" fmla="*/ 10415931 w 10415931"/>
              <a:gd name="connsiteY11" fmla="*/ 392257 h 967769"/>
              <a:gd name="connsiteX0" fmla="*/ 0 w 9159030"/>
              <a:gd name="connsiteY0" fmla="*/ 526634 h 967769"/>
              <a:gd name="connsiteX1" fmla="*/ 466500 w 9159030"/>
              <a:gd name="connsiteY1" fmla="*/ 16640 h 967769"/>
              <a:gd name="connsiteX2" fmla="*/ 1396408 w 9159030"/>
              <a:gd name="connsiteY2" fmla="*/ 944068 h 967769"/>
              <a:gd name="connsiteX3" fmla="*/ 2252155 w 9159030"/>
              <a:gd name="connsiteY3" fmla="*/ 16 h 967769"/>
              <a:gd name="connsiteX4" fmla="*/ 3157939 w 9159030"/>
              <a:gd name="connsiteY4" fmla="*/ 958196 h 967769"/>
              <a:gd name="connsiteX5" fmla="*/ 4011840 w 9159030"/>
              <a:gd name="connsiteY5" fmla="*/ 10894 h 967769"/>
              <a:gd name="connsiteX6" fmla="*/ 4876544 w 9159030"/>
              <a:gd name="connsiteY6" fmla="*/ 967769 h 967769"/>
              <a:gd name="connsiteX7" fmla="*/ 5731042 w 9159030"/>
              <a:gd name="connsiteY7" fmla="*/ 12419 h 967769"/>
              <a:gd name="connsiteX8" fmla="*/ 6599960 w 9159030"/>
              <a:gd name="connsiteY8" fmla="*/ 955433 h 967769"/>
              <a:gd name="connsiteX9" fmla="*/ 7407346 w 9159030"/>
              <a:gd name="connsiteY9" fmla="*/ 15648 h 967769"/>
              <a:gd name="connsiteX10" fmla="*/ 8234686 w 9159030"/>
              <a:gd name="connsiteY10" fmla="*/ 943575 h 967769"/>
              <a:gd name="connsiteX11" fmla="*/ 9159030 w 9159030"/>
              <a:gd name="connsiteY11" fmla="*/ 437560 h 967769"/>
              <a:gd name="connsiteX0" fmla="*/ 0 w 9159030"/>
              <a:gd name="connsiteY0" fmla="*/ 526634 h 967769"/>
              <a:gd name="connsiteX1" fmla="*/ 466500 w 9159030"/>
              <a:gd name="connsiteY1" fmla="*/ 16640 h 967769"/>
              <a:gd name="connsiteX2" fmla="*/ 1396408 w 9159030"/>
              <a:gd name="connsiteY2" fmla="*/ 944068 h 967769"/>
              <a:gd name="connsiteX3" fmla="*/ 2252155 w 9159030"/>
              <a:gd name="connsiteY3" fmla="*/ 16 h 967769"/>
              <a:gd name="connsiteX4" fmla="*/ 3157939 w 9159030"/>
              <a:gd name="connsiteY4" fmla="*/ 958196 h 967769"/>
              <a:gd name="connsiteX5" fmla="*/ 4011840 w 9159030"/>
              <a:gd name="connsiteY5" fmla="*/ 10894 h 967769"/>
              <a:gd name="connsiteX6" fmla="*/ 4876544 w 9159030"/>
              <a:gd name="connsiteY6" fmla="*/ 967769 h 967769"/>
              <a:gd name="connsiteX7" fmla="*/ 5731042 w 9159030"/>
              <a:gd name="connsiteY7" fmla="*/ 12419 h 967769"/>
              <a:gd name="connsiteX8" fmla="*/ 6599960 w 9159030"/>
              <a:gd name="connsiteY8" fmla="*/ 955433 h 967769"/>
              <a:gd name="connsiteX9" fmla="*/ 7407346 w 9159030"/>
              <a:gd name="connsiteY9" fmla="*/ 15648 h 967769"/>
              <a:gd name="connsiteX10" fmla="*/ 8234686 w 9159030"/>
              <a:gd name="connsiteY10" fmla="*/ 943575 h 967769"/>
              <a:gd name="connsiteX11" fmla="*/ 9159030 w 9159030"/>
              <a:gd name="connsiteY11" fmla="*/ 437560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972362"/>
              <a:gd name="connsiteY0" fmla="*/ 526634 h 967769"/>
              <a:gd name="connsiteX1" fmla="*/ 466500 w 8972362"/>
              <a:gd name="connsiteY1" fmla="*/ 16640 h 967769"/>
              <a:gd name="connsiteX2" fmla="*/ 1396408 w 8972362"/>
              <a:gd name="connsiteY2" fmla="*/ 944068 h 967769"/>
              <a:gd name="connsiteX3" fmla="*/ 2252155 w 8972362"/>
              <a:gd name="connsiteY3" fmla="*/ 16 h 967769"/>
              <a:gd name="connsiteX4" fmla="*/ 3157939 w 8972362"/>
              <a:gd name="connsiteY4" fmla="*/ 958196 h 967769"/>
              <a:gd name="connsiteX5" fmla="*/ 4011840 w 8972362"/>
              <a:gd name="connsiteY5" fmla="*/ 10894 h 967769"/>
              <a:gd name="connsiteX6" fmla="*/ 4876544 w 8972362"/>
              <a:gd name="connsiteY6" fmla="*/ 967769 h 967769"/>
              <a:gd name="connsiteX7" fmla="*/ 5731042 w 8972362"/>
              <a:gd name="connsiteY7" fmla="*/ 12419 h 967769"/>
              <a:gd name="connsiteX8" fmla="*/ 6599960 w 8972362"/>
              <a:gd name="connsiteY8" fmla="*/ 955433 h 967769"/>
              <a:gd name="connsiteX9" fmla="*/ 7407346 w 8972362"/>
              <a:gd name="connsiteY9" fmla="*/ 15648 h 967769"/>
              <a:gd name="connsiteX10" fmla="*/ 8234686 w 8972362"/>
              <a:gd name="connsiteY10" fmla="*/ 943575 h 967769"/>
              <a:gd name="connsiteX11" fmla="*/ 8972362 w 8972362"/>
              <a:gd name="connsiteY11" fmla="*/ 455681 h 967769"/>
              <a:gd name="connsiteX0" fmla="*/ 0 w 8872806"/>
              <a:gd name="connsiteY0" fmla="*/ 526634 h 967769"/>
              <a:gd name="connsiteX1" fmla="*/ 466500 w 8872806"/>
              <a:gd name="connsiteY1" fmla="*/ 16640 h 967769"/>
              <a:gd name="connsiteX2" fmla="*/ 1396408 w 8872806"/>
              <a:gd name="connsiteY2" fmla="*/ 944068 h 967769"/>
              <a:gd name="connsiteX3" fmla="*/ 2252155 w 8872806"/>
              <a:gd name="connsiteY3" fmla="*/ 16 h 967769"/>
              <a:gd name="connsiteX4" fmla="*/ 3157939 w 8872806"/>
              <a:gd name="connsiteY4" fmla="*/ 958196 h 967769"/>
              <a:gd name="connsiteX5" fmla="*/ 4011840 w 8872806"/>
              <a:gd name="connsiteY5" fmla="*/ 10894 h 967769"/>
              <a:gd name="connsiteX6" fmla="*/ 4876544 w 8872806"/>
              <a:gd name="connsiteY6" fmla="*/ 967769 h 967769"/>
              <a:gd name="connsiteX7" fmla="*/ 5731042 w 8872806"/>
              <a:gd name="connsiteY7" fmla="*/ 12419 h 967769"/>
              <a:gd name="connsiteX8" fmla="*/ 6599960 w 8872806"/>
              <a:gd name="connsiteY8" fmla="*/ 955433 h 967769"/>
              <a:gd name="connsiteX9" fmla="*/ 7407346 w 8872806"/>
              <a:gd name="connsiteY9" fmla="*/ 15648 h 967769"/>
              <a:gd name="connsiteX10" fmla="*/ 8234686 w 8872806"/>
              <a:gd name="connsiteY10" fmla="*/ 943575 h 967769"/>
              <a:gd name="connsiteX11" fmla="*/ 8872806 w 8872806"/>
              <a:gd name="connsiteY11" fmla="*/ 451151 h 967769"/>
              <a:gd name="connsiteX0" fmla="*/ 0 w 8872806"/>
              <a:gd name="connsiteY0" fmla="*/ 526634 h 967769"/>
              <a:gd name="connsiteX1" fmla="*/ 466500 w 8872806"/>
              <a:gd name="connsiteY1" fmla="*/ 16640 h 967769"/>
              <a:gd name="connsiteX2" fmla="*/ 1396408 w 8872806"/>
              <a:gd name="connsiteY2" fmla="*/ 944068 h 967769"/>
              <a:gd name="connsiteX3" fmla="*/ 2252155 w 8872806"/>
              <a:gd name="connsiteY3" fmla="*/ 16 h 967769"/>
              <a:gd name="connsiteX4" fmla="*/ 3157939 w 8872806"/>
              <a:gd name="connsiteY4" fmla="*/ 958196 h 967769"/>
              <a:gd name="connsiteX5" fmla="*/ 4011840 w 8872806"/>
              <a:gd name="connsiteY5" fmla="*/ 10894 h 967769"/>
              <a:gd name="connsiteX6" fmla="*/ 4876544 w 8872806"/>
              <a:gd name="connsiteY6" fmla="*/ 967769 h 967769"/>
              <a:gd name="connsiteX7" fmla="*/ 5731042 w 8872806"/>
              <a:gd name="connsiteY7" fmla="*/ 12419 h 967769"/>
              <a:gd name="connsiteX8" fmla="*/ 6599960 w 8872806"/>
              <a:gd name="connsiteY8" fmla="*/ 955433 h 967769"/>
              <a:gd name="connsiteX9" fmla="*/ 7407346 w 8872806"/>
              <a:gd name="connsiteY9" fmla="*/ 15648 h 967769"/>
              <a:gd name="connsiteX10" fmla="*/ 8234686 w 8872806"/>
              <a:gd name="connsiteY10" fmla="*/ 943575 h 967769"/>
              <a:gd name="connsiteX11" fmla="*/ 8872806 w 8872806"/>
              <a:gd name="connsiteY11" fmla="*/ 451151 h 967769"/>
              <a:gd name="connsiteX0" fmla="*/ 0 w 8847917"/>
              <a:gd name="connsiteY0" fmla="*/ 526634 h 967769"/>
              <a:gd name="connsiteX1" fmla="*/ 466500 w 8847917"/>
              <a:gd name="connsiteY1" fmla="*/ 16640 h 967769"/>
              <a:gd name="connsiteX2" fmla="*/ 1396408 w 8847917"/>
              <a:gd name="connsiteY2" fmla="*/ 944068 h 967769"/>
              <a:gd name="connsiteX3" fmla="*/ 2252155 w 8847917"/>
              <a:gd name="connsiteY3" fmla="*/ 16 h 967769"/>
              <a:gd name="connsiteX4" fmla="*/ 3157939 w 8847917"/>
              <a:gd name="connsiteY4" fmla="*/ 958196 h 967769"/>
              <a:gd name="connsiteX5" fmla="*/ 4011840 w 8847917"/>
              <a:gd name="connsiteY5" fmla="*/ 10894 h 967769"/>
              <a:gd name="connsiteX6" fmla="*/ 4876544 w 8847917"/>
              <a:gd name="connsiteY6" fmla="*/ 967769 h 967769"/>
              <a:gd name="connsiteX7" fmla="*/ 5731042 w 8847917"/>
              <a:gd name="connsiteY7" fmla="*/ 12419 h 967769"/>
              <a:gd name="connsiteX8" fmla="*/ 6599960 w 8847917"/>
              <a:gd name="connsiteY8" fmla="*/ 955433 h 967769"/>
              <a:gd name="connsiteX9" fmla="*/ 7407346 w 8847917"/>
              <a:gd name="connsiteY9" fmla="*/ 15648 h 967769"/>
              <a:gd name="connsiteX10" fmla="*/ 8234686 w 8847917"/>
              <a:gd name="connsiteY10" fmla="*/ 943575 h 967769"/>
              <a:gd name="connsiteX11" fmla="*/ 8847917 w 8847917"/>
              <a:gd name="connsiteY11" fmla="*/ 455681 h 967769"/>
              <a:gd name="connsiteX0" fmla="*/ 0 w 8847917"/>
              <a:gd name="connsiteY0" fmla="*/ 526634 h 967769"/>
              <a:gd name="connsiteX1" fmla="*/ 466500 w 8847917"/>
              <a:gd name="connsiteY1" fmla="*/ 16640 h 967769"/>
              <a:gd name="connsiteX2" fmla="*/ 1396408 w 8847917"/>
              <a:gd name="connsiteY2" fmla="*/ 944068 h 967769"/>
              <a:gd name="connsiteX3" fmla="*/ 2252155 w 8847917"/>
              <a:gd name="connsiteY3" fmla="*/ 16 h 967769"/>
              <a:gd name="connsiteX4" fmla="*/ 3157939 w 8847917"/>
              <a:gd name="connsiteY4" fmla="*/ 958196 h 967769"/>
              <a:gd name="connsiteX5" fmla="*/ 4011840 w 8847917"/>
              <a:gd name="connsiteY5" fmla="*/ 10894 h 967769"/>
              <a:gd name="connsiteX6" fmla="*/ 4876544 w 8847917"/>
              <a:gd name="connsiteY6" fmla="*/ 967769 h 967769"/>
              <a:gd name="connsiteX7" fmla="*/ 5731042 w 8847917"/>
              <a:gd name="connsiteY7" fmla="*/ 12419 h 967769"/>
              <a:gd name="connsiteX8" fmla="*/ 6599960 w 8847917"/>
              <a:gd name="connsiteY8" fmla="*/ 955433 h 967769"/>
              <a:gd name="connsiteX9" fmla="*/ 7407346 w 8847917"/>
              <a:gd name="connsiteY9" fmla="*/ 15648 h 967769"/>
              <a:gd name="connsiteX10" fmla="*/ 8234686 w 8847917"/>
              <a:gd name="connsiteY10" fmla="*/ 943575 h 967769"/>
              <a:gd name="connsiteX11" fmla="*/ 8847917 w 8847917"/>
              <a:gd name="connsiteY11" fmla="*/ 455681 h 967769"/>
              <a:gd name="connsiteX0" fmla="*/ 0 w 8847917"/>
              <a:gd name="connsiteY0" fmla="*/ 526634 h 967769"/>
              <a:gd name="connsiteX1" fmla="*/ 466500 w 8847917"/>
              <a:gd name="connsiteY1" fmla="*/ 16640 h 967769"/>
              <a:gd name="connsiteX2" fmla="*/ 1396408 w 8847917"/>
              <a:gd name="connsiteY2" fmla="*/ 944068 h 967769"/>
              <a:gd name="connsiteX3" fmla="*/ 2252155 w 8847917"/>
              <a:gd name="connsiteY3" fmla="*/ 16 h 967769"/>
              <a:gd name="connsiteX4" fmla="*/ 3157939 w 8847917"/>
              <a:gd name="connsiteY4" fmla="*/ 958196 h 967769"/>
              <a:gd name="connsiteX5" fmla="*/ 4011840 w 8847917"/>
              <a:gd name="connsiteY5" fmla="*/ 10894 h 967769"/>
              <a:gd name="connsiteX6" fmla="*/ 4876544 w 8847917"/>
              <a:gd name="connsiteY6" fmla="*/ 967769 h 967769"/>
              <a:gd name="connsiteX7" fmla="*/ 5731042 w 8847917"/>
              <a:gd name="connsiteY7" fmla="*/ 12419 h 967769"/>
              <a:gd name="connsiteX8" fmla="*/ 6599960 w 8847917"/>
              <a:gd name="connsiteY8" fmla="*/ 955433 h 967769"/>
              <a:gd name="connsiteX9" fmla="*/ 7407346 w 8847917"/>
              <a:gd name="connsiteY9" fmla="*/ 15648 h 967769"/>
              <a:gd name="connsiteX10" fmla="*/ 8234686 w 8847917"/>
              <a:gd name="connsiteY10" fmla="*/ 943575 h 967769"/>
              <a:gd name="connsiteX11" fmla="*/ 8847917 w 8847917"/>
              <a:gd name="connsiteY11" fmla="*/ 455681 h 967769"/>
              <a:gd name="connsiteX0" fmla="*/ 0 w 8847917"/>
              <a:gd name="connsiteY0" fmla="*/ 526634 h 967769"/>
              <a:gd name="connsiteX1" fmla="*/ 466500 w 8847917"/>
              <a:gd name="connsiteY1" fmla="*/ 16640 h 967769"/>
              <a:gd name="connsiteX2" fmla="*/ 1396408 w 8847917"/>
              <a:gd name="connsiteY2" fmla="*/ 944068 h 967769"/>
              <a:gd name="connsiteX3" fmla="*/ 2252155 w 8847917"/>
              <a:gd name="connsiteY3" fmla="*/ 16 h 967769"/>
              <a:gd name="connsiteX4" fmla="*/ 3157939 w 8847917"/>
              <a:gd name="connsiteY4" fmla="*/ 958196 h 967769"/>
              <a:gd name="connsiteX5" fmla="*/ 4011840 w 8847917"/>
              <a:gd name="connsiteY5" fmla="*/ 10894 h 967769"/>
              <a:gd name="connsiteX6" fmla="*/ 4876544 w 8847917"/>
              <a:gd name="connsiteY6" fmla="*/ 967769 h 967769"/>
              <a:gd name="connsiteX7" fmla="*/ 5731042 w 8847917"/>
              <a:gd name="connsiteY7" fmla="*/ 12419 h 967769"/>
              <a:gd name="connsiteX8" fmla="*/ 6599960 w 8847917"/>
              <a:gd name="connsiteY8" fmla="*/ 955433 h 967769"/>
              <a:gd name="connsiteX9" fmla="*/ 7407346 w 8847917"/>
              <a:gd name="connsiteY9" fmla="*/ 15648 h 967769"/>
              <a:gd name="connsiteX10" fmla="*/ 8234686 w 8847917"/>
              <a:gd name="connsiteY10" fmla="*/ 943575 h 967769"/>
              <a:gd name="connsiteX11" fmla="*/ 8847917 w 8847917"/>
              <a:gd name="connsiteY11" fmla="*/ 45568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7407346 w 8748360"/>
              <a:gd name="connsiteY9" fmla="*/ 15648 h 967769"/>
              <a:gd name="connsiteX10" fmla="*/ 8234686 w 8748360"/>
              <a:gd name="connsiteY10" fmla="*/ 943575 h 967769"/>
              <a:gd name="connsiteX11" fmla="*/ 8748360 w 8748360"/>
              <a:gd name="connsiteY11" fmla="*/ 460211 h 967769"/>
              <a:gd name="connsiteX0" fmla="*/ 0 w 8748360"/>
              <a:gd name="connsiteY0" fmla="*/ 526634 h 1042096"/>
              <a:gd name="connsiteX1" fmla="*/ 466500 w 8748360"/>
              <a:gd name="connsiteY1" fmla="*/ 16640 h 1042096"/>
              <a:gd name="connsiteX2" fmla="*/ 1396408 w 8748360"/>
              <a:gd name="connsiteY2" fmla="*/ 944068 h 1042096"/>
              <a:gd name="connsiteX3" fmla="*/ 2252155 w 8748360"/>
              <a:gd name="connsiteY3" fmla="*/ 16 h 1042096"/>
              <a:gd name="connsiteX4" fmla="*/ 3157939 w 8748360"/>
              <a:gd name="connsiteY4" fmla="*/ 958196 h 1042096"/>
              <a:gd name="connsiteX5" fmla="*/ 4011840 w 8748360"/>
              <a:gd name="connsiteY5" fmla="*/ 10894 h 1042096"/>
              <a:gd name="connsiteX6" fmla="*/ 4876544 w 8748360"/>
              <a:gd name="connsiteY6" fmla="*/ 967769 h 1042096"/>
              <a:gd name="connsiteX7" fmla="*/ 5731042 w 8748360"/>
              <a:gd name="connsiteY7" fmla="*/ 12419 h 1042096"/>
              <a:gd name="connsiteX8" fmla="*/ 6599960 w 8748360"/>
              <a:gd name="connsiteY8" fmla="*/ 955433 h 1042096"/>
              <a:gd name="connsiteX9" fmla="*/ 8234686 w 8748360"/>
              <a:gd name="connsiteY9" fmla="*/ 943575 h 1042096"/>
              <a:gd name="connsiteX10" fmla="*/ 8748360 w 8748360"/>
              <a:gd name="connsiteY10" fmla="*/ 460211 h 1042096"/>
              <a:gd name="connsiteX0" fmla="*/ 0 w 8748360"/>
              <a:gd name="connsiteY0" fmla="*/ 526634 h 967769"/>
              <a:gd name="connsiteX1" fmla="*/ 466500 w 8748360"/>
              <a:gd name="connsiteY1" fmla="*/ 16640 h 967769"/>
              <a:gd name="connsiteX2" fmla="*/ 1396408 w 8748360"/>
              <a:gd name="connsiteY2" fmla="*/ 944068 h 967769"/>
              <a:gd name="connsiteX3" fmla="*/ 2252155 w 8748360"/>
              <a:gd name="connsiteY3" fmla="*/ 16 h 967769"/>
              <a:gd name="connsiteX4" fmla="*/ 3157939 w 8748360"/>
              <a:gd name="connsiteY4" fmla="*/ 958196 h 967769"/>
              <a:gd name="connsiteX5" fmla="*/ 4011840 w 8748360"/>
              <a:gd name="connsiteY5" fmla="*/ 10894 h 967769"/>
              <a:gd name="connsiteX6" fmla="*/ 4876544 w 8748360"/>
              <a:gd name="connsiteY6" fmla="*/ 967769 h 967769"/>
              <a:gd name="connsiteX7" fmla="*/ 5731042 w 8748360"/>
              <a:gd name="connsiteY7" fmla="*/ 12419 h 967769"/>
              <a:gd name="connsiteX8" fmla="*/ 6599960 w 8748360"/>
              <a:gd name="connsiteY8" fmla="*/ 955433 h 967769"/>
              <a:gd name="connsiteX9" fmla="*/ 8748360 w 8748360"/>
              <a:gd name="connsiteY9" fmla="*/ 460211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67900"/>
              <a:gd name="connsiteY0" fmla="*/ 526634 h 967769"/>
              <a:gd name="connsiteX1" fmla="*/ 466500 w 7167900"/>
              <a:gd name="connsiteY1" fmla="*/ 16640 h 967769"/>
              <a:gd name="connsiteX2" fmla="*/ 1396408 w 7167900"/>
              <a:gd name="connsiteY2" fmla="*/ 944068 h 967769"/>
              <a:gd name="connsiteX3" fmla="*/ 2252155 w 7167900"/>
              <a:gd name="connsiteY3" fmla="*/ 16 h 967769"/>
              <a:gd name="connsiteX4" fmla="*/ 3157939 w 7167900"/>
              <a:gd name="connsiteY4" fmla="*/ 958196 h 967769"/>
              <a:gd name="connsiteX5" fmla="*/ 4011840 w 7167900"/>
              <a:gd name="connsiteY5" fmla="*/ 10894 h 967769"/>
              <a:gd name="connsiteX6" fmla="*/ 4876544 w 7167900"/>
              <a:gd name="connsiteY6" fmla="*/ 967769 h 967769"/>
              <a:gd name="connsiteX7" fmla="*/ 5731042 w 7167900"/>
              <a:gd name="connsiteY7" fmla="*/ 12419 h 967769"/>
              <a:gd name="connsiteX8" fmla="*/ 6599960 w 7167900"/>
              <a:gd name="connsiteY8" fmla="*/ 955433 h 967769"/>
              <a:gd name="connsiteX9" fmla="*/ 7167900 w 7167900"/>
              <a:gd name="connsiteY9" fmla="*/ 523635 h 967769"/>
              <a:gd name="connsiteX0" fmla="*/ 0 w 7115440"/>
              <a:gd name="connsiteY0" fmla="*/ 526634 h 967769"/>
              <a:gd name="connsiteX1" fmla="*/ 466500 w 7115440"/>
              <a:gd name="connsiteY1" fmla="*/ 16640 h 967769"/>
              <a:gd name="connsiteX2" fmla="*/ 1396408 w 7115440"/>
              <a:gd name="connsiteY2" fmla="*/ 944068 h 967769"/>
              <a:gd name="connsiteX3" fmla="*/ 2252155 w 7115440"/>
              <a:gd name="connsiteY3" fmla="*/ 16 h 967769"/>
              <a:gd name="connsiteX4" fmla="*/ 3157939 w 7115440"/>
              <a:gd name="connsiteY4" fmla="*/ 958196 h 967769"/>
              <a:gd name="connsiteX5" fmla="*/ 4011840 w 7115440"/>
              <a:gd name="connsiteY5" fmla="*/ 10894 h 967769"/>
              <a:gd name="connsiteX6" fmla="*/ 4876544 w 7115440"/>
              <a:gd name="connsiteY6" fmla="*/ 967769 h 967769"/>
              <a:gd name="connsiteX7" fmla="*/ 5731042 w 7115440"/>
              <a:gd name="connsiteY7" fmla="*/ 12419 h 967769"/>
              <a:gd name="connsiteX8" fmla="*/ 6599960 w 7115440"/>
              <a:gd name="connsiteY8" fmla="*/ 955433 h 967769"/>
              <a:gd name="connsiteX9" fmla="*/ 7115440 w 7115440"/>
              <a:gd name="connsiteY9" fmla="*/ 435778 h 967769"/>
              <a:gd name="connsiteX0" fmla="*/ 0 w 7010520"/>
              <a:gd name="connsiteY0" fmla="*/ 526634 h 967769"/>
              <a:gd name="connsiteX1" fmla="*/ 466500 w 7010520"/>
              <a:gd name="connsiteY1" fmla="*/ 16640 h 967769"/>
              <a:gd name="connsiteX2" fmla="*/ 1396408 w 7010520"/>
              <a:gd name="connsiteY2" fmla="*/ 944068 h 967769"/>
              <a:gd name="connsiteX3" fmla="*/ 2252155 w 7010520"/>
              <a:gd name="connsiteY3" fmla="*/ 16 h 967769"/>
              <a:gd name="connsiteX4" fmla="*/ 3157939 w 7010520"/>
              <a:gd name="connsiteY4" fmla="*/ 958196 h 967769"/>
              <a:gd name="connsiteX5" fmla="*/ 4011840 w 7010520"/>
              <a:gd name="connsiteY5" fmla="*/ 10894 h 967769"/>
              <a:gd name="connsiteX6" fmla="*/ 4876544 w 7010520"/>
              <a:gd name="connsiteY6" fmla="*/ 967769 h 967769"/>
              <a:gd name="connsiteX7" fmla="*/ 5731042 w 7010520"/>
              <a:gd name="connsiteY7" fmla="*/ 12419 h 967769"/>
              <a:gd name="connsiteX8" fmla="*/ 6599960 w 7010520"/>
              <a:gd name="connsiteY8" fmla="*/ 955433 h 967769"/>
              <a:gd name="connsiteX9" fmla="*/ 7010520 w 7010520"/>
              <a:gd name="connsiteY9" fmla="*/ 435778 h 967769"/>
              <a:gd name="connsiteX0" fmla="*/ 0 w 7062980"/>
              <a:gd name="connsiteY0" fmla="*/ 526634 h 967769"/>
              <a:gd name="connsiteX1" fmla="*/ 466500 w 7062980"/>
              <a:gd name="connsiteY1" fmla="*/ 16640 h 967769"/>
              <a:gd name="connsiteX2" fmla="*/ 1396408 w 7062980"/>
              <a:gd name="connsiteY2" fmla="*/ 944068 h 967769"/>
              <a:gd name="connsiteX3" fmla="*/ 2252155 w 7062980"/>
              <a:gd name="connsiteY3" fmla="*/ 16 h 967769"/>
              <a:gd name="connsiteX4" fmla="*/ 3157939 w 7062980"/>
              <a:gd name="connsiteY4" fmla="*/ 958196 h 967769"/>
              <a:gd name="connsiteX5" fmla="*/ 4011840 w 7062980"/>
              <a:gd name="connsiteY5" fmla="*/ 10894 h 967769"/>
              <a:gd name="connsiteX6" fmla="*/ 4876544 w 7062980"/>
              <a:gd name="connsiteY6" fmla="*/ 967769 h 967769"/>
              <a:gd name="connsiteX7" fmla="*/ 5731042 w 7062980"/>
              <a:gd name="connsiteY7" fmla="*/ 12419 h 967769"/>
              <a:gd name="connsiteX8" fmla="*/ 6599960 w 7062980"/>
              <a:gd name="connsiteY8" fmla="*/ 955433 h 967769"/>
              <a:gd name="connsiteX9" fmla="*/ 7062980 w 7062980"/>
              <a:gd name="connsiteY9" fmla="*/ 435778 h 96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62980" h="967769">
                <a:moveTo>
                  <a:pt x="0" y="526634"/>
                </a:moveTo>
                <a:cubicBezTo>
                  <a:pt x="32665" y="473830"/>
                  <a:pt x="181897" y="18877"/>
                  <a:pt x="466500" y="16640"/>
                </a:cubicBezTo>
                <a:cubicBezTo>
                  <a:pt x="912874" y="13131"/>
                  <a:pt x="885154" y="946839"/>
                  <a:pt x="1396408" y="944068"/>
                </a:cubicBezTo>
                <a:cubicBezTo>
                  <a:pt x="1907662" y="941297"/>
                  <a:pt x="1695494" y="4634"/>
                  <a:pt x="2252155" y="16"/>
                </a:cubicBezTo>
                <a:cubicBezTo>
                  <a:pt x="2808816" y="-4602"/>
                  <a:pt x="2608286" y="956383"/>
                  <a:pt x="3157939" y="958196"/>
                </a:cubicBezTo>
                <a:cubicBezTo>
                  <a:pt x="3707592" y="960009"/>
                  <a:pt x="3497517" y="9299"/>
                  <a:pt x="4011840" y="10894"/>
                </a:cubicBezTo>
                <a:cubicBezTo>
                  <a:pt x="4526163" y="12489"/>
                  <a:pt x="4362123" y="967515"/>
                  <a:pt x="4876544" y="967769"/>
                </a:cubicBezTo>
                <a:cubicBezTo>
                  <a:pt x="5390965" y="968023"/>
                  <a:pt x="5158946" y="14475"/>
                  <a:pt x="5731042" y="12419"/>
                </a:cubicBezTo>
                <a:cubicBezTo>
                  <a:pt x="6303138" y="10363"/>
                  <a:pt x="6049370" y="952403"/>
                  <a:pt x="6599960" y="955433"/>
                </a:cubicBezTo>
                <a:cubicBezTo>
                  <a:pt x="6963878" y="957436"/>
                  <a:pt x="7024728" y="638199"/>
                  <a:pt x="7062980" y="435778"/>
                </a:cubicBezTo>
              </a:path>
            </a:pathLst>
          </a:custGeom>
          <a:noFill/>
          <a:ln w="38100" cap="rnd">
            <a:solidFill>
              <a:srgbClr val="0070C0"/>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25" name="Freeform 54">
            <a:extLst>
              <a:ext uri="{FF2B5EF4-FFF2-40B4-BE49-F238E27FC236}">
                <a16:creationId xmlns:a16="http://schemas.microsoft.com/office/drawing/2014/main" id="{FD2785DA-647C-D702-76E9-436474B521D1}"/>
              </a:ext>
            </a:extLst>
          </p:cNvPr>
          <p:cNvSpPr>
            <a:spLocks noChangeAspect="1"/>
          </p:cNvSpPr>
          <p:nvPr/>
        </p:nvSpPr>
        <p:spPr bwMode="auto">
          <a:xfrm flipV="1">
            <a:off x="6349064" y="5026559"/>
            <a:ext cx="2232025" cy="1417638"/>
          </a:xfrm>
          <a:custGeom>
            <a:avLst/>
            <a:gdLst>
              <a:gd name="connsiteX0" fmla="*/ 0 w 8196943"/>
              <a:gd name="connsiteY0" fmla="*/ 1556657 h 3102429"/>
              <a:gd name="connsiteX1" fmla="*/ 32657 w 8196943"/>
              <a:gd name="connsiteY1" fmla="*/ 1360714 h 3102429"/>
              <a:gd name="connsiteX2" fmla="*/ 43543 w 8196943"/>
              <a:gd name="connsiteY2" fmla="*/ 1273629 h 3102429"/>
              <a:gd name="connsiteX3" fmla="*/ 65314 w 8196943"/>
              <a:gd name="connsiteY3" fmla="*/ 1175657 h 3102429"/>
              <a:gd name="connsiteX4" fmla="*/ 97972 w 8196943"/>
              <a:gd name="connsiteY4" fmla="*/ 1001486 h 3102429"/>
              <a:gd name="connsiteX5" fmla="*/ 130629 w 8196943"/>
              <a:gd name="connsiteY5" fmla="*/ 827314 h 3102429"/>
              <a:gd name="connsiteX6" fmla="*/ 141514 w 8196943"/>
              <a:gd name="connsiteY6" fmla="*/ 751114 h 3102429"/>
              <a:gd name="connsiteX7" fmla="*/ 163286 w 8196943"/>
              <a:gd name="connsiteY7" fmla="*/ 674914 h 3102429"/>
              <a:gd name="connsiteX8" fmla="*/ 174172 w 8196943"/>
              <a:gd name="connsiteY8" fmla="*/ 598714 h 3102429"/>
              <a:gd name="connsiteX9" fmla="*/ 195943 w 8196943"/>
              <a:gd name="connsiteY9" fmla="*/ 533400 h 3102429"/>
              <a:gd name="connsiteX10" fmla="*/ 206829 w 8196943"/>
              <a:gd name="connsiteY10" fmla="*/ 468086 h 3102429"/>
              <a:gd name="connsiteX11" fmla="*/ 228600 w 8196943"/>
              <a:gd name="connsiteY11" fmla="*/ 402772 h 3102429"/>
              <a:gd name="connsiteX12" fmla="*/ 261257 w 8196943"/>
              <a:gd name="connsiteY12" fmla="*/ 293914 h 3102429"/>
              <a:gd name="connsiteX13" fmla="*/ 293914 w 8196943"/>
              <a:gd name="connsiteY13" fmla="*/ 195943 h 3102429"/>
              <a:gd name="connsiteX14" fmla="*/ 326572 w 8196943"/>
              <a:gd name="connsiteY14" fmla="*/ 119743 h 3102429"/>
              <a:gd name="connsiteX15" fmla="*/ 359229 w 8196943"/>
              <a:gd name="connsiteY15" fmla="*/ 65314 h 3102429"/>
              <a:gd name="connsiteX16" fmla="*/ 424543 w 8196943"/>
              <a:gd name="connsiteY16" fmla="*/ 0 h 3102429"/>
              <a:gd name="connsiteX17" fmla="*/ 489857 w 8196943"/>
              <a:gd name="connsiteY17" fmla="*/ 10886 h 3102429"/>
              <a:gd name="connsiteX18" fmla="*/ 555172 w 8196943"/>
              <a:gd name="connsiteY18" fmla="*/ 54429 h 3102429"/>
              <a:gd name="connsiteX19" fmla="*/ 653143 w 8196943"/>
              <a:gd name="connsiteY19" fmla="*/ 185057 h 3102429"/>
              <a:gd name="connsiteX20" fmla="*/ 685800 w 8196943"/>
              <a:gd name="connsiteY20" fmla="*/ 228600 h 3102429"/>
              <a:gd name="connsiteX21" fmla="*/ 718457 w 8196943"/>
              <a:gd name="connsiteY21" fmla="*/ 272143 h 3102429"/>
              <a:gd name="connsiteX22" fmla="*/ 783772 w 8196943"/>
              <a:gd name="connsiteY22" fmla="*/ 337457 h 3102429"/>
              <a:gd name="connsiteX23" fmla="*/ 881743 w 8196943"/>
              <a:gd name="connsiteY23" fmla="*/ 391886 h 3102429"/>
              <a:gd name="connsiteX24" fmla="*/ 914400 w 8196943"/>
              <a:gd name="connsiteY24" fmla="*/ 402772 h 3102429"/>
              <a:gd name="connsiteX25" fmla="*/ 1045029 w 8196943"/>
              <a:gd name="connsiteY25" fmla="*/ 337457 h 3102429"/>
              <a:gd name="connsiteX26" fmla="*/ 1143000 w 8196943"/>
              <a:gd name="connsiteY26" fmla="*/ 239486 h 3102429"/>
              <a:gd name="connsiteX27" fmla="*/ 1175657 w 8196943"/>
              <a:gd name="connsiteY27" fmla="*/ 206829 h 3102429"/>
              <a:gd name="connsiteX28" fmla="*/ 1208314 w 8196943"/>
              <a:gd name="connsiteY28" fmla="*/ 185057 h 3102429"/>
              <a:gd name="connsiteX29" fmla="*/ 1262743 w 8196943"/>
              <a:gd name="connsiteY29" fmla="*/ 141514 h 3102429"/>
              <a:gd name="connsiteX30" fmla="*/ 1328057 w 8196943"/>
              <a:gd name="connsiteY30" fmla="*/ 119743 h 3102429"/>
              <a:gd name="connsiteX31" fmla="*/ 1360714 w 8196943"/>
              <a:gd name="connsiteY31" fmla="*/ 108857 h 3102429"/>
              <a:gd name="connsiteX32" fmla="*/ 1436914 w 8196943"/>
              <a:gd name="connsiteY32" fmla="*/ 130629 h 3102429"/>
              <a:gd name="connsiteX33" fmla="*/ 1502229 w 8196943"/>
              <a:gd name="connsiteY33" fmla="*/ 174172 h 3102429"/>
              <a:gd name="connsiteX34" fmla="*/ 1534886 w 8196943"/>
              <a:gd name="connsiteY34" fmla="*/ 195943 h 3102429"/>
              <a:gd name="connsiteX35" fmla="*/ 1621972 w 8196943"/>
              <a:gd name="connsiteY35" fmla="*/ 283029 h 3102429"/>
              <a:gd name="connsiteX36" fmla="*/ 1654629 w 8196943"/>
              <a:gd name="connsiteY36" fmla="*/ 315686 h 3102429"/>
              <a:gd name="connsiteX37" fmla="*/ 1719943 w 8196943"/>
              <a:gd name="connsiteY37" fmla="*/ 359229 h 3102429"/>
              <a:gd name="connsiteX38" fmla="*/ 1752600 w 8196943"/>
              <a:gd name="connsiteY38" fmla="*/ 381000 h 3102429"/>
              <a:gd name="connsiteX39" fmla="*/ 1817914 w 8196943"/>
              <a:gd name="connsiteY39" fmla="*/ 402772 h 3102429"/>
              <a:gd name="connsiteX40" fmla="*/ 1948543 w 8196943"/>
              <a:gd name="connsiteY40" fmla="*/ 337457 h 3102429"/>
              <a:gd name="connsiteX41" fmla="*/ 1981200 w 8196943"/>
              <a:gd name="connsiteY41" fmla="*/ 304800 h 3102429"/>
              <a:gd name="connsiteX42" fmla="*/ 2046514 w 8196943"/>
              <a:gd name="connsiteY42" fmla="*/ 217714 h 3102429"/>
              <a:gd name="connsiteX43" fmla="*/ 2111829 w 8196943"/>
              <a:gd name="connsiteY43" fmla="*/ 130629 h 3102429"/>
              <a:gd name="connsiteX44" fmla="*/ 2209800 w 8196943"/>
              <a:gd name="connsiteY44" fmla="*/ 21772 h 3102429"/>
              <a:gd name="connsiteX45" fmla="*/ 2242457 w 8196943"/>
              <a:gd name="connsiteY45" fmla="*/ 0 h 3102429"/>
              <a:gd name="connsiteX46" fmla="*/ 2307772 w 8196943"/>
              <a:gd name="connsiteY46" fmla="*/ 10886 h 3102429"/>
              <a:gd name="connsiteX47" fmla="*/ 2340429 w 8196943"/>
              <a:gd name="connsiteY47" fmla="*/ 32657 h 3102429"/>
              <a:gd name="connsiteX48" fmla="*/ 2394857 w 8196943"/>
              <a:gd name="connsiteY48" fmla="*/ 97972 h 3102429"/>
              <a:gd name="connsiteX49" fmla="*/ 2427514 w 8196943"/>
              <a:gd name="connsiteY49" fmla="*/ 174172 h 3102429"/>
              <a:gd name="connsiteX50" fmla="*/ 2438400 w 8196943"/>
              <a:gd name="connsiteY50" fmla="*/ 206829 h 3102429"/>
              <a:gd name="connsiteX51" fmla="*/ 2460172 w 8196943"/>
              <a:gd name="connsiteY51" fmla="*/ 261257 h 3102429"/>
              <a:gd name="connsiteX52" fmla="*/ 2471057 w 8196943"/>
              <a:gd name="connsiteY52" fmla="*/ 304800 h 3102429"/>
              <a:gd name="connsiteX53" fmla="*/ 2492829 w 8196943"/>
              <a:gd name="connsiteY53" fmla="*/ 359229 h 3102429"/>
              <a:gd name="connsiteX54" fmla="*/ 2525486 w 8196943"/>
              <a:gd name="connsiteY54" fmla="*/ 489857 h 3102429"/>
              <a:gd name="connsiteX55" fmla="*/ 2558143 w 8196943"/>
              <a:gd name="connsiteY55" fmla="*/ 620486 h 3102429"/>
              <a:gd name="connsiteX56" fmla="*/ 2590800 w 8196943"/>
              <a:gd name="connsiteY56" fmla="*/ 772886 h 3102429"/>
              <a:gd name="connsiteX57" fmla="*/ 2601686 w 8196943"/>
              <a:gd name="connsiteY57" fmla="*/ 859972 h 3102429"/>
              <a:gd name="connsiteX58" fmla="*/ 2623457 w 8196943"/>
              <a:gd name="connsiteY58" fmla="*/ 947057 h 3102429"/>
              <a:gd name="connsiteX59" fmla="*/ 2634343 w 8196943"/>
              <a:gd name="connsiteY59" fmla="*/ 1034143 h 3102429"/>
              <a:gd name="connsiteX60" fmla="*/ 2656114 w 8196943"/>
              <a:gd name="connsiteY60" fmla="*/ 1121229 h 3102429"/>
              <a:gd name="connsiteX61" fmla="*/ 2667000 w 8196943"/>
              <a:gd name="connsiteY61" fmla="*/ 1208314 h 3102429"/>
              <a:gd name="connsiteX62" fmla="*/ 2688772 w 8196943"/>
              <a:gd name="connsiteY62" fmla="*/ 1306286 h 3102429"/>
              <a:gd name="connsiteX63" fmla="*/ 2699657 w 8196943"/>
              <a:gd name="connsiteY63" fmla="*/ 1393372 h 3102429"/>
              <a:gd name="connsiteX64" fmla="*/ 2721429 w 8196943"/>
              <a:gd name="connsiteY64" fmla="*/ 1491343 h 3102429"/>
              <a:gd name="connsiteX65" fmla="*/ 2754086 w 8196943"/>
              <a:gd name="connsiteY65" fmla="*/ 1676400 h 3102429"/>
              <a:gd name="connsiteX66" fmla="*/ 2786743 w 8196943"/>
              <a:gd name="connsiteY66" fmla="*/ 1861457 h 3102429"/>
              <a:gd name="connsiteX67" fmla="*/ 2797629 w 8196943"/>
              <a:gd name="connsiteY67" fmla="*/ 1948543 h 3102429"/>
              <a:gd name="connsiteX68" fmla="*/ 2819400 w 8196943"/>
              <a:gd name="connsiteY68" fmla="*/ 2046514 h 3102429"/>
              <a:gd name="connsiteX69" fmla="*/ 2830286 w 8196943"/>
              <a:gd name="connsiteY69" fmla="*/ 2133600 h 3102429"/>
              <a:gd name="connsiteX70" fmla="*/ 2852057 w 8196943"/>
              <a:gd name="connsiteY70" fmla="*/ 2220686 h 3102429"/>
              <a:gd name="connsiteX71" fmla="*/ 2862943 w 8196943"/>
              <a:gd name="connsiteY71" fmla="*/ 2296886 h 3102429"/>
              <a:gd name="connsiteX72" fmla="*/ 2884714 w 8196943"/>
              <a:gd name="connsiteY72" fmla="*/ 2373086 h 3102429"/>
              <a:gd name="connsiteX73" fmla="*/ 2895600 w 8196943"/>
              <a:gd name="connsiteY73" fmla="*/ 2449286 h 3102429"/>
              <a:gd name="connsiteX74" fmla="*/ 2917372 w 8196943"/>
              <a:gd name="connsiteY74" fmla="*/ 2525486 h 3102429"/>
              <a:gd name="connsiteX75" fmla="*/ 2950029 w 8196943"/>
              <a:gd name="connsiteY75" fmla="*/ 2656114 h 3102429"/>
              <a:gd name="connsiteX76" fmla="*/ 2982686 w 8196943"/>
              <a:gd name="connsiteY76" fmla="*/ 2775857 h 3102429"/>
              <a:gd name="connsiteX77" fmla="*/ 2993572 w 8196943"/>
              <a:gd name="connsiteY77" fmla="*/ 2830286 h 3102429"/>
              <a:gd name="connsiteX78" fmla="*/ 3015343 w 8196943"/>
              <a:gd name="connsiteY78" fmla="*/ 2873829 h 3102429"/>
              <a:gd name="connsiteX79" fmla="*/ 3026229 w 8196943"/>
              <a:gd name="connsiteY79" fmla="*/ 2917372 h 3102429"/>
              <a:gd name="connsiteX80" fmla="*/ 3048000 w 8196943"/>
              <a:gd name="connsiteY80" fmla="*/ 2960914 h 3102429"/>
              <a:gd name="connsiteX81" fmla="*/ 3058886 w 8196943"/>
              <a:gd name="connsiteY81" fmla="*/ 2993572 h 3102429"/>
              <a:gd name="connsiteX82" fmla="*/ 3113314 w 8196943"/>
              <a:gd name="connsiteY82" fmla="*/ 3069772 h 3102429"/>
              <a:gd name="connsiteX83" fmla="*/ 3178629 w 8196943"/>
              <a:gd name="connsiteY83" fmla="*/ 3102429 h 3102429"/>
              <a:gd name="connsiteX84" fmla="*/ 3222172 w 8196943"/>
              <a:gd name="connsiteY84" fmla="*/ 3091543 h 3102429"/>
              <a:gd name="connsiteX85" fmla="*/ 3254829 w 8196943"/>
              <a:gd name="connsiteY85" fmla="*/ 3069772 h 3102429"/>
              <a:gd name="connsiteX86" fmla="*/ 3352800 w 8196943"/>
              <a:gd name="connsiteY86" fmla="*/ 2960914 h 3102429"/>
              <a:gd name="connsiteX87" fmla="*/ 3374572 w 8196943"/>
              <a:gd name="connsiteY87" fmla="*/ 2939143 h 3102429"/>
              <a:gd name="connsiteX88" fmla="*/ 3439886 w 8196943"/>
              <a:gd name="connsiteY88" fmla="*/ 2852057 h 3102429"/>
              <a:gd name="connsiteX89" fmla="*/ 3526972 w 8196943"/>
              <a:gd name="connsiteY89" fmla="*/ 2754086 h 3102429"/>
              <a:gd name="connsiteX90" fmla="*/ 3592286 w 8196943"/>
              <a:gd name="connsiteY90" fmla="*/ 2710543 h 3102429"/>
              <a:gd name="connsiteX91" fmla="*/ 3624943 w 8196943"/>
              <a:gd name="connsiteY91" fmla="*/ 2699657 h 3102429"/>
              <a:gd name="connsiteX92" fmla="*/ 3668486 w 8196943"/>
              <a:gd name="connsiteY92" fmla="*/ 2710543 h 3102429"/>
              <a:gd name="connsiteX93" fmla="*/ 3733800 w 8196943"/>
              <a:gd name="connsiteY93" fmla="*/ 2732314 h 3102429"/>
              <a:gd name="connsiteX94" fmla="*/ 3788229 w 8196943"/>
              <a:gd name="connsiteY94" fmla="*/ 2775857 h 3102429"/>
              <a:gd name="connsiteX95" fmla="*/ 3820886 w 8196943"/>
              <a:gd name="connsiteY95" fmla="*/ 2797629 h 3102429"/>
              <a:gd name="connsiteX96" fmla="*/ 3886200 w 8196943"/>
              <a:gd name="connsiteY96" fmla="*/ 2862943 h 3102429"/>
              <a:gd name="connsiteX97" fmla="*/ 3918857 w 8196943"/>
              <a:gd name="connsiteY97" fmla="*/ 2895600 h 3102429"/>
              <a:gd name="connsiteX98" fmla="*/ 3951514 w 8196943"/>
              <a:gd name="connsiteY98" fmla="*/ 2928257 h 3102429"/>
              <a:gd name="connsiteX99" fmla="*/ 4016829 w 8196943"/>
              <a:gd name="connsiteY99" fmla="*/ 2971800 h 3102429"/>
              <a:gd name="connsiteX100" fmla="*/ 4082143 w 8196943"/>
              <a:gd name="connsiteY100" fmla="*/ 2993572 h 3102429"/>
              <a:gd name="connsiteX101" fmla="*/ 4180114 w 8196943"/>
              <a:gd name="connsiteY101" fmla="*/ 2971800 h 3102429"/>
              <a:gd name="connsiteX102" fmla="*/ 4310743 w 8196943"/>
              <a:gd name="connsiteY102" fmla="*/ 2862943 h 3102429"/>
              <a:gd name="connsiteX103" fmla="*/ 4343400 w 8196943"/>
              <a:gd name="connsiteY103" fmla="*/ 2830286 h 3102429"/>
              <a:gd name="connsiteX104" fmla="*/ 4376057 w 8196943"/>
              <a:gd name="connsiteY104" fmla="*/ 2797629 h 3102429"/>
              <a:gd name="connsiteX105" fmla="*/ 4408714 w 8196943"/>
              <a:gd name="connsiteY105" fmla="*/ 2775857 h 3102429"/>
              <a:gd name="connsiteX106" fmla="*/ 4474029 w 8196943"/>
              <a:gd name="connsiteY106" fmla="*/ 2721429 h 3102429"/>
              <a:gd name="connsiteX107" fmla="*/ 4539343 w 8196943"/>
              <a:gd name="connsiteY107" fmla="*/ 2699657 h 3102429"/>
              <a:gd name="connsiteX108" fmla="*/ 4626429 w 8196943"/>
              <a:gd name="connsiteY108" fmla="*/ 2721429 h 3102429"/>
              <a:gd name="connsiteX109" fmla="*/ 4724400 w 8196943"/>
              <a:gd name="connsiteY109" fmla="*/ 2808514 h 3102429"/>
              <a:gd name="connsiteX110" fmla="*/ 4855029 w 8196943"/>
              <a:gd name="connsiteY110" fmla="*/ 2982686 h 3102429"/>
              <a:gd name="connsiteX111" fmla="*/ 4920343 w 8196943"/>
              <a:gd name="connsiteY111" fmla="*/ 3058886 h 3102429"/>
              <a:gd name="connsiteX112" fmla="*/ 4985657 w 8196943"/>
              <a:gd name="connsiteY112" fmla="*/ 3102429 h 3102429"/>
              <a:gd name="connsiteX113" fmla="*/ 5050972 w 8196943"/>
              <a:gd name="connsiteY113" fmla="*/ 3091543 h 3102429"/>
              <a:gd name="connsiteX114" fmla="*/ 5116286 w 8196943"/>
              <a:gd name="connsiteY114" fmla="*/ 3026229 h 3102429"/>
              <a:gd name="connsiteX115" fmla="*/ 5148943 w 8196943"/>
              <a:gd name="connsiteY115" fmla="*/ 2960914 h 3102429"/>
              <a:gd name="connsiteX116" fmla="*/ 5159829 w 8196943"/>
              <a:gd name="connsiteY116" fmla="*/ 2917372 h 3102429"/>
              <a:gd name="connsiteX117" fmla="*/ 5181600 w 8196943"/>
              <a:gd name="connsiteY117" fmla="*/ 2873829 h 3102429"/>
              <a:gd name="connsiteX118" fmla="*/ 5192486 w 8196943"/>
              <a:gd name="connsiteY118" fmla="*/ 2830286 h 3102429"/>
              <a:gd name="connsiteX119" fmla="*/ 5214257 w 8196943"/>
              <a:gd name="connsiteY119" fmla="*/ 2775857 h 3102429"/>
              <a:gd name="connsiteX120" fmla="*/ 5225143 w 8196943"/>
              <a:gd name="connsiteY120" fmla="*/ 2721429 h 3102429"/>
              <a:gd name="connsiteX121" fmla="*/ 5246914 w 8196943"/>
              <a:gd name="connsiteY121" fmla="*/ 2656114 h 3102429"/>
              <a:gd name="connsiteX122" fmla="*/ 5279572 w 8196943"/>
              <a:gd name="connsiteY122" fmla="*/ 2525486 h 3102429"/>
              <a:gd name="connsiteX123" fmla="*/ 5312229 w 8196943"/>
              <a:gd name="connsiteY123" fmla="*/ 2373086 h 3102429"/>
              <a:gd name="connsiteX124" fmla="*/ 5344886 w 8196943"/>
              <a:gd name="connsiteY124" fmla="*/ 2220686 h 3102429"/>
              <a:gd name="connsiteX125" fmla="*/ 5377543 w 8196943"/>
              <a:gd name="connsiteY125" fmla="*/ 2046514 h 3102429"/>
              <a:gd name="connsiteX126" fmla="*/ 5388429 w 8196943"/>
              <a:gd name="connsiteY126" fmla="*/ 1948543 h 3102429"/>
              <a:gd name="connsiteX127" fmla="*/ 5410200 w 8196943"/>
              <a:gd name="connsiteY127" fmla="*/ 1861457 h 3102429"/>
              <a:gd name="connsiteX128" fmla="*/ 5421086 w 8196943"/>
              <a:gd name="connsiteY128" fmla="*/ 1774372 h 3102429"/>
              <a:gd name="connsiteX129" fmla="*/ 5442857 w 8196943"/>
              <a:gd name="connsiteY129" fmla="*/ 1676400 h 3102429"/>
              <a:gd name="connsiteX130" fmla="*/ 5475514 w 8196943"/>
              <a:gd name="connsiteY130" fmla="*/ 1491343 h 3102429"/>
              <a:gd name="connsiteX131" fmla="*/ 5508172 w 8196943"/>
              <a:gd name="connsiteY131" fmla="*/ 1306286 h 3102429"/>
              <a:gd name="connsiteX132" fmla="*/ 5540829 w 8196943"/>
              <a:gd name="connsiteY132" fmla="*/ 1121229 h 3102429"/>
              <a:gd name="connsiteX133" fmla="*/ 5573486 w 8196943"/>
              <a:gd name="connsiteY133" fmla="*/ 947057 h 3102429"/>
              <a:gd name="connsiteX134" fmla="*/ 5584372 w 8196943"/>
              <a:gd name="connsiteY134" fmla="*/ 859972 h 3102429"/>
              <a:gd name="connsiteX135" fmla="*/ 5606143 w 8196943"/>
              <a:gd name="connsiteY135" fmla="*/ 772886 h 3102429"/>
              <a:gd name="connsiteX136" fmla="*/ 5617029 w 8196943"/>
              <a:gd name="connsiteY136" fmla="*/ 696686 h 3102429"/>
              <a:gd name="connsiteX137" fmla="*/ 5638800 w 8196943"/>
              <a:gd name="connsiteY137" fmla="*/ 620486 h 3102429"/>
              <a:gd name="connsiteX138" fmla="*/ 5649686 w 8196943"/>
              <a:gd name="connsiteY138" fmla="*/ 555172 h 3102429"/>
              <a:gd name="connsiteX139" fmla="*/ 5671457 w 8196943"/>
              <a:gd name="connsiteY139" fmla="*/ 489857 h 3102429"/>
              <a:gd name="connsiteX140" fmla="*/ 5682343 w 8196943"/>
              <a:gd name="connsiteY140" fmla="*/ 424543 h 3102429"/>
              <a:gd name="connsiteX141" fmla="*/ 5725886 w 8196943"/>
              <a:gd name="connsiteY141" fmla="*/ 304800 h 3102429"/>
              <a:gd name="connsiteX142" fmla="*/ 5736772 w 8196943"/>
              <a:gd name="connsiteY142" fmla="*/ 261257 h 3102429"/>
              <a:gd name="connsiteX143" fmla="*/ 5758543 w 8196943"/>
              <a:gd name="connsiteY143" fmla="*/ 206829 h 3102429"/>
              <a:gd name="connsiteX144" fmla="*/ 5769429 w 8196943"/>
              <a:gd name="connsiteY144" fmla="*/ 174172 h 3102429"/>
              <a:gd name="connsiteX145" fmla="*/ 5791200 w 8196943"/>
              <a:gd name="connsiteY145" fmla="*/ 130629 h 3102429"/>
              <a:gd name="connsiteX146" fmla="*/ 5802086 w 8196943"/>
              <a:gd name="connsiteY146" fmla="*/ 97972 h 3102429"/>
              <a:gd name="connsiteX147" fmla="*/ 5823857 w 8196943"/>
              <a:gd name="connsiteY147" fmla="*/ 76200 h 3102429"/>
              <a:gd name="connsiteX148" fmla="*/ 5856514 w 8196943"/>
              <a:gd name="connsiteY148" fmla="*/ 32657 h 3102429"/>
              <a:gd name="connsiteX149" fmla="*/ 5921829 w 8196943"/>
              <a:gd name="connsiteY149" fmla="*/ 0 h 3102429"/>
              <a:gd name="connsiteX150" fmla="*/ 5965372 w 8196943"/>
              <a:gd name="connsiteY150" fmla="*/ 10886 h 3102429"/>
              <a:gd name="connsiteX151" fmla="*/ 6052457 w 8196943"/>
              <a:gd name="connsiteY151" fmla="*/ 87086 h 3102429"/>
              <a:gd name="connsiteX152" fmla="*/ 6150429 w 8196943"/>
              <a:gd name="connsiteY152" fmla="*/ 217714 h 3102429"/>
              <a:gd name="connsiteX153" fmla="*/ 6183086 w 8196943"/>
              <a:gd name="connsiteY153" fmla="*/ 261257 h 3102429"/>
              <a:gd name="connsiteX154" fmla="*/ 6215743 w 8196943"/>
              <a:gd name="connsiteY154" fmla="*/ 304800 h 3102429"/>
              <a:gd name="connsiteX155" fmla="*/ 6313714 w 8196943"/>
              <a:gd name="connsiteY155" fmla="*/ 381000 h 3102429"/>
              <a:gd name="connsiteX156" fmla="*/ 6379029 w 8196943"/>
              <a:gd name="connsiteY156" fmla="*/ 402772 h 3102429"/>
              <a:gd name="connsiteX157" fmla="*/ 6509657 w 8196943"/>
              <a:gd name="connsiteY157" fmla="*/ 337457 h 3102429"/>
              <a:gd name="connsiteX158" fmla="*/ 6542314 w 8196943"/>
              <a:gd name="connsiteY158" fmla="*/ 315686 h 3102429"/>
              <a:gd name="connsiteX159" fmla="*/ 6640286 w 8196943"/>
              <a:gd name="connsiteY159" fmla="*/ 217714 h 3102429"/>
              <a:gd name="connsiteX160" fmla="*/ 6672943 w 8196943"/>
              <a:gd name="connsiteY160" fmla="*/ 185057 h 3102429"/>
              <a:gd name="connsiteX161" fmla="*/ 6738257 w 8196943"/>
              <a:gd name="connsiteY161" fmla="*/ 141514 h 3102429"/>
              <a:gd name="connsiteX162" fmla="*/ 6803572 w 8196943"/>
              <a:gd name="connsiteY162" fmla="*/ 108857 h 3102429"/>
              <a:gd name="connsiteX163" fmla="*/ 6868886 w 8196943"/>
              <a:gd name="connsiteY163" fmla="*/ 119743 h 3102429"/>
              <a:gd name="connsiteX164" fmla="*/ 6934200 w 8196943"/>
              <a:gd name="connsiteY164" fmla="*/ 141514 h 3102429"/>
              <a:gd name="connsiteX165" fmla="*/ 6988629 w 8196943"/>
              <a:gd name="connsiteY165" fmla="*/ 185057 h 3102429"/>
              <a:gd name="connsiteX166" fmla="*/ 7021286 w 8196943"/>
              <a:gd name="connsiteY166" fmla="*/ 206829 h 3102429"/>
              <a:gd name="connsiteX167" fmla="*/ 7086600 w 8196943"/>
              <a:gd name="connsiteY167" fmla="*/ 272143 h 3102429"/>
              <a:gd name="connsiteX168" fmla="*/ 7119257 w 8196943"/>
              <a:gd name="connsiteY168" fmla="*/ 304800 h 3102429"/>
              <a:gd name="connsiteX169" fmla="*/ 7151914 w 8196943"/>
              <a:gd name="connsiteY169" fmla="*/ 337457 h 3102429"/>
              <a:gd name="connsiteX170" fmla="*/ 7217229 w 8196943"/>
              <a:gd name="connsiteY170" fmla="*/ 381000 h 3102429"/>
              <a:gd name="connsiteX171" fmla="*/ 7282543 w 8196943"/>
              <a:gd name="connsiteY171" fmla="*/ 402772 h 3102429"/>
              <a:gd name="connsiteX172" fmla="*/ 7347857 w 8196943"/>
              <a:gd name="connsiteY172" fmla="*/ 381000 h 3102429"/>
              <a:gd name="connsiteX173" fmla="*/ 7380514 w 8196943"/>
              <a:gd name="connsiteY173" fmla="*/ 370114 h 3102429"/>
              <a:gd name="connsiteX174" fmla="*/ 7445829 w 8196943"/>
              <a:gd name="connsiteY174" fmla="*/ 304800 h 3102429"/>
              <a:gd name="connsiteX175" fmla="*/ 7478486 w 8196943"/>
              <a:gd name="connsiteY175" fmla="*/ 272143 h 3102429"/>
              <a:gd name="connsiteX176" fmla="*/ 7543800 w 8196943"/>
              <a:gd name="connsiteY176" fmla="*/ 185057 h 3102429"/>
              <a:gd name="connsiteX177" fmla="*/ 7609114 w 8196943"/>
              <a:gd name="connsiteY177" fmla="*/ 97972 h 3102429"/>
              <a:gd name="connsiteX178" fmla="*/ 7641772 w 8196943"/>
              <a:gd name="connsiteY178" fmla="*/ 54429 h 3102429"/>
              <a:gd name="connsiteX179" fmla="*/ 7739743 w 8196943"/>
              <a:gd name="connsiteY179" fmla="*/ 0 h 3102429"/>
              <a:gd name="connsiteX180" fmla="*/ 7783286 w 8196943"/>
              <a:gd name="connsiteY180" fmla="*/ 10886 h 3102429"/>
              <a:gd name="connsiteX181" fmla="*/ 7815943 w 8196943"/>
              <a:gd name="connsiteY181" fmla="*/ 43543 h 3102429"/>
              <a:gd name="connsiteX182" fmla="*/ 7870372 w 8196943"/>
              <a:gd name="connsiteY182" fmla="*/ 119743 h 3102429"/>
              <a:gd name="connsiteX183" fmla="*/ 7881257 w 8196943"/>
              <a:gd name="connsiteY183" fmla="*/ 152400 h 3102429"/>
              <a:gd name="connsiteX184" fmla="*/ 7903029 w 8196943"/>
              <a:gd name="connsiteY184" fmla="*/ 195943 h 3102429"/>
              <a:gd name="connsiteX185" fmla="*/ 7913914 w 8196943"/>
              <a:gd name="connsiteY185" fmla="*/ 239486 h 3102429"/>
              <a:gd name="connsiteX186" fmla="*/ 7935686 w 8196943"/>
              <a:gd name="connsiteY186" fmla="*/ 293914 h 3102429"/>
              <a:gd name="connsiteX187" fmla="*/ 7946572 w 8196943"/>
              <a:gd name="connsiteY187" fmla="*/ 337457 h 3102429"/>
              <a:gd name="connsiteX188" fmla="*/ 7990114 w 8196943"/>
              <a:gd name="connsiteY188" fmla="*/ 468086 h 3102429"/>
              <a:gd name="connsiteX189" fmla="*/ 8022772 w 8196943"/>
              <a:gd name="connsiteY189" fmla="*/ 598714 h 3102429"/>
              <a:gd name="connsiteX190" fmla="*/ 8055429 w 8196943"/>
              <a:gd name="connsiteY190" fmla="*/ 751114 h 3102429"/>
              <a:gd name="connsiteX191" fmla="*/ 8066314 w 8196943"/>
              <a:gd name="connsiteY191" fmla="*/ 827314 h 3102429"/>
              <a:gd name="connsiteX192" fmla="*/ 8088086 w 8196943"/>
              <a:gd name="connsiteY192" fmla="*/ 914400 h 3102429"/>
              <a:gd name="connsiteX193" fmla="*/ 8098972 w 8196943"/>
              <a:gd name="connsiteY193" fmla="*/ 1001486 h 3102429"/>
              <a:gd name="connsiteX194" fmla="*/ 8120743 w 8196943"/>
              <a:gd name="connsiteY194" fmla="*/ 1088572 h 3102429"/>
              <a:gd name="connsiteX195" fmla="*/ 8131629 w 8196943"/>
              <a:gd name="connsiteY195" fmla="*/ 1175657 h 3102429"/>
              <a:gd name="connsiteX196" fmla="*/ 8153400 w 8196943"/>
              <a:gd name="connsiteY196" fmla="*/ 1273629 h 3102429"/>
              <a:gd name="connsiteX197" fmla="*/ 8164286 w 8196943"/>
              <a:gd name="connsiteY197" fmla="*/ 1360714 h 3102429"/>
              <a:gd name="connsiteX198" fmla="*/ 8186057 w 8196943"/>
              <a:gd name="connsiteY198" fmla="*/ 1458686 h 3102429"/>
              <a:gd name="connsiteX199" fmla="*/ 8196943 w 8196943"/>
              <a:gd name="connsiteY199" fmla="*/ 1545772 h 310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8196943" h="3102429">
                <a:moveTo>
                  <a:pt x="0" y="1556657"/>
                </a:moveTo>
                <a:cubicBezTo>
                  <a:pt x="24515" y="1336029"/>
                  <a:pt x="-6356" y="1581790"/>
                  <a:pt x="32657" y="1360714"/>
                </a:cubicBezTo>
                <a:cubicBezTo>
                  <a:pt x="37741" y="1331905"/>
                  <a:pt x="38459" y="1302438"/>
                  <a:pt x="43543" y="1273629"/>
                </a:cubicBezTo>
                <a:cubicBezTo>
                  <a:pt x="49357" y="1240684"/>
                  <a:pt x="59500" y="1208602"/>
                  <a:pt x="65314" y="1175657"/>
                </a:cubicBezTo>
                <a:cubicBezTo>
                  <a:pt x="100344" y="977153"/>
                  <a:pt x="48206" y="1200547"/>
                  <a:pt x="97972" y="1001486"/>
                </a:cubicBezTo>
                <a:cubicBezTo>
                  <a:pt x="121975" y="809445"/>
                  <a:pt x="92140" y="1019762"/>
                  <a:pt x="130629" y="827314"/>
                </a:cubicBezTo>
                <a:cubicBezTo>
                  <a:pt x="135661" y="802154"/>
                  <a:pt x="136138" y="776202"/>
                  <a:pt x="141514" y="751114"/>
                </a:cubicBezTo>
                <a:cubicBezTo>
                  <a:pt x="147049" y="725284"/>
                  <a:pt x="157751" y="700744"/>
                  <a:pt x="163286" y="674914"/>
                </a:cubicBezTo>
                <a:cubicBezTo>
                  <a:pt x="168662" y="649826"/>
                  <a:pt x="168403" y="623715"/>
                  <a:pt x="174172" y="598714"/>
                </a:cubicBezTo>
                <a:cubicBezTo>
                  <a:pt x="179332" y="576353"/>
                  <a:pt x="190377" y="555664"/>
                  <a:pt x="195943" y="533400"/>
                </a:cubicBezTo>
                <a:cubicBezTo>
                  <a:pt x="201296" y="511987"/>
                  <a:pt x="201476" y="489499"/>
                  <a:pt x="206829" y="468086"/>
                </a:cubicBezTo>
                <a:cubicBezTo>
                  <a:pt x="212395" y="445822"/>
                  <a:pt x="223034" y="425036"/>
                  <a:pt x="228600" y="402772"/>
                </a:cubicBezTo>
                <a:cubicBezTo>
                  <a:pt x="255707" y="294344"/>
                  <a:pt x="219651" y="377128"/>
                  <a:pt x="261257" y="293914"/>
                </a:cubicBezTo>
                <a:cubicBezTo>
                  <a:pt x="285114" y="174635"/>
                  <a:pt x="255284" y="298957"/>
                  <a:pt x="293914" y="195943"/>
                </a:cubicBezTo>
                <a:cubicBezTo>
                  <a:pt x="324039" y="115610"/>
                  <a:pt x="282452" y="185921"/>
                  <a:pt x="326572" y="119743"/>
                </a:cubicBezTo>
                <a:cubicBezTo>
                  <a:pt x="344414" y="66213"/>
                  <a:pt x="326023" y="105160"/>
                  <a:pt x="359229" y="65314"/>
                </a:cubicBezTo>
                <a:cubicBezTo>
                  <a:pt x="409863" y="4554"/>
                  <a:pt x="369488" y="36705"/>
                  <a:pt x="424543" y="0"/>
                </a:cubicBezTo>
                <a:cubicBezTo>
                  <a:pt x="446314" y="3629"/>
                  <a:pt x="469483" y="2397"/>
                  <a:pt x="489857" y="10886"/>
                </a:cubicBezTo>
                <a:cubicBezTo>
                  <a:pt x="514010" y="20950"/>
                  <a:pt x="555172" y="54429"/>
                  <a:pt x="555172" y="54429"/>
                </a:cubicBezTo>
                <a:lnTo>
                  <a:pt x="653143" y="185057"/>
                </a:lnTo>
                <a:lnTo>
                  <a:pt x="685800" y="228600"/>
                </a:lnTo>
                <a:cubicBezTo>
                  <a:pt x="696686" y="243114"/>
                  <a:pt x="705628" y="259314"/>
                  <a:pt x="718457" y="272143"/>
                </a:cubicBezTo>
                <a:lnTo>
                  <a:pt x="783772" y="337457"/>
                </a:lnTo>
                <a:cubicBezTo>
                  <a:pt x="832657" y="386342"/>
                  <a:pt x="801823" y="365245"/>
                  <a:pt x="881743" y="391886"/>
                </a:cubicBezTo>
                <a:lnTo>
                  <a:pt x="914400" y="402772"/>
                </a:lnTo>
                <a:cubicBezTo>
                  <a:pt x="967520" y="385065"/>
                  <a:pt x="1002825" y="379661"/>
                  <a:pt x="1045029" y="337457"/>
                </a:cubicBezTo>
                <a:lnTo>
                  <a:pt x="1143000" y="239486"/>
                </a:lnTo>
                <a:cubicBezTo>
                  <a:pt x="1153886" y="228600"/>
                  <a:pt x="1162848" y="215369"/>
                  <a:pt x="1175657" y="206829"/>
                </a:cubicBezTo>
                <a:cubicBezTo>
                  <a:pt x="1186543" y="199572"/>
                  <a:pt x="1198098" y="193230"/>
                  <a:pt x="1208314" y="185057"/>
                </a:cubicBezTo>
                <a:cubicBezTo>
                  <a:pt x="1236585" y="162441"/>
                  <a:pt x="1225056" y="158264"/>
                  <a:pt x="1262743" y="141514"/>
                </a:cubicBezTo>
                <a:cubicBezTo>
                  <a:pt x="1283714" y="132193"/>
                  <a:pt x="1306286" y="127000"/>
                  <a:pt x="1328057" y="119743"/>
                </a:cubicBezTo>
                <a:lnTo>
                  <a:pt x="1360714" y="108857"/>
                </a:lnTo>
                <a:cubicBezTo>
                  <a:pt x="1370964" y="111420"/>
                  <a:pt x="1424136" y="123530"/>
                  <a:pt x="1436914" y="130629"/>
                </a:cubicBezTo>
                <a:cubicBezTo>
                  <a:pt x="1459787" y="143336"/>
                  <a:pt x="1480457" y="159658"/>
                  <a:pt x="1502229" y="174172"/>
                </a:cubicBezTo>
                <a:cubicBezTo>
                  <a:pt x="1513115" y="181429"/>
                  <a:pt x="1525635" y="186692"/>
                  <a:pt x="1534886" y="195943"/>
                </a:cubicBezTo>
                <a:lnTo>
                  <a:pt x="1621972" y="283029"/>
                </a:lnTo>
                <a:cubicBezTo>
                  <a:pt x="1632858" y="293915"/>
                  <a:pt x="1641820" y="307147"/>
                  <a:pt x="1654629" y="315686"/>
                </a:cubicBezTo>
                <a:lnTo>
                  <a:pt x="1719943" y="359229"/>
                </a:lnTo>
                <a:cubicBezTo>
                  <a:pt x="1730829" y="366486"/>
                  <a:pt x="1740189" y="376863"/>
                  <a:pt x="1752600" y="381000"/>
                </a:cubicBezTo>
                <a:lnTo>
                  <a:pt x="1817914" y="402772"/>
                </a:lnTo>
                <a:cubicBezTo>
                  <a:pt x="1871036" y="385064"/>
                  <a:pt x="1906338" y="379662"/>
                  <a:pt x="1948543" y="337457"/>
                </a:cubicBezTo>
                <a:cubicBezTo>
                  <a:pt x="1959429" y="326571"/>
                  <a:pt x="1971452" y="316715"/>
                  <a:pt x="1981200" y="304800"/>
                </a:cubicBezTo>
                <a:cubicBezTo>
                  <a:pt x="2004177" y="276716"/>
                  <a:pt x="2024742" y="246742"/>
                  <a:pt x="2046514" y="217714"/>
                </a:cubicBezTo>
                <a:lnTo>
                  <a:pt x="2111829" y="130629"/>
                </a:lnTo>
                <a:cubicBezTo>
                  <a:pt x="2139937" y="93151"/>
                  <a:pt x="2170727" y="47822"/>
                  <a:pt x="2209800" y="21772"/>
                </a:cubicBezTo>
                <a:lnTo>
                  <a:pt x="2242457" y="0"/>
                </a:lnTo>
                <a:cubicBezTo>
                  <a:pt x="2264229" y="3629"/>
                  <a:pt x="2286833" y="3906"/>
                  <a:pt x="2307772" y="10886"/>
                </a:cubicBezTo>
                <a:cubicBezTo>
                  <a:pt x="2320184" y="15023"/>
                  <a:pt x="2330213" y="24484"/>
                  <a:pt x="2340429" y="32657"/>
                </a:cubicBezTo>
                <a:cubicBezTo>
                  <a:pt x="2362051" y="49955"/>
                  <a:pt x="2378983" y="76806"/>
                  <a:pt x="2394857" y="97972"/>
                </a:cubicBezTo>
                <a:cubicBezTo>
                  <a:pt x="2420387" y="174558"/>
                  <a:pt x="2387160" y="80011"/>
                  <a:pt x="2427514" y="174172"/>
                </a:cubicBezTo>
                <a:cubicBezTo>
                  <a:pt x="2432034" y="184719"/>
                  <a:pt x="2434371" y="196085"/>
                  <a:pt x="2438400" y="206829"/>
                </a:cubicBezTo>
                <a:cubicBezTo>
                  <a:pt x="2445261" y="225125"/>
                  <a:pt x="2453993" y="242719"/>
                  <a:pt x="2460172" y="261257"/>
                </a:cubicBezTo>
                <a:cubicBezTo>
                  <a:pt x="2464903" y="275450"/>
                  <a:pt x="2466326" y="290607"/>
                  <a:pt x="2471057" y="304800"/>
                </a:cubicBezTo>
                <a:cubicBezTo>
                  <a:pt x="2477236" y="323338"/>
                  <a:pt x="2485572" y="341086"/>
                  <a:pt x="2492829" y="359229"/>
                </a:cubicBezTo>
                <a:cubicBezTo>
                  <a:pt x="2521310" y="530123"/>
                  <a:pt x="2482362" y="317363"/>
                  <a:pt x="2525486" y="489857"/>
                </a:cubicBezTo>
                <a:cubicBezTo>
                  <a:pt x="2569467" y="665775"/>
                  <a:pt x="2498906" y="442771"/>
                  <a:pt x="2558143" y="620486"/>
                </a:cubicBezTo>
                <a:cubicBezTo>
                  <a:pt x="2593761" y="869804"/>
                  <a:pt x="2540364" y="520704"/>
                  <a:pt x="2590800" y="772886"/>
                </a:cubicBezTo>
                <a:cubicBezTo>
                  <a:pt x="2596537" y="801572"/>
                  <a:pt x="2596295" y="831218"/>
                  <a:pt x="2601686" y="859972"/>
                </a:cubicBezTo>
                <a:cubicBezTo>
                  <a:pt x="2607200" y="889381"/>
                  <a:pt x="2617943" y="917648"/>
                  <a:pt x="2623457" y="947057"/>
                </a:cubicBezTo>
                <a:cubicBezTo>
                  <a:pt x="2628848" y="975811"/>
                  <a:pt x="2628952" y="1005389"/>
                  <a:pt x="2634343" y="1034143"/>
                </a:cubicBezTo>
                <a:cubicBezTo>
                  <a:pt x="2639857" y="1063553"/>
                  <a:pt x="2650600" y="1091819"/>
                  <a:pt x="2656114" y="1121229"/>
                </a:cubicBezTo>
                <a:cubicBezTo>
                  <a:pt x="2661505" y="1149982"/>
                  <a:pt x="2661916" y="1179505"/>
                  <a:pt x="2667000" y="1208314"/>
                </a:cubicBezTo>
                <a:cubicBezTo>
                  <a:pt x="2672814" y="1241259"/>
                  <a:pt x="2682958" y="1273341"/>
                  <a:pt x="2688772" y="1306286"/>
                </a:cubicBezTo>
                <a:cubicBezTo>
                  <a:pt x="2693856" y="1335095"/>
                  <a:pt x="2694573" y="1364563"/>
                  <a:pt x="2699657" y="1393372"/>
                </a:cubicBezTo>
                <a:cubicBezTo>
                  <a:pt x="2705471" y="1426317"/>
                  <a:pt x="2715615" y="1458398"/>
                  <a:pt x="2721429" y="1491343"/>
                </a:cubicBezTo>
                <a:cubicBezTo>
                  <a:pt x="2766534" y="1746940"/>
                  <a:pt x="2691580" y="1395133"/>
                  <a:pt x="2754086" y="1676400"/>
                </a:cubicBezTo>
                <a:cubicBezTo>
                  <a:pt x="2780153" y="1910995"/>
                  <a:pt x="2746188" y="1645163"/>
                  <a:pt x="2786743" y="1861457"/>
                </a:cubicBezTo>
                <a:cubicBezTo>
                  <a:pt x="2792134" y="1890211"/>
                  <a:pt x="2792545" y="1919734"/>
                  <a:pt x="2797629" y="1948543"/>
                </a:cubicBezTo>
                <a:cubicBezTo>
                  <a:pt x="2803443" y="1981488"/>
                  <a:pt x="2813586" y="2013569"/>
                  <a:pt x="2819400" y="2046514"/>
                </a:cubicBezTo>
                <a:cubicBezTo>
                  <a:pt x="2824484" y="2075323"/>
                  <a:pt x="2824895" y="2104846"/>
                  <a:pt x="2830286" y="2133600"/>
                </a:cubicBezTo>
                <a:cubicBezTo>
                  <a:pt x="2835800" y="2163010"/>
                  <a:pt x="2846189" y="2191345"/>
                  <a:pt x="2852057" y="2220686"/>
                </a:cubicBezTo>
                <a:cubicBezTo>
                  <a:pt x="2857089" y="2245846"/>
                  <a:pt x="2857567" y="2271798"/>
                  <a:pt x="2862943" y="2296886"/>
                </a:cubicBezTo>
                <a:cubicBezTo>
                  <a:pt x="2868478" y="2322716"/>
                  <a:pt x="2879179" y="2347256"/>
                  <a:pt x="2884714" y="2373086"/>
                </a:cubicBezTo>
                <a:cubicBezTo>
                  <a:pt x="2890090" y="2398174"/>
                  <a:pt x="2890224" y="2424198"/>
                  <a:pt x="2895600" y="2449286"/>
                </a:cubicBezTo>
                <a:cubicBezTo>
                  <a:pt x="2901135" y="2475116"/>
                  <a:pt x="2911432" y="2499746"/>
                  <a:pt x="2917372" y="2525486"/>
                </a:cubicBezTo>
                <a:cubicBezTo>
                  <a:pt x="2950354" y="2668409"/>
                  <a:pt x="2902224" y="2512704"/>
                  <a:pt x="2950029" y="2656114"/>
                </a:cubicBezTo>
                <a:cubicBezTo>
                  <a:pt x="2974703" y="2804168"/>
                  <a:pt x="2943353" y="2644750"/>
                  <a:pt x="2982686" y="2775857"/>
                </a:cubicBezTo>
                <a:cubicBezTo>
                  <a:pt x="2988003" y="2793579"/>
                  <a:pt x="2987721" y="2812733"/>
                  <a:pt x="2993572" y="2830286"/>
                </a:cubicBezTo>
                <a:cubicBezTo>
                  <a:pt x="2998704" y="2845681"/>
                  <a:pt x="3009645" y="2858635"/>
                  <a:pt x="3015343" y="2873829"/>
                </a:cubicBezTo>
                <a:cubicBezTo>
                  <a:pt x="3020596" y="2887837"/>
                  <a:pt x="3020976" y="2903364"/>
                  <a:pt x="3026229" y="2917372"/>
                </a:cubicBezTo>
                <a:cubicBezTo>
                  <a:pt x="3031927" y="2932566"/>
                  <a:pt x="3041608" y="2945999"/>
                  <a:pt x="3048000" y="2960914"/>
                </a:cubicBezTo>
                <a:cubicBezTo>
                  <a:pt x="3052520" y="2971461"/>
                  <a:pt x="3053754" y="2983309"/>
                  <a:pt x="3058886" y="2993572"/>
                </a:cubicBezTo>
                <a:cubicBezTo>
                  <a:pt x="3065067" y="3005934"/>
                  <a:pt x="3108383" y="3064841"/>
                  <a:pt x="3113314" y="3069772"/>
                </a:cubicBezTo>
                <a:cubicBezTo>
                  <a:pt x="3134415" y="3090873"/>
                  <a:pt x="3152070" y="3093576"/>
                  <a:pt x="3178629" y="3102429"/>
                </a:cubicBezTo>
                <a:cubicBezTo>
                  <a:pt x="3193143" y="3098800"/>
                  <a:pt x="3208421" y="3097436"/>
                  <a:pt x="3222172" y="3091543"/>
                </a:cubicBezTo>
                <a:cubicBezTo>
                  <a:pt x="3234197" y="3086389"/>
                  <a:pt x="3245051" y="3078464"/>
                  <a:pt x="3254829" y="3069772"/>
                </a:cubicBezTo>
                <a:cubicBezTo>
                  <a:pt x="3342257" y="2992058"/>
                  <a:pt x="3296198" y="3028836"/>
                  <a:pt x="3352800" y="2960914"/>
                </a:cubicBezTo>
                <a:cubicBezTo>
                  <a:pt x="3359370" y="2953030"/>
                  <a:pt x="3368161" y="2947157"/>
                  <a:pt x="3374572" y="2939143"/>
                </a:cubicBezTo>
                <a:cubicBezTo>
                  <a:pt x="3397240" y="2910809"/>
                  <a:pt x="3418115" y="2881086"/>
                  <a:pt x="3439886" y="2852057"/>
                </a:cubicBezTo>
                <a:cubicBezTo>
                  <a:pt x="3464160" y="2819691"/>
                  <a:pt x="3493340" y="2776507"/>
                  <a:pt x="3526972" y="2754086"/>
                </a:cubicBezTo>
                <a:cubicBezTo>
                  <a:pt x="3548743" y="2739572"/>
                  <a:pt x="3567463" y="2718818"/>
                  <a:pt x="3592286" y="2710543"/>
                </a:cubicBezTo>
                <a:lnTo>
                  <a:pt x="3624943" y="2699657"/>
                </a:lnTo>
                <a:cubicBezTo>
                  <a:pt x="3639457" y="2703286"/>
                  <a:pt x="3654156" y="2706244"/>
                  <a:pt x="3668486" y="2710543"/>
                </a:cubicBezTo>
                <a:cubicBezTo>
                  <a:pt x="3690467" y="2717137"/>
                  <a:pt x="3733800" y="2732314"/>
                  <a:pt x="3733800" y="2732314"/>
                </a:cubicBezTo>
                <a:cubicBezTo>
                  <a:pt x="3834315" y="2799326"/>
                  <a:pt x="3710672" y="2713812"/>
                  <a:pt x="3788229" y="2775857"/>
                </a:cubicBezTo>
                <a:cubicBezTo>
                  <a:pt x="3798445" y="2784030"/>
                  <a:pt x="3811108" y="2788937"/>
                  <a:pt x="3820886" y="2797629"/>
                </a:cubicBezTo>
                <a:cubicBezTo>
                  <a:pt x="3843898" y="2818084"/>
                  <a:pt x="3864429" y="2841172"/>
                  <a:pt x="3886200" y="2862943"/>
                </a:cubicBezTo>
                <a:lnTo>
                  <a:pt x="3918857" y="2895600"/>
                </a:lnTo>
                <a:cubicBezTo>
                  <a:pt x="3929743" y="2906486"/>
                  <a:pt x="3938705" y="2919718"/>
                  <a:pt x="3951514" y="2928257"/>
                </a:cubicBezTo>
                <a:cubicBezTo>
                  <a:pt x="3973286" y="2942771"/>
                  <a:pt x="3992006" y="2963525"/>
                  <a:pt x="4016829" y="2971800"/>
                </a:cubicBezTo>
                <a:lnTo>
                  <a:pt x="4082143" y="2993572"/>
                </a:lnTo>
                <a:cubicBezTo>
                  <a:pt x="4099867" y="2990618"/>
                  <a:pt x="4157143" y="2984561"/>
                  <a:pt x="4180114" y="2971800"/>
                </a:cubicBezTo>
                <a:cubicBezTo>
                  <a:pt x="4248315" y="2933910"/>
                  <a:pt x="4253675" y="2920011"/>
                  <a:pt x="4310743" y="2862943"/>
                </a:cubicBezTo>
                <a:lnTo>
                  <a:pt x="4343400" y="2830286"/>
                </a:lnTo>
                <a:cubicBezTo>
                  <a:pt x="4354286" y="2819400"/>
                  <a:pt x="4363248" y="2806169"/>
                  <a:pt x="4376057" y="2797629"/>
                </a:cubicBezTo>
                <a:cubicBezTo>
                  <a:pt x="4386943" y="2790372"/>
                  <a:pt x="4398663" y="2784233"/>
                  <a:pt x="4408714" y="2775857"/>
                </a:cubicBezTo>
                <a:cubicBezTo>
                  <a:pt x="4438011" y="2751443"/>
                  <a:pt x="4439281" y="2736873"/>
                  <a:pt x="4474029" y="2721429"/>
                </a:cubicBezTo>
                <a:cubicBezTo>
                  <a:pt x="4495000" y="2712108"/>
                  <a:pt x="4539343" y="2699657"/>
                  <a:pt x="4539343" y="2699657"/>
                </a:cubicBezTo>
                <a:cubicBezTo>
                  <a:pt x="4560047" y="2703798"/>
                  <a:pt x="4604112" y="2710271"/>
                  <a:pt x="4626429" y="2721429"/>
                </a:cubicBezTo>
                <a:cubicBezTo>
                  <a:pt x="4660376" y="2738403"/>
                  <a:pt x="4707089" y="2785432"/>
                  <a:pt x="4724400" y="2808514"/>
                </a:cubicBezTo>
                <a:lnTo>
                  <a:pt x="4855029" y="2982686"/>
                </a:lnTo>
                <a:cubicBezTo>
                  <a:pt x="4875481" y="3009955"/>
                  <a:pt x="4893051" y="3037659"/>
                  <a:pt x="4920343" y="3058886"/>
                </a:cubicBezTo>
                <a:cubicBezTo>
                  <a:pt x="4940997" y="3074950"/>
                  <a:pt x="4985657" y="3102429"/>
                  <a:pt x="4985657" y="3102429"/>
                </a:cubicBezTo>
                <a:cubicBezTo>
                  <a:pt x="5007429" y="3098800"/>
                  <a:pt x="5030033" y="3098523"/>
                  <a:pt x="5050972" y="3091543"/>
                </a:cubicBezTo>
                <a:cubicBezTo>
                  <a:pt x="5082808" y="3080931"/>
                  <a:pt x="5097853" y="3050807"/>
                  <a:pt x="5116286" y="3026229"/>
                </a:cubicBezTo>
                <a:cubicBezTo>
                  <a:pt x="5162157" y="2888619"/>
                  <a:pt x="5085635" y="3108634"/>
                  <a:pt x="5148943" y="2960914"/>
                </a:cubicBezTo>
                <a:cubicBezTo>
                  <a:pt x="5154836" y="2947163"/>
                  <a:pt x="5154576" y="2931380"/>
                  <a:pt x="5159829" y="2917372"/>
                </a:cubicBezTo>
                <a:cubicBezTo>
                  <a:pt x="5165527" y="2902178"/>
                  <a:pt x="5175902" y="2889023"/>
                  <a:pt x="5181600" y="2873829"/>
                </a:cubicBezTo>
                <a:cubicBezTo>
                  <a:pt x="5186853" y="2859821"/>
                  <a:pt x="5187755" y="2844479"/>
                  <a:pt x="5192486" y="2830286"/>
                </a:cubicBezTo>
                <a:cubicBezTo>
                  <a:pt x="5198665" y="2811748"/>
                  <a:pt x="5208642" y="2794573"/>
                  <a:pt x="5214257" y="2775857"/>
                </a:cubicBezTo>
                <a:cubicBezTo>
                  <a:pt x="5219573" y="2758135"/>
                  <a:pt x="5220275" y="2739279"/>
                  <a:pt x="5225143" y="2721429"/>
                </a:cubicBezTo>
                <a:cubicBezTo>
                  <a:pt x="5231181" y="2699288"/>
                  <a:pt x="5241348" y="2678378"/>
                  <a:pt x="5246914" y="2656114"/>
                </a:cubicBezTo>
                <a:cubicBezTo>
                  <a:pt x="5290884" y="2480233"/>
                  <a:pt x="5220344" y="2703165"/>
                  <a:pt x="5279572" y="2525486"/>
                </a:cubicBezTo>
                <a:cubicBezTo>
                  <a:pt x="5308188" y="2325161"/>
                  <a:pt x="5268999" y="2574827"/>
                  <a:pt x="5312229" y="2373086"/>
                </a:cubicBezTo>
                <a:cubicBezTo>
                  <a:pt x="5356094" y="2168384"/>
                  <a:pt x="5285957" y="2426934"/>
                  <a:pt x="5344886" y="2220686"/>
                </a:cubicBezTo>
                <a:cubicBezTo>
                  <a:pt x="5379643" y="1942636"/>
                  <a:pt x="5328057" y="2326934"/>
                  <a:pt x="5377543" y="2046514"/>
                </a:cubicBezTo>
                <a:cubicBezTo>
                  <a:pt x="5383253" y="2014156"/>
                  <a:pt x="5382719" y="1980901"/>
                  <a:pt x="5388429" y="1948543"/>
                </a:cubicBezTo>
                <a:cubicBezTo>
                  <a:pt x="5393629" y="1919076"/>
                  <a:pt x="5404686" y="1890867"/>
                  <a:pt x="5410200" y="1861457"/>
                </a:cubicBezTo>
                <a:cubicBezTo>
                  <a:pt x="5415591" y="1832704"/>
                  <a:pt x="5416002" y="1803181"/>
                  <a:pt x="5421086" y="1774372"/>
                </a:cubicBezTo>
                <a:cubicBezTo>
                  <a:pt x="5426900" y="1741427"/>
                  <a:pt x="5437357" y="1709399"/>
                  <a:pt x="5442857" y="1676400"/>
                </a:cubicBezTo>
                <a:cubicBezTo>
                  <a:pt x="5478332" y="1463552"/>
                  <a:pt x="5426392" y="1687837"/>
                  <a:pt x="5475514" y="1491343"/>
                </a:cubicBezTo>
                <a:cubicBezTo>
                  <a:pt x="5506037" y="1216642"/>
                  <a:pt x="5463557" y="1559106"/>
                  <a:pt x="5508172" y="1306286"/>
                </a:cubicBezTo>
                <a:cubicBezTo>
                  <a:pt x="5550741" y="1065059"/>
                  <a:pt x="5485244" y="1343562"/>
                  <a:pt x="5540829" y="1121229"/>
                </a:cubicBezTo>
                <a:cubicBezTo>
                  <a:pt x="5569532" y="891586"/>
                  <a:pt x="5530189" y="1177966"/>
                  <a:pt x="5573486" y="947057"/>
                </a:cubicBezTo>
                <a:cubicBezTo>
                  <a:pt x="5578877" y="918304"/>
                  <a:pt x="5578981" y="888725"/>
                  <a:pt x="5584372" y="859972"/>
                </a:cubicBezTo>
                <a:cubicBezTo>
                  <a:pt x="5589886" y="830562"/>
                  <a:pt x="5600275" y="802227"/>
                  <a:pt x="5606143" y="772886"/>
                </a:cubicBezTo>
                <a:cubicBezTo>
                  <a:pt x="5611175" y="747726"/>
                  <a:pt x="5611653" y="721774"/>
                  <a:pt x="5617029" y="696686"/>
                </a:cubicBezTo>
                <a:cubicBezTo>
                  <a:pt x="5622564" y="670856"/>
                  <a:pt x="5632860" y="646226"/>
                  <a:pt x="5638800" y="620486"/>
                </a:cubicBezTo>
                <a:cubicBezTo>
                  <a:pt x="5643763" y="598980"/>
                  <a:pt x="5644333" y="576585"/>
                  <a:pt x="5649686" y="555172"/>
                </a:cubicBezTo>
                <a:cubicBezTo>
                  <a:pt x="5655252" y="532908"/>
                  <a:pt x="5665891" y="512121"/>
                  <a:pt x="5671457" y="489857"/>
                </a:cubicBezTo>
                <a:cubicBezTo>
                  <a:pt x="5676810" y="468444"/>
                  <a:pt x="5676990" y="445956"/>
                  <a:pt x="5682343" y="424543"/>
                </a:cubicBezTo>
                <a:cubicBezTo>
                  <a:pt x="5700134" y="353379"/>
                  <a:pt x="5704241" y="369733"/>
                  <a:pt x="5725886" y="304800"/>
                </a:cubicBezTo>
                <a:cubicBezTo>
                  <a:pt x="5730617" y="290607"/>
                  <a:pt x="5732041" y="275450"/>
                  <a:pt x="5736772" y="261257"/>
                </a:cubicBezTo>
                <a:cubicBezTo>
                  <a:pt x="5742951" y="242720"/>
                  <a:pt x="5751682" y="225125"/>
                  <a:pt x="5758543" y="206829"/>
                </a:cubicBezTo>
                <a:cubicBezTo>
                  <a:pt x="5762572" y="196085"/>
                  <a:pt x="5764909" y="184719"/>
                  <a:pt x="5769429" y="174172"/>
                </a:cubicBezTo>
                <a:cubicBezTo>
                  <a:pt x="5775821" y="159257"/>
                  <a:pt x="5784808" y="145544"/>
                  <a:pt x="5791200" y="130629"/>
                </a:cubicBezTo>
                <a:cubicBezTo>
                  <a:pt x="5795720" y="120082"/>
                  <a:pt x="5796182" y="107811"/>
                  <a:pt x="5802086" y="97972"/>
                </a:cubicBezTo>
                <a:cubicBezTo>
                  <a:pt x="5807366" y="89171"/>
                  <a:pt x="5817287" y="84084"/>
                  <a:pt x="5823857" y="76200"/>
                </a:cubicBezTo>
                <a:cubicBezTo>
                  <a:pt x="5835472" y="62262"/>
                  <a:pt x="5843685" y="45486"/>
                  <a:pt x="5856514" y="32657"/>
                </a:cubicBezTo>
                <a:cubicBezTo>
                  <a:pt x="5877615" y="11556"/>
                  <a:pt x="5895270" y="8853"/>
                  <a:pt x="5921829" y="0"/>
                </a:cubicBezTo>
                <a:cubicBezTo>
                  <a:pt x="5936343" y="3629"/>
                  <a:pt x="5951621" y="4993"/>
                  <a:pt x="5965372" y="10886"/>
                </a:cubicBezTo>
                <a:cubicBezTo>
                  <a:pt x="5993204" y="22814"/>
                  <a:pt x="6040109" y="70621"/>
                  <a:pt x="6052457" y="87086"/>
                </a:cubicBezTo>
                <a:lnTo>
                  <a:pt x="6150429" y="217714"/>
                </a:lnTo>
                <a:lnTo>
                  <a:pt x="6183086" y="261257"/>
                </a:lnTo>
                <a:cubicBezTo>
                  <a:pt x="6193972" y="275771"/>
                  <a:pt x="6202914" y="291971"/>
                  <a:pt x="6215743" y="304800"/>
                </a:cubicBezTo>
                <a:cubicBezTo>
                  <a:pt x="6243920" y="332977"/>
                  <a:pt x="6274653" y="367979"/>
                  <a:pt x="6313714" y="381000"/>
                </a:cubicBezTo>
                <a:lnTo>
                  <a:pt x="6379029" y="402772"/>
                </a:lnTo>
                <a:cubicBezTo>
                  <a:pt x="6469167" y="372725"/>
                  <a:pt x="6425247" y="393730"/>
                  <a:pt x="6509657" y="337457"/>
                </a:cubicBezTo>
                <a:cubicBezTo>
                  <a:pt x="6520543" y="330200"/>
                  <a:pt x="6533063" y="324937"/>
                  <a:pt x="6542314" y="315686"/>
                </a:cubicBezTo>
                <a:lnTo>
                  <a:pt x="6640286" y="217714"/>
                </a:lnTo>
                <a:cubicBezTo>
                  <a:pt x="6651172" y="206828"/>
                  <a:pt x="6660134" y="193596"/>
                  <a:pt x="6672943" y="185057"/>
                </a:cubicBezTo>
                <a:lnTo>
                  <a:pt x="6738257" y="141514"/>
                </a:lnTo>
                <a:cubicBezTo>
                  <a:pt x="6780460" y="113378"/>
                  <a:pt x="6758504" y="123880"/>
                  <a:pt x="6803572" y="108857"/>
                </a:cubicBezTo>
                <a:cubicBezTo>
                  <a:pt x="6825343" y="112486"/>
                  <a:pt x="6847473" y="114390"/>
                  <a:pt x="6868886" y="119743"/>
                </a:cubicBezTo>
                <a:cubicBezTo>
                  <a:pt x="6891150" y="125309"/>
                  <a:pt x="6934200" y="141514"/>
                  <a:pt x="6934200" y="141514"/>
                </a:cubicBezTo>
                <a:cubicBezTo>
                  <a:pt x="7034715" y="208526"/>
                  <a:pt x="6911072" y="123012"/>
                  <a:pt x="6988629" y="185057"/>
                </a:cubicBezTo>
                <a:cubicBezTo>
                  <a:pt x="6998845" y="193230"/>
                  <a:pt x="7011508" y="198137"/>
                  <a:pt x="7021286" y="206829"/>
                </a:cubicBezTo>
                <a:cubicBezTo>
                  <a:pt x="7044298" y="227284"/>
                  <a:pt x="7064829" y="250372"/>
                  <a:pt x="7086600" y="272143"/>
                </a:cubicBezTo>
                <a:lnTo>
                  <a:pt x="7119257" y="304800"/>
                </a:lnTo>
                <a:cubicBezTo>
                  <a:pt x="7130143" y="315686"/>
                  <a:pt x="7139105" y="328918"/>
                  <a:pt x="7151914" y="337457"/>
                </a:cubicBezTo>
                <a:cubicBezTo>
                  <a:pt x="7173686" y="351971"/>
                  <a:pt x="7192406" y="372725"/>
                  <a:pt x="7217229" y="381000"/>
                </a:cubicBezTo>
                <a:lnTo>
                  <a:pt x="7282543" y="402772"/>
                </a:lnTo>
                <a:lnTo>
                  <a:pt x="7347857" y="381000"/>
                </a:lnTo>
                <a:lnTo>
                  <a:pt x="7380514" y="370114"/>
                </a:lnTo>
                <a:lnTo>
                  <a:pt x="7445829" y="304800"/>
                </a:lnTo>
                <a:cubicBezTo>
                  <a:pt x="7456715" y="293914"/>
                  <a:pt x="7469249" y="284459"/>
                  <a:pt x="7478486" y="272143"/>
                </a:cubicBezTo>
                <a:lnTo>
                  <a:pt x="7543800" y="185057"/>
                </a:lnTo>
                <a:lnTo>
                  <a:pt x="7609114" y="97972"/>
                </a:lnTo>
                <a:cubicBezTo>
                  <a:pt x="7620000" y="83458"/>
                  <a:pt x="7626676" y="64493"/>
                  <a:pt x="7641772" y="54429"/>
                </a:cubicBezTo>
                <a:cubicBezTo>
                  <a:pt x="7716633" y="4521"/>
                  <a:pt x="7682263" y="19161"/>
                  <a:pt x="7739743" y="0"/>
                </a:cubicBezTo>
                <a:cubicBezTo>
                  <a:pt x="7754257" y="3629"/>
                  <a:pt x="7770296" y="3463"/>
                  <a:pt x="7783286" y="10886"/>
                </a:cubicBezTo>
                <a:cubicBezTo>
                  <a:pt x="7796652" y="18524"/>
                  <a:pt x="7805924" y="31854"/>
                  <a:pt x="7815943" y="43543"/>
                </a:cubicBezTo>
                <a:cubicBezTo>
                  <a:pt x="7836193" y="67168"/>
                  <a:pt x="7853144" y="93901"/>
                  <a:pt x="7870372" y="119743"/>
                </a:cubicBezTo>
                <a:cubicBezTo>
                  <a:pt x="7874000" y="130629"/>
                  <a:pt x="7876737" y="141853"/>
                  <a:pt x="7881257" y="152400"/>
                </a:cubicBezTo>
                <a:cubicBezTo>
                  <a:pt x="7887649" y="167316"/>
                  <a:pt x="7897331" y="180749"/>
                  <a:pt x="7903029" y="195943"/>
                </a:cubicBezTo>
                <a:cubicBezTo>
                  <a:pt x="7908282" y="209951"/>
                  <a:pt x="7909183" y="225293"/>
                  <a:pt x="7913914" y="239486"/>
                </a:cubicBezTo>
                <a:cubicBezTo>
                  <a:pt x="7920093" y="258024"/>
                  <a:pt x="7929507" y="275376"/>
                  <a:pt x="7935686" y="293914"/>
                </a:cubicBezTo>
                <a:cubicBezTo>
                  <a:pt x="7940417" y="308107"/>
                  <a:pt x="7942110" y="323177"/>
                  <a:pt x="7946572" y="337457"/>
                </a:cubicBezTo>
                <a:cubicBezTo>
                  <a:pt x="7960262" y="381266"/>
                  <a:pt x="7982568" y="422812"/>
                  <a:pt x="7990114" y="468086"/>
                </a:cubicBezTo>
                <a:cubicBezTo>
                  <a:pt x="8004773" y="556037"/>
                  <a:pt x="7994020" y="512461"/>
                  <a:pt x="8022772" y="598714"/>
                </a:cubicBezTo>
                <a:cubicBezTo>
                  <a:pt x="8051388" y="799039"/>
                  <a:pt x="8012199" y="549373"/>
                  <a:pt x="8055429" y="751114"/>
                </a:cubicBezTo>
                <a:cubicBezTo>
                  <a:pt x="8060805" y="776202"/>
                  <a:pt x="8061282" y="802154"/>
                  <a:pt x="8066314" y="827314"/>
                </a:cubicBezTo>
                <a:cubicBezTo>
                  <a:pt x="8072182" y="856655"/>
                  <a:pt x="8082572" y="884990"/>
                  <a:pt x="8088086" y="914400"/>
                </a:cubicBezTo>
                <a:cubicBezTo>
                  <a:pt x="8093477" y="943153"/>
                  <a:pt x="8093581" y="972732"/>
                  <a:pt x="8098972" y="1001486"/>
                </a:cubicBezTo>
                <a:cubicBezTo>
                  <a:pt x="8104486" y="1030896"/>
                  <a:pt x="8115229" y="1059162"/>
                  <a:pt x="8120743" y="1088572"/>
                </a:cubicBezTo>
                <a:cubicBezTo>
                  <a:pt x="8126134" y="1117325"/>
                  <a:pt x="8126545" y="1146848"/>
                  <a:pt x="8131629" y="1175657"/>
                </a:cubicBezTo>
                <a:cubicBezTo>
                  <a:pt x="8137443" y="1208602"/>
                  <a:pt x="8147586" y="1240684"/>
                  <a:pt x="8153400" y="1273629"/>
                </a:cubicBezTo>
                <a:cubicBezTo>
                  <a:pt x="8158484" y="1302438"/>
                  <a:pt x="8159202" y="1331905"/>
                  <a:pt x="8164286" y="1360714"/>
                </a:cubicBezTo>
                <a:cubicBezTo>
                  <a:pt x="8170100" y="1393659"/>
                  <a:pt x="8180243" y="1425741"/>
                  <a:pt x="8186057" y="1458686"/>
                </a:cubicBezTo>
                <a:cubicBezTo>
                  <a:pt x="8191141" y="1487495"/>
                  <a:pt x="8196943" y="1545772"/>
                  <a:pt x="8196943" y="1545772"/>
                </a:cubicBezTo>
              </a:path>
            </a:pathLst>
          </a:custGeom>
          <a:noFill/>
          <a:ln w="38100">
            <a:solidFill>
              <a:srgbClr val="33CC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26" name="Freeform 53">
            <a:extLst>
              <a:ext uri="{FF2B5EF4-FFF2-40B4-BE49-F238E27FC236}">
                <a16:creationId xmlns:a16="http://schemas.microsoft.com/office/drawing/2014/main" id="{238D1575-9174-75AC-E7B0-4E15D8B76FCB}"/>
              </a:ext>
            </a:extLst>
          </p:cNvPr>
          <p:cNvSpPr>
            <a:spLocks noChangeAspect="1"/>
          </p:cNvSpPr>
          <p:nvPr/>
        </p:nvSpPr>
        <p:spPr bwMode="auto">
          <a:xfrm flipV="1">
            <a:off x="6326839" y="5047197"/>
            <a:ext cx="2152650" cy="1414462"/>
          </a:xfrm>
          <a:custGeom>
            <a:avLst/>
            <a:gdLst>
              <a:gd name="connsiteX0" fmla="*/ 0 w 8196943"/>
              <a:gd name="connsiteY0" fmla="*/ 1578429 h 3135086"/>
              <a:gd name="connsiteX1" fmla="*/ 76200 w 8196943"/>
              <a:gd name="connsiteY1" fmla="*/ 1262743 h 3135086"/>
              <a:gd name="connsiteX2" fmla="*/ 326572 w 8196943"/>
              <a:gd name="connsiteY2" fmla="*/ 457200 h 3135086"/>
              <a:gd name="connsiteX3" fmla="*/ 402772 w 8196943"/>
              <a:gd name="connsiteY3" fmla="*/ 272143 h 3135086"/>
              <a:gd name="connsiteX4" fmla="*/ 566057 w 8196943"/>
              <a:gd name="connsiteY4" fmla="*/ 43543 h 3135086"/>
              <a:gd name="connsiteX5" fmla="*/ 653143 w 8196943"/>
              <a:gd name="connsiteY5" fmla="*/ 10886 h 3135086"/>
              <a:gd name="connsiteX6" fmla="*/ 816429 w 8196943"/>
              <a:gd name="connsiteY6" fmla="*/ 54429 h 3135086"/>
              <a:gd name="connsiteX7" fmla="*/ 892629 w 8196943"/>
              <a:gd name="connsiteY7" fmla="*/ 119743 h 3135086"/>
              <a:gd name="connsiteX8" fmla="*/ 1055915 w 8196943"/>
              <a:gd name="connsiteY8" fmla="*/ 293914 h 3135086"/>
              <a:gd name="connsiteX9" fmla="*/ 1230086 w 8196943"/>
              <a:gd name="connsiteY9" fmla="*/ 424543 h 3135086"/>
              <a:gd name="connsiteX10" fmla="*/ 1306286 w 8196943"/>
              <a:gd name="connsiteY10" fmla="*/ 457200 h 3135086"/>
              <a:gd name="connsiteX11" fmla="*/ 1556657 w 8196943"/>
              <a:gd name="connsiteY11" fmla="*/ 391886 h 3135086"/>
              <a:gd name="connsiteX12" fmla="*/ 1632857 w 8196943"/>
              <a:gd name="connsiteY12" fmla="*/ 315686 h 3135086"/>
              <a:gd name="connsiteX13" fmla="*/ 1719943 w 8196943"/>
              <a:gd name="connsiteY13" fmla="*/ 239486 h 3135086"/>
              <a:gd name="connsiteX14" fmla="*/ 1883229 w 8196943"/>
              <a:gd name="connsiteY14" fmla="*/ 76200 h 3135086"/>
              <a:gd name="connsiteX15" fmla="*/ 1959429 w 8196943"/>
              <a:gd name="connsiteY15" fmla="*/ 21772 h 3135086"/>
              <a:gd name="connsiteX16" fmla="*/ 2046515 w 8196943"/>
              <a:gd name="connsiteY16" fmla="*/ 0 h 3135086"/>
              <a:gd name="connsiteX17" fmla="*/ 2122715 w 8196943"/>
              <a:gd name="connsiteY17" fmla="*/ 21772 h 3135086"/>
              <a:gd name="connsiteX18" fmla="*/ 2209800 w 8196943"/>
              <a:gd name="connsiteY18" fmla="*/ 97972 h 3135086"/>
              <a:gd name="connsiteX19" fmla="*/ 2460172 w 8196943"/>
              <a:gd name="connsiteY19" fmla="*/ 609600 h 3135086"/>
              <a:gd name="connsiteX20" fmla="*/ 2623457 w 8196943"/>
              <a:gd name="connsiteY20" fmla="*/ 1164772 h 3135086"/>
              <a:gd name="connsiteX21" fmla="*/ 2786743 w 8196943"/>
              <a:gd name="connsiteY21" fmla="*/ 1785257 h 3135086"/>
              <a:gd name="connsiteX22" fmla="*/ 2862943 w 8196943"/>
              <a:gd name="connsiteY22" fmla="*/ 2090057 h 3135086"/>
              <a:gd name="connsiteX23" fmla="*/ 3113315 w 8196943"/>
              <a:gd name="connsiteY23" fmla="*/ 2819400 h 3135086"/>
              <a:gd name="connsiteX24" fmla="*/ 3276600 w 8196943"/>
              <a:gd name="connsiteY24" fmla="*/ 3080657 h 3135086"/>
              <a:gd name="connsiteX25" fmla="*/ 3352800 w 8196943"/>
              <a:gd name="connsiteY25" fmla="*/ 3135086 h 3135086"/>
              <a:gd name="connsiteX26" fmla="*/ 3526972 w 8196943"/>
              <a:gd name="connsiteY26" fmla="*/ 3102429 h 3135086"/>
              <a:gd name="connsiteX27" fmla="*/ 3603172 w 8196943"/>
              <a:gd name="connsiteY27" fmla="*/ 3048000 h 3135086"/>
              <a:gd name="connsiteX28" fmla="*/ 3766457 w 8196943"/>
              <a:gd name="connsiteY28" fmla="*/ 2884714 h 3135086"/>
              <a:gd name="connsiteX29" fmla="*/ 4016829 w 8196943"/>
              <a:gd name="connsiteY29" fmla="*/ 2699657 h 3135086"/>
              <a:gd name="connsiteX30" fmla="*/ 4093029 w 8196943"/>
              <a:gd name="connsiteY30" fmla="*/ 2677886 h 3135086"/>
              <a:gd name="connsiteX31" fmla="*/ 4180115 w 8196943"/>
              <a:gd name="connsiteY31" fmla="*/ 2699657 h 3135086"/>
              <a:gd name="connsiteX32" fmla="*/ 4256315 w 8196943"/>
              <a:gd name="connsiteY32" fmla="*/ 2743200 h 3135086"/>
              <a:gd name="connsiteX33" fmla="*/ 4506686 w 8196943"/>
              <a:gd name="connsiteY33" fmla="*/ 2971800 h 3135086"/>
              <a:gd name="connsiteX34" fmla="*/ 4669972 w 8196943"/>
              <a:gd name="connsiteY34" fmla="*/ 3102429 h 3135086"/>
              <a:gd name="connsiteX35" fmla="*/ 4757057 w 8196943"/>
              <a:gd name="connsiteY35" fmla="*/ 3135086 h 3135086"/>
              <a:gd name="connsiteX36" fmla="*/ 4920343 w 8196943"/>
              <a:gd name="connsiteY36" fmla="*/ 3080657 h 3135086"/>
              <a:gd name="connsiteX37" fmla="*/ 4996543 w 8196943"/>
              <a:gd name="connsiteY37" fmla="*/ 2971800 h 3135086"/>
              <a:gd name="connsiteX38" fmla="*/ 5246915 w 8196943"/>
              <a:gd name="connsiteY38" fmla="*/ 2362200 h 3135086"/>
              <a:gd name="connsiteX39" fmla="*/ 5410200 w 8196943"/>
              <a:gd name="connsiteY39" fmla="*/ 1785257 h 3135086"/>
              <a:gd name="connsiteX40" fmla="*/ 5573486 w 8196943"/>
              <a:gd name="connsiteY40" fmla="*/ 1164772 h 3135086"/>
              <a:gd name="connsiteX41" fmla="*/ 5649686 w 8196943"/>
              <a:gd name="connsiteY41" fmla="*/ 870857 h 3135086"/>
              <a:gd name="connsiteX42" fmla="*/ 5736772 w 8196943"/>
              <a:gd name="connsiteY42" fmla="*/ 609600 h 3135086"/>
              <a:gd name="connsiteX43" fmla="*/ 5987143 w 8196943"/>
              <a:gd name="connsiteY43" fmla="*/ 97972 h 3135086"/>
              <a:gd name="connsiteX44" fmla="*/ 6063343 w 8196943"/>
              <a:gd name="connsiteY44" fmla="*/ 21772 h 3135086"/>
              <a:gd name="connsiteX45" fmla="*/ 6150429 w 8196943"/>
              <a:gd name="connsiteY45" fmla="*/ 0 h 3135086"/>
              <a:gd name="connsiteX46" fmla="*/ 6226629 w 8196943"/>
              <a:gd name="connsiteY46" fmla="*/ 21772 h 3135086"/>
              <a:gd name="connsiteX47" fmla="*/ 6477000 w 8196943"/>
              <a:gd name="connsiteY47" fmla="*/ 239486 h 3135086"/>
              <a:gd name="connsiteX48" fmla="*/ 6640286 w 8196943"/>
              <a:gd name="connsiteY48" fmla="*/ 391886 h 3135086"/>
              <a:gd name="connsiteX49" fmla="*/ 6803572 w 8196943"/>
              <a:gd name="connsiteY49" fmla="*/ 457200 h 3135086"/>
              <a:gd name="connsiteX50" fmla="*/ 6966857 w 8196943"/>
              <a:gd name="connsiteY50" fmla="*/ 424543 h 3135086"/>
              <a:gd name="connsiteX51" fmla="*/ 7053943 w 8196943"/>
              <a:gd name="connsiteY51" fmla="*/ 370114 h 3135086"/>
              <a:gd name="connsiteX52" fmla="*/ 7217229 w 8196943"/>
              <a:gd name="connsiteY52" fmla="*/ 206829 h 3135086"/>
              <a:gd name="connsiteX53" fmla="*/ 7293429 w 8196943"/>
              <a:gd name="connsiteY53" fmla="*/ 119743 h 3135086"/>
              <a:gd name="connsiteX54" fmla="*/ 7456715 w 8196943"/>
              <a:gd name="connsiteY54" fmla="*/ 10886 h 3135086"/>
              <a:gd name="connsiteX55" fmla="*/ 7620000 w 8196943"/>
              <a:gd name="connsiteY55" fmla="*/ 43543 h 3135086"/>
              <a:gd name="connsiteX56" fmla="*/ 7783286 w 8196943"/>
              <a:gd name="connsiteY56" fmla="*/ 272143 h 3135086"/>
              <a:gd name="connsiteX57" fmla="*/ 8033657 w 8196943"/>
              <a:gd name="connsiteY57" fmla="*/ 968829 h 3135086"/>
              <a:gd name="connsiteX58" fmla="*/ 8120743 w 8196943"/>
              <a:gd name="connsiteY58" fmla="*/ 1262743 h 3135086"/>
              <a:gd name="connsiteX59" fmla="*/ 8196943 w 8196943"/>
              <a:gd name="connsiteY59" fmla="*/ 1567543 h 3135086"/>
              <a:gd name="connsiteX0" fmla="*/ 0 w 8120744"/>
              <a:gd name="connsiteY0" fmla="*/ 1578429 h 3135086"/>
              <a:gd name="connsiteX1" fmla="*/ 76200 w 8120744"/>
              <a:gd name="connsiteY1" fmla="*/ 1262743 h 3135086"/>
              <a:gd name="connsiteX2" fmla="*/ 326572 w 8120744"/>
              <a:gd name="connsiteY2" fmla="*/ 457200 h 3135086"/>
              <a:gd name="connsiteX3" fmla="*/ 402772 w 8120744"/>
              <a:gd name="connsiteY3" fmla="*/ 272143 h 3135086"/>
              <a:gd name="connsiteX4" fmla="*/ 566057 w 8120744"/>
              <a:gd name="connsiteY4" fmla="*/ 43543 h 3135086"/>
              <a:gd name="connsiteX5" fmla="*/ 653143 w 8120744"/>
              <a:gd name="connsiteY5" fmla="*/ 10886 h 3135086"/>
              <a:gd name="connsiteX6" fmla="*/ 816429 w 8120744"/>
              <a:gd name="connsiteY6" fmla="*/ 54429 h 3135086"/>
              <a:gd name="connsiteX7" fmla="*/ 892629 w 8120744"/>
              <a:gd name="connsiteY7" fmla="*/ 119743 h 3135086"/>
              <a:gd name="connsiteX8" fmla="*/ 1055915 w 8120744"/>
              <a:gd name="connsiteY8" fmla="*/ 293914 h 3135086"/>
              <a:gd name="connsiteX9" fmla="*/ 1230086 w 8120744"/>
              <a:gd name="connsiteY9" fmla="*/ 424543 h 3135086"/>
              <a:gd name="connsiteX10" fmla="*/ 1306286 w 8120744"/>
              <a:gd name="connsiteY10" fmla="*/ 457200 h 3135086"/>
              <a:gd name="connsiteX11" fmla="*/ 1556657 w 8120744"/>
              <a:gd name="connsiteY11" fmla="*/ 391886 h 3135086"/>
              <a:gd name="connsiteX12" fmla="*/ 1632857 w 8120744"/>
              <a:gd name="connsiteY12" fmla="*/ 315686 h 3135086"/>
              <a:gd name="connsiteX13" fmla="*/ 1719943 w 8120744"/>
              <a:gd name="connsiteY13" fmla="*/ 239486 h 3135086"/>
              <a:gd name="connsiteX14" fmla="*/ 1883229 w 8120744"/>
              <a:gd name="connsiteY14" fmla="*/ 76200 h 3135086"/>
              <a:gd name="connsiteX15" fmla="*/ 1959429 w 8120744"/>
              <a:gd name="connsiteY15" fmla="*/ 21772 h 3135086"/>
              <a:gd name="connsiteX16" fmla="*/ 2046515 w 8120744"/>
              <a:gd name="connsiteY16" fmla="*/ 0 h 3135086"/>
              <a:gd name="connsiteX17" fmla="*/ 2122715 w 8120744"/>
              <a:gd name="connsiteY17" fmla="*/ 21772 h 3135086"/>
              <a:gd name="connsiteX18" fmla="*/ 2209800 w 8120744"/>
              <a:gd name="connsiteY18" fmla="*/ 97972 h 3135086"/>
              <a:gd name="connsiteX19" fmla="*/ 2460172 w 8120744"/>
              <a:gd name="connsiteY19" fmla="*/ 609600 h 3135086"/>
              <a:gd name="connsiteX20" fmla="*/ 2623457 w 8120744"/>
              <a:gd name="connsiteY20" fmla="*/ 1164772 h 3135086"/>
              <a:gd name="connsiteX21" fmla="*/ 2786743 w 8120744"/>
              <a:gd name="connsiteY21" fmla="*/ 1785257 h 3135086"/>
              <a:gd name="connsiteX22" fmla="*/ 2862943 w 8120744"/>
              <a:gd name="connsiteY22" fmla="*/ 2090057 h 3135086"/>
              <a:gd name="connsiteX23" fmla="*/ 3113315 w 8120744"/>
              <a:gd name="connsiteY23" fmla="*/ 2819400 h 3135086"/>
              <a:gd name="connsiteX24" fmla="*/ 3276600 w 8120744"/>
              <a:gd name="connsiteY24" fmla="*/ 3080657 h 3135086"/>
              <a:gd name="connsiteX25" fmla="*/ 3352800 w 8120744"/>
              <a:gd name="connsiteY25" fmla="*/ 3135086 h 3135086"/>
              <a:gd name="connsiteX26" fmla="*/ 3526972 w 8120744"/>
              <a:gd name="connsiteY26" fmla="*/ 3102429 h 3135086"/>
              <a:gd name="connsiteX27" fmla="*/ 3603172 w 8120744"/>
              <a:gd name="connsiteY27" fmla="*/ 3048000 h 3135086"/>
              <a:gd name="connsiteX28" fmla="*/ 3766457 w 8120744"/>
              <a:gd name="connsiteY28" fmla="*/ 2884714 h 3135086"/>
              <a:gd name="connsiteX29" fmla="*/ 4016829 w 8120744"/>
              <a:gd name="connsiteY29" fmla="*/ 2699657 h 3135086"/>
              <a:gd name="connsiteX30" fmla="*/ 4093029 w 8120744"/>
              <a:gd name="connsiteY30" fmla="*/ 2677886 h 3135086"/>
              <a:gd name="connsiteX31" fmla="*/ 4180115 w 8120744"/>
              <a:gd name="connsiteY31" fmla="*/ 2699657 h 3135086"/>
              <a:gd name="connsiteX32" fmla="*/ 4256315 w 8120744"/>
              <a:gd name="connsiteY32" fmla="*/ 2743200 h 3135086"/>
              <a:gd name="connsiteX33" fmla="*/ 4506686 w 8120744"/>
              <a:gd name="connsiteY33" fmla="*/ 2971800 h 3135086"/>
              <a:gd name="connsiteX34" fmla="*/ 4669972 w 8120744"/>
              <a:gd name="connsiteY34" fmla="*/ 3102429 h 3135086"/>
              <a:gd name="connsiteX35" fmla="*/ 4757057 w 8120744"/>
              <a:gd name="connsiteY35" fmla="*/ 3135086 h 3135086"/>
              <a:gd name="connsiteX36" fmla="*/ 4920343 w 8120744"/>
              <a:gd name="connsiteY36" fmla="*/ 3080657 h 3135086"/>
              <a:gd name="connsiteX37" fmla="*/ 4996543 w 8120744"/>
              <a:gd name="connsiteY37" fmla="*/ 2971800 h 3135086"/>
              <a:gd name="connsiteX38" fmla="*/ 5246915 w 8120744"/>
              <a:gd name="connsiteY38" fmla="*/ 2362200 h 3135086"/>
              <a:gd name="connsiteX39" fmla="*/ 5410200 w 8120744"/>
              <a:gd name="connsiteY39" fmla="*/ 1785257 h 3135086"/>
              <a:gd name="connsiteX40" fmla="*/ 5573486 w 8120744"/>
              <a:gd name="connsiteY40" fmla="*/ 1164772 h 3135086"/>
              <a:gd name="connsiteX41" fmla="*/ 5649686 w 8120744"/>
              <a:gd name="connsiteY41" fmla="*/ 870857 h 3135086"/>
              <a:gd name="connsiteX42" fmla="*/ 5736772 w 8120744"/>
              <a:gd name="connsiteY42" fmla="*/ 609600 h 3135086"/>
              <a:gd name="connsiteX43" fmla="*/ 5987143 w 8120744"/>
              <a:gd name="connsiteY43" fmla="*/ 97972 h 3135086"/>
              <a:gd name="connsiteX44" fmla="*/ 6063343 w 8120744"/>
              <a:gd name="connsiteY44" fmla="*/ 21772 h 3135086"/>
              <a:gd name="connsiteX45" fmla="*/ 6150429 w 8120744"/>
              <a:gd name="connsiteY45" fmla="*/ 0 h 3135086"/>
              <a:gd name="connsiteX46" fmla="*/ 6226629 w 8120744"/>
              <a:gd name="connsiteY46" fmla="*/ 21772 h 3135086"/>
              <a:gd name="connsiteX47" fmla="*/ 6477000 w 8120744"/>
              <a:gd name="connsiteY47" fmla="*/ 239486 h 3135086"/>
              <a:gd name="connsiteX48" fmla="*/ 6640286 w 8120744"/>
              <a:gd name="connsiteY48" fmla="*/ 391886 h 3135086"/>
              <a:gd name="connsiteX49" fmla="*/ 6803572 w 8120744"/>
              <a:gd name="connsiteY49" fmla="*/ 457200 h 3135086"/>
              <a:gd name="connsiteX50" fmla="*/ 6966857 w 8120744"/>
              <a:gd name="connsiteY50" fmla="*/ 424543 h 3135086"/>
              <a:gd name="connsiteX51" fmla="*/ 7053943 w 8120744"/>
              <a:gd name="connsiteY51" fmla="*/ 370114 h 3135086"/>
              <a:gd name="connsiteX52" fmla="*/ 7217229 w 8120744"/>
              <a:gd name="connsiteY52" fmla="*/ 206829 h 3135086"/>
              <a:gd name="connsiteX53" fmla="*/ 7293429 w 8120744"/>
              <a:gd name="connsiteY53" fmla="*/ 119743 h 3135086"/>
              <a:gd name="connsiteX54" fmla="*/ 7456715 w 8120744"/>
              <a:gd name="connsiteY54" fmla="*/ 10886 h 3135086"/>
              <a:gd name="connsiteX55" fmla="*/ 7620000 w 8120744"/>
              <a:gd name="connsiteY55" fmla="*/ 43543 h 3135086"/>
              <a:gd name="connsiteX56" fmla="*/ 7783286 w 8120744"/>
              <a:gd name="connsiteY56" fmla="*/ 272143 h 3135086"/>
              <a:gd name="connsiteX57" fmla="*/ 8033657 w 8120744"/>
              <a:gd name="connsiteY57" fmla="*/ 968829 h 3135086"/>
              <a:gd name="connsiteX58" fmla="*/ 8120743 w 8120744"/>
              <a:gd name="connsiteY58" fmla="*/ 1262743 h 3135086"/>
              <a:gd name="connsiteX0" fmla="*/ 0 w 8033656"/>
              <a:gd name="connsiteY0" fmla="*/ 1578429 h 3135086"/>
              <a:gd name="connsiteX1" fmla="*/ 76200 w 8033656"/>
              <a:gd name="connsiteY1" fmla="*/ 1262743 h 3135086"/>
              <a:gd name="connsiteX2" fmla="*/ 326572 w 8033656"/>
              <a:gd name="connsiteY2" fmla="*/ 457200 h 3135086"/>
              <a:gd name="connsiteX3" fmla="*/ 402772 w 8033656"/>
              <a:gd name="connsiteY3" fmla="*/ 272143 h 3135086"/>
              <a:gd name="connsiteX4" fmla="*/ 566057 w 8033656"/>
              <a:gd name="connsiteY4" fmla="*/ 43543 h 3135086"/>
              <a:gd name="connsiteX5" fmla="*/ 653143 w 8033656"/>
              <a:gd name="connsiteY5" fmla="*/ 10886 h 3135086"/>
              <a:gd name="connsiteX6" fmla="*/ 816429 w 8033656"/>
              <a:gd name="connsiteY6" fmla="*/ 54429 h 3135086"/>
              <a:gd name="connsiteX7" fmla="*/ 892629 w 8033656"/>
              <a:gd name="connsiteY7" fmla="*/ 119743 h 3135086"/>
              <a:gd name="connsiteX8" fmla="*/ 1055915 w 8033656"/>
              <a:gd name="connsiteY8" fmla="*/ 293914 h 3135086"/>
              <a:gd name="connsiteX9" fmla="*/ 1230086 w 8033656"/>
              <a:gd name="connsiteY9" fmla="*/ 424543 h 3135086"/>
              <a:gd name="connsiteX10" fmla="*/ 1306286 w 8033656"/>
              <a:gd name="connsiteY10" fmla="*/ 457200 h 3135086"/>
              <a:gd name="connsiteX11" fmla="*/ 1556657 w 8033656"/>
              <a:gd name="connsiteY11" fmla="*/ 391886 h 3135086"/>
              <a:gd name="connsiteX12" fmla="*/ 1632857 w 8033656"/>
              <a:gd name="connsiteY12" fmla="*/ 315686 h 3135086"/>
              <a:gd name="connsiteX13" fmla="*/ 1719943 w 8033656"/>
              <a:gd name="connsiteY13" fmla="*/ 239486 h 3135086"/>
              <a:gd name="connsiteX14" fmla="*/ 1883229 w 8033656"/>
              <a:gd name="connsiteY14" fmla="*/ 76200 h 3135086"/>
              <a:gd name="connsiteX15" fmla="*/ 1959429 w 8033656"/>
              <a:gd name="connsiteY15" fmla="*/ 21772 h 3135086"/>
              <a:gd name="connsiteX16" fmla="*/ 2046515 w 8033656"/>
              <a:gd name="connsiteY16" fmla="*/ 0 h 3135086"/>
              <a:gd name="connsiteX17" fmla="*/ 2122715 w 8033656"/>
              <a:gd name="connsiteY17" fmla="*/ 21772 h 3135086"/>
              <a:gd name="connsiteX18" fmla="*/ 2209800 w 8033656"/>
              <a:gd name="connsiteY18" fmla="*/ 97972 h 3135086"/>
              <a:gd name="connsiteX19" fmla="*/ 2460172 w 8033656"/>
              <a:gd name="connsiteY19" fmla="*/ 609600 h 3135086"/>
              <a:gd name="connsiteX20" fmla="*/ 2623457 w 8033656"/>
              <a:gd name="connsiteY20" fmla="*/ 1164772 h 3135086"/>
              <a:gd name="connsiteX21" fmla="*/ 2786743 w 8033656"/>
              <a:gd name="connsiteY21" fmla="*/ 1785257 h 3135086"/>
              <a:gd name="connsiteX22" fmla="*/ 2862943 w 8033656"/>
              <a:gd name="connsiteY22" fmla="*/ 2090057 h 3135086"/>
              <a:gd name="connsiteX23" fmla="*/ 3113315 w 8033656"/>
              <a:gd name="connsiteY23" fmla="*/ 2819400 h 3135086"/>
              <a:gd name="connsiteX24" fmla="*/ 3276600 w 8033656"/>
              <a:gd name="connsiteY24" fmla="*/ 3080657 h 3135086"/>
              <a:gd name="connsiteX25" fmla="*/ 3352800 w 8033656"/>
              <a:gd name="connsiteY25" fmla="*/ 3135086 h 3135086"/>
              <a:gd name="connsiteX26" fmla="*/ 3526972 w 8033656"/>
              <a:gd name="connsiteY26" fmla="*/ 3102429 h 3135086"/>
              <a:gd name="connsiteX27" fmla="*/ 3603172 w 8033656"/>
              <a:gd name="connsiteY27" fmla="*/ 3048000 h 3135086"/>
              <a:gd name="connsiteX28" fmla="*/ 3766457 w 8033656"/>
              <a:gd name="connsiteY28" fmla="*/ 2884714 h 3135086"/>
              <a:gd name="connsiteX29" fmla="*/ 4016829 w 8033656"/>
              <a:gd name="connsiteY29" fmla="*/ 2699657 h 3135086"/>
              <a:gd name="connsiteX30" fmla="*/ 4093029 w 8033656"/>
              <a:gd name="connsiteY30" fmla="*/ 2677886 h 3135086"/>
              <a:gd name="connsiteX31" fmla="*/ 4180115 w 8033656"/>
              <a:gd name="connsiteY31" fmla="*/ 2699657 h 3135086"/>
              <a:gd name="connsiteX32" fmla="*/ 4256315 w 8033656"/>
              <a:gd name="connsiteY32" fmla="*/ 2743200 h 3135086"/>
              <a:gd name="connsiteX33" fmla="*/ 4506686 w 8033656"/>
              <a:gd name="connsiteY33" fmla="*/ 2971800 h 3135086"/>
              <a:gd name="connsiteX34" fmla="*/ 4669972 w 8033656"/>
              <a:gd name="connsiteY34" fmla="*/ 3102429 h 3135086"/>
              <a:gd name="connsiteX35" fmla="*/ 4757057 w 8033656"/>
              <a:gd name="connsiteY35" fmla="*/ 3135086 h 3135086"/>
              <a:gd name="connsiteX36" fmla="*/ 4920343 w 8033656"/>
              <a:gd name="connsiteY36" fmla="*/ 3080657 h 3135086"/>
              <a:gd name="connsiteX37" fmla="*/ 4996543 w 8033656"/>
              <a:gd name="connsiteY37" fmla="*/ 2971800 h 3135086"/>
              <a:gd name="connsiteX38" fmla="*/ 5246915 w 8033656"/>
              <a:gd name="connsiteY38" fmla="*/ 2362200 h 3135086"/>
              <a:gd name="connsiteX39" fmla="*/ 5410200 w 8033656"/>
              <a:gd name="connsiteY39" fmla="*/ 1785257 h 3135086"/>
              <a:gd name="connsiteX40" fmla="*/ 5573486 w 8033656"/>
              <a:gd name="connsiteY40" fmla="*/ 1164772 h 3135086"/>
              <a:gd name="connsiteX41" fmla="*/ 5649686 w 8033656"/>
              <a:gd name="connsiteY41" fmla="*/ 870857 h 3135086"/>
              <a:gd name="connsiteX42" fmla="*/ 5736772 w 8033656"/>
              <a:gd name="connsiteY42" fmla="*/ 609600 h 3135086"/>
              <a:gd name="connsiteX43" fmla="*/ 5987143 w 8033656"/>
              <a:gd name="connsiteY43" fmla="*/ 97972 h 3135086"/>
              <a:gd name="connsiteX44" fmla="*/ 6063343 w 8033656"/>
              <a:gd name="connsiteY44" fmla="*/ 21772 h 3135086"/>
              <a:gd name="connsiteX45" fmla="*/ 6150429 w 8033656"/>
              <a:gd name="connsiteY45" fmla="*/ 0 h 3135086"/>
              <a:gd name="connsiteX46" fmla="*/ 6226629 w 8033656"/>
              <a:gd name="connsiteY46" fmla="*/ 21772 h 3135086"/>
              <a:gd name="connsiteX47" fmla="*/ 6477000 w 8033656"/>
              <a:gd name="connsiteY47" fmla="*/ 239486 h 3135086"/>
              <a:gd name="connsiteX48" fmla="*/ 6640286 w 8033656"/>
              <a:gd name="connsiteY48" fmla="*/ 391886 h 3135086"/>
              <a:gd name="connsiteX49" fmla="*/ 6803572 w 8033656"/>
              <a:gd name="connsiteY49" fmla="*/ 457200 h 3135086"/>
              <a:gd name="connsiteX50" fmla="*/ 6966857 w 8033656"/>
              <a:gd name="connsiteY50" fmla="*/ 424543 h 3135086"/>
              <a:gd name="connsiteX51" fmla="*/ 7053943 w 8033656"/>
              <a:gd name="connsiteY51" fmla="*/ 370114 h 3135086"/>
              <a:gd name="connsiteX52" fmla="*/ 7217229 w 8033656"/>
              <a:gd name="connsiteY52" fmla="*/ 206829 h 3135086"/>
              <a:gd name="connsiteX53" fmla="*/ 7293429 w 8033656"/>
              <a:gd name="connsiteY53" fmla="*/ 119743 h 3135086"/>
              <a:gd name="connsiteX54" fmla="*/ 7456715 w 8033656"/>
              <a:gd name="connsiteY54" fmla="*/ 10886 h 3135086"/>
              <a:gd name="connsiteX55" fmla="*/ 7620000 w 8033656"/>
              <a:gd name="connsiteY55" fmla="*/ 43543 h 3135086"/>
              <a:gd name="connsiteX56" fmla="*/ 7783286 w 8033656"/>
              <a:gd name="connsiteY56" fmla="*/ 272143 h 3135086"/>
              <a:gd name="connsiteX57" fmla="*/ 8033657 w 8033656"/>
              <a:gd name="connsiteY57" fmla="*/ 968829 h 3135086"/>
              <a:gd name="connsiteX0" fmla="*/ 0 w 7783285"/>
              <a:gd name="connsiteY0" fmla="*/ 1578429 h 3135086"/>
              <a:gd name="connsiteX1" fmla="*/ 76200 w 7783285"/>
              <a:gd name="connsiteY1" fmla="*/ 1262743 h 3135086"/>
              <a:gd name="connsiteX2" fmla="*/ 326572 w 7783285"/>
              <a:gd name="connsiteY2" fmla="*/ 457200 h 3135086"/>
              <a:gd name="connsiteX3" fmla="*/ 402772 w 7783285"/>
              <a:gd name="connsiteY3" fmla="*/ 272143 h 3135086"/>
              <a:gd name="connsiteX4" fmla="*/ 566057 w 7783285"/>
              <a:gd name="connsiteY4" fmla="*/ 43543 h 3135086"/>
              <a:gd name="connsiteX5" fmla="*/ 653143 w 7783285"/>
              <a:gd name="connsiteY5" fmla="*/ 10886 h 3135086"/>
              <a:gd name="connsiteX6" fmla="*/ 816429 w 7783285"/>
              <a:gd name="connsiteY6" fmla="*/ 54429 h 3135086"/>
              <a:gd name="connsiteX7" fmla="*/ 892629 w 7783285"/>
              <a:gd name="connsiteY7" fmla="*/ 119743 h 3135086"/>
              <a:gd name="connsiteX8" fmla="*/ 1055915 w 7783285"/>
              <a:gd name="connsiteY8" fmla="*/ 293914 h 3135086"/>
              <a:gd name="connsiteX9" fmla="*/ 1230086 w 7783285"/>
              <a:gd name="connsiteY9" fmla="*/ 424543 h 3135086"/>
              <a:gd name="connsiteX10" fmla="*/ 1306286 w 7783285"/>
              <a:gd name="connsiteY10" fmla="*/ 457200 h 3135086"/>
              <a:gd name="connsiteX11" fmla="*/ 1556657 w 7783285"/>
              <a:gd name="connsiteY11" fmla="*/ 391886 h 3135086"/>
              <a:gd name="connsiteX12" fmla="*/ 1632857 w 7783285"/>
              <a:gd name="connsiteY12" fmla="*/ 315686 h 3135086"/>
              <a:gd name="connsiteX13" fmla="*/ 1719943 w 7783285"/>
              <a:gd name="connsiteY13" fmla="*/ 239486 h 3135086"/>
              <a:gd name="connsiteX14" fmla="*/ 1883229 w 7783285"/>
              <a:gd name="connsiteY14" fmla="*/ 76200 h 3135086"/>
              <a:gd name="connsiteX15" fmla="*/ 1959429 w 7783285"/>
              <a:gd name="connsiteY15" fmla="*/ 21772 h 3135086"/>
              <a:gd name="connsiteX16" fmla="*/ 2046515 w 7783285"/>
              <a:gd name="connsiteY16" fmla="*/ 0 h 3135086"/>
              <a:gd name="connsiteX17" fmla="*/ 2122715 w 7783285"/>
              <a:gd name="connsiteY17" fmla="*/ 21772 h 3135086"/>
              <a:gd name="connsiteX18" fmla="*/ 2209800 w 7783285"/>
              <a:gd name="connsiteY18" fmla="*/ 97972 h 3135086"/>
              <a:gd name="connsiteX19" fmla="*/ 2460172 w 7783285"/>
              <a:gd name="connsiteY19" fmla="*/ 609600 h 3135086"/>
              <a:gd name="connsiteX20" fmla="*/ 2623457 w 7783285"/>
              <a:gd name="connsiteY20" fmla="*/ 1164772 h 3135086"/>
              <a:gd name="connsiteX21" fmla="*/ 2786743 w 7783285"/>
              <a:gd name="connsiteY21" fmla="*/ 1785257 h 3135086"/>
              <a:gd name="connsiteX22" fmla="*/ 2862943 w 7783285"/>
              <a:gd name="connsiteY22" fmla="*/ 2090057 h 3135086"/>
              <a:gd name="connsiteX23" fmla="*/ 3113315 w 7783285"/>
              <a:gd name="connsiteY23" fmla="*/ 2819400 h 3135086"/>
              <a:gd name="connsiteX24" fmla="*/ 3276600 w 7783285"/>
              <a:gd name="connsiteY24" fmla="*/ 3080657 h 3135086"/>
              <a:gd name="connsiteX25" fmla="*/ 3352800 w 7783285"/>
              <a:gd name="connsiteY25" fmla="*/ 3135086 h 3135086"/>
              <a:gd name="connsiteX26" fmla="*/ 3526972 w 7783285"/>
              <a:gd name="connsiteY26" fmla="*/ 3102429 h 3135086"/>
              <a:gd name="connsiteX27" fmla="*/ 3603172 w 7783285"/>
              <a:gd name="connsiteY27" fmla="*/ 3048000 h 3135086"/>
              <a:gd name="connsiteX28" fmla="*/ 3766457 w 7783285"/>
              <a:gd name="connsiteY28" fmla="*/ 2884714 h 3135086"/>
              <a:gd name="connsiteX29" fmla="*/ 4016829 w 7783285"/>
              <a:gd name="connsiteY29" fmla="*/ 2699657 h 3135086"/>
              <a:gd name="connsiteX30" fmla="*/ 4093029 w 7783285"/>
              <a:gd name="connsiteY30" fmla="*/ 2677886 h 3135086"/>
              <a:gd name="connsiteX31" fmla="*/ 4180115 w 7783285"/>
              <a:gd name="connsiteY31" fmla="*/ 2699657 h 3135086"/>
              <a:gd name="connsiteX32" fmla="*/ 4256315 w 7783285"/>
              <a:gd name="connsiteY32" fmla="*/ 2743200 h 3135086"/>
              <a:gd name="connsiteX33" fmla="*/ 4506686 w 7783285"/>
              <a:gd name="connsiteY33" fmla="*/ 2971800 h 3135086"/>
              <a:gd name="connsiteX34" fmla="*/ 4669972 w 7783285"/>
              <a:gd name="connsiteY34" fmla="*/ 3102429 h 3135086"/>
              <a:gd name="connsiteX35" fmla="*/ 4757057 w 7783285"/>
              <a:gd name="connsiteY35" fmla="*/ 3135086 h 3135086"/>
              <a:gd name="connsiteX36" fmla="*/ 4920343 w 7783285"/>
              <a:gd name="connsiteY36" fmla="*/ 3080657 h 3135086"/>
              <a:gd name="connsiteX37" fmla="*/ 4996543 w 7783285"/>
              <a:gd name="connsiteY37" fmla="*/ 2971800 h 3135086"/>
              <a:gd name="connsiteX38" fmla="*/ 5246915 w 7783285"/>
              <a:gd name="connsiteY38" fmla="*/ 2362200 h 3135086"/>
              <a:gd name="connsiteX39" fmla="*/ 5410200 w 7783285"/>
              <a:gd name="connsiteY39" fmla="*/ 1785257 h 3135086"/>
              <a:gd name="connsiteX40" fmla="*/ 5573486 w 7783285"/>
              <a:gd name="connsiteY40" fmla="*/ 1164772 h 3135086"/>
              <a:gd name="connsiteX41" fmla="*/ 5649686 w 7783285"/>
              <a:gd name="connsiteY41" fmla="*/ 870857 h 3135086"/>
              <a:gd name="connsiteX42" fmla="*/ 5736772 w 7783285"/>
              <a:gd name="connsiteY42" fmla="*/ 609600 h 3135086"/>
              <a:gd name="connsiteX43" fmla="*/ 5987143 w 7783285"/>
              <a:gd name="connsiteY43" fmla="*/ 97972 h 3135086"/>
              <a:gd name="connsiteX44" fmla="*/ 6063343 w 7783285"/>
              <a:gd name="connsiteY44" fmla="*/ 21772 h 3135086"/>
              <a:gd name="connsiteX45" fmla="*/ 6150429 w 7783285"/>
              <a:gd name="connsiteY45" fmla="*/ 0 h 3135086"/>
              <a:gd name="connsiteX46" fmla="*/ 6226629 w 7783285"/>
              <a:gd name="connsiteY46" fmla="*/ 21772 h 3135086"/>
              <a:gd name="connsiteX47" fmla="*/ 6477000 w 7783285"/>
              <a:gd name="connsiteY47" fmla="*/ 239486 h 3135086"/>
              <a:gd name="connsiteX48" fmla="*/ 6640286 w 7783285"/>
              <a:gd name="connsiteY48" fmla="*/ 391886 h 3135086"/>
              <a:gd name="connsiteX49" fmla="*/ 6803572 w 7783285"/>
              <a:gd name="connsiteY49" fmla="*/ 457200 h 3135086"/>
              <a:gd name="connsiteX50" fmla="*/ 6966857 w 7783285"/>
              <a:gd name="connsiteY50" fmla="*/ 424543 h 3135086"/>
              <a:gd name="connsiteX51" fmla="*/ 7053943 w 7783285"/>
              <a:gd name="connsiteY51" fmla="*/ 370114 h 3135086"/>
              <a:gd name="connsiteX52" fmla="*/ 7217229 w 7783285"/>
              <a:gd name="connsiteY52" fmla="*/ 206829 h 3135086"/>
              <a:gd name="connsiteX53" fmla="*/ 7293429 w 7783285"/>
              <a:gd name="connsiteY53" fmla="*/ 119743 h 3135086"/>
              <a:gd name="connsiteX54" fmla="*/ 7456715 w 7783285"/>
              <a:gd name="connsiteY54" fmla="*/ 10886 h 3135086"/>
              <a:gd name="connsiteX55" fmla="*/ 7620000 w 7783285"/>
              <a:gd name="connsiteY55" fmla="*/ 43543 h 3135086"/>
              <a:gd name="connsiteX56" fmla="*/ 7783286 w 7783285"/>
              <a:gd name="connsiteY56" fmla="*/ 272143 h 3135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783285" h="3135086">
                <a:moveTo>
                  <a:pt x="0" y="1578429"/>
                </a:moveTo>
                <a:cubicBezTo>
                  <a:pt x="25400" y="1473200"/>
                  <a:pt x="47826" y="1367209"/>
                  <a:pt x="76200" y="1262743"/>
                </a:cubicBezTo>
                <a:cubicBezTo>
                  <a:pt x="176443" y="893665"/>
                  <a:pt x="209827" y="760737"/>
                  <a:pt x="326572" y="457200"/>
                </a:cubicBezTo>
                <a:cubicBezTo>
                  <a:pt x="350520" y="394936"/>
                  <a:pt x="372938" y="331811"/>
                  <a:pt x="402772" y="272143"/>
                </a:cubicBezTo>
                <a:cubicBezTo>
                  <a:pt x="425998" y="225692"/>
                  <a:pt x="511935" y="83233"/>
                  <a:pt x="566057" y="43543"/>
                </a:cubicBezTo>
                <a:cubicBezTo>
                  <a:pt x="591058" y="25209"/>
                  <a:pt x="624114" y="21772"/>
                  <a:pt x="653143" y="10886"/>
                </a:cubicBezTo>
                <a:cubicBezTo>
                  <a:pt x="707572" y="25400"/>
                  <a:pt x="765147" y="31119"/>
                  <a:pt x="816429" y="54429"/>
                </a:cubicBezTo>
                <a:cubicBezTo>
                  <a:pt x="846884" y="68272"/>
                  <a:pt x="868172" y="96917"/>
                  <a:pt x="892629" y="119743"/>
                </a:cubicBezTo>
                <a:cubicBezTo>
                  <a:pt x="1128049" y="339468"/>
                  <a:pt x="838937" y="76936"/>
                  <a:pt x="1055915" y="293914"/>
                </a:cubicBezTo>
                <a:cubicBezTo>
                  <a:pt x="1112022" y="350021"/>
                  <a:pt x="1160647" y="387509"/>
                  <a:pt x="1230086" y="424543"/>
                </a:cubicBezTo>
                <a:cubicBezTo>
                  <a:pt x="1254469" y="437547"/>
                  <a:pt x="1280886" y="446314"/>
                  <a:pt x="1306286" y="457200"/>
                </a:cubicBezTo>
                <a:cubicBezTo>
                  <a:pt x="1412130" y="443088"/>
                  <a:pt x="1473424" y="452924"/>
                  <a:pt x="1556657" y="391886"/>
                </a:cubicBezTo>
                <a:cubicBezTo>
                  <a:pt x="1585624" y="370644"/>
                  <a:pt x="1606597" y="340196"/>
                  <a:pt x="1632857" y="315686"/>
                </a:cubicBezTo>
                <a:cubicBezTo>
                  <a:pt x="1661056" y="289367"/>
                  <a:pt x="1692668" y="266761"/>
                  <a:pt x="1719943" y="239486"/>
                </a:cubicBezTo>
                <a:cubicBezTo>
                  <a:pt x="1850571" y="108858"/>
                  <a:pt x="1738086" y="192314"/>
                  <a:pt x="1883229" y="76200"/>
                </a:cubicBezTo>
                <a:cubicBezTo>
                  <a:pt x="1907603" y="56701"/>
                  <a:pt x="1931143" y="34972"/>
                  <a:pt x="1959429" y="21772"/>
                </a:cubicBezTo>
                <a:cubicBezTo>
                  <a:pt x="1986544" y="9118"/>
                  <a:pt x="2017486" y="7257"/>
                  <a:pt x="2046515" y="0"/>
                </a:cubicBezTo>
                <a:cubicBezTo>
                  <a:pt x="2071915" y="7257"/>
                  <a:pt x="2100063" y="8181"/>
                  <a:pt x="2122715" y="21772"/>
                </a:cubicBezTo>
                <a:cubicBezTo>
                  <a:pt x="2155790" y="41617"/>
                  <a:pt x="2184174" y="69143"/>
                  <a:pt x="2209800" y="97972"/>
                </a:cubicBezTo>
                <a:cubicBezTo>
                  <a:pt x="2333464" y="237094"/>
                  <a:pt x="2411687" y="444749"/>
                  <a:pt x="2460172" y="609600"/>
                </a:cubicBezTo>
                <a:cubicBezTo>
                  <a:pt x="2514600" y="794657"/>
                  <a:pt x="2574366" y="978228"/>
                  <a:pt x="2623457" y="1164772"/>
                </a:cubicBezTo>
                <a:cubicBezTo>
                  <a:pt x="2677886" y="1371600"/>
                  <a:pt x="2734872" y="1577772"/>
                  <a:pt x="2786743" y="1785257"/>
                </a:cubicBezTo>
                <a:cubicBezTo>
                  <a:pt x="2812143" y="1886857"/>
                  <a:pt x="2833823" y="1989460"/>
                  <a:pt x="2862943" y="2090057"/>
                </a:cubicBezTo>
                <a:cubicBezTo>
                  <a:pt x="2957157" y="2415524"/>
                  <a:pt x="2992879" y="2554441"/>
                  <a:pt x="3113315" y="2819400"/>
                </a:cubicBezTo>
                <a:cubicBezTo>
                  <a:pt x="3162923" y="2928537"/>
                  <a:pt x="3192794" y="2996850"/>
                  <a:pt x="3276600" y="3080657"/>
                </a:cubicBezTo>
                <a:cubicBezTo>
                  <a:pt x="3298672" y="3102729"/>
                  <a:pt x="3327400" y="3116943"/>
                  <a:pt x="3352800" y="3135086"/>
                </a:cubicBezTo>
                <a:cubicBezTo>
                  <a:pt x="3410857" y="3124200"/>
                  <a:pt x="3471181" y="3121834"/>
                  <a:pt x="3526972" y="3102429"/>
                </a:cubicBezTo>
                <a:cubicBezTo>
                  <a:pt x="3556454" y="3092174"/>
                  <a:pt x="3578798" y="3067499"/>
                  <a:pt x="3603172" y="3048000"/>
                </a:cubicBezTo>
                <a:cubicBezTo>
                  <a:pt x="3786739" y="2901145"/>
                  <a:pt x="3597403" y="3046084"/>
                  <a:pt x="3766457" y="2884714"/>
                </a:cubicBezTo>
                <a:cubicBezTo>
                  <a:pt x="3863873" y="2791726"/>
                  <a:pt x="3906055" y="2743966"/>
                  <a:pt x="4016829" y="2699657"/>
                </a:cubicBezTo>
                <a:cubicBezTo>
                  <a:pt x="4041356" y="2689846"/>
                  <a:pt x="4067629" y="2685143"/>
                  <a:pt x="4093029" y="2677886"/>
                </a:cubicBezTo>
                <a:cubicBezTo>
                  <a:pt x="4122058" y="2685143"/>
                  <a:pt x="4152333" y="2688544"/>
                  <a:pt x="4180115" y="2699657"/>
                </a:cubicBezTo>
                <a:cubicBezTo>
                  <a:pt x="4207277" y="2710522"/>
                  <a:pt x="4231974" y="2726972"/>
                  <a:pt x="4256315" y="2743200"/>
                </a:cubicBezTo>
                <a:cubicBezTo>
                  <a:pt x="4398955" y="2838293"/>
                  <a:pt x="4330522" y="2817657"/>
                  <a:pt x="4506686" y="2971800"/>
                </a:cubicBezTo>
                <a:cubicBezTo>
                  <a:pt x="4546849" y="3006943"/>
                  <a:pt x="4619366" y="3075439"/>
                  <a:pt x="4669972" y="3102429"/>
                </a:cubicBezTo>
                <a:cubicBezTo>
                  <a:pt x="4697327" y="3117018"/>
                  <a:pt x="4728029" y="3124200"/>
                  <a:pt x="4757057" y="3135086"/>
                </a:cubicBezTo>
                <a:cubicBezTo>
                  <a:pt x="4811486" y="3116943"/>
                  <a:pt x="4872940" y="3112977"/>
                  <a:pt x="4920343" y="3080657"/>
                </a:cubicBezTo>
                <a:cubicBezTo>
                  <a:pt x="4956939" y="3055705"/>
                  <a:pt x="4973068" y="3009360"/>
                  <a:pt x="4996543" y="2971800"/>
                </a:cubicBezTo>
                <a:cubicBezTo>
                  <a:pt x="5125840" y="2764925"/>
                  <a:pt x="5169269" y="2636552"/>
                  <a:pt x="5246915" y="2362200"/>
                </a:cubicBezTo>
                <a:cubicBezTo>
                  <a:pt x="5301343" y="2169886"/>
                  <a:pt x="5363303" y="1979545"/>
                  <a:pt x="5410200" y="1785257"/>
                </a:cubicBezTo>
                <a:cubicBezTo>
                  <a:pt x="5553085" y="1193304"/>
                  <a:pt x="5415770" y="1743065"/>
                  <a:pt x="5573486" y="1164772"/>
                </a:cubicBezTo>
                <a:cubicBezTo>
                  <a:pt x="5600116" y="1067128"/>
                  <a:pt x="5621128" y="967955"/>
                  <a:pt x="5649686" y="870857"/>
                </a:cubicBezTo>
                <a:cubicBezTo>
                  <a:pt x="5675588" y="782791"/>
                  <a:pt x="5703915" y="695315"/>
                  <a:pt x="5736772" y="609600"/>
                </a:cubicBezTo>
                <a:cubicBezTo>
                  <a:pt x="5831371" y="362819"/>
                  <a:pt x="5847396" y="265667"/>
                  <a:pt x="5987143" y="97972"/>
                </a:cubicBezTo>
                <a:cubicBezTo>
                  <a:pt x="6010139" y="70377"/>
                  <a:pt x="6032541" y="40253"/>
                  <a:pt x="6063343" y="21772"/>
                </a:cubicBezTo>
                <a:cubicBezTo>
                  <a:pt x="6089001" y="6377"/>
                  <a:pt x="6121400" y="7257"/>
                  <a:pt x="6150429" y="0"/>
                </a:cubicBezTo>
                <a:cubicBezTo>
                  <a:pt x="6175829" y="7257"/>
                  <a:pt x="6202691" y="10601"/>
                  <a:pt x="6226629" y="21772"/>
                </a:cubicBezTo>
                <a:cubicBezTo>
                  <a:pt x="6333760" y="71766"/>
                  <a:pt x="6391211" y="153696"/>
                  <a:pt x="6477000" y="239486"/>
                </a:cubicBezTo>
                <a:cubicBezTo>
                  <a:pt x="6524016" y="286503"/>
                  <a:pt x="6586792" y="352657"/>
                  <a:pt x="6640286" y="391886"/>
                </a:cubicBezTo>
                <a:cubicBezTo>
                  <a:pt x="6708239" y="441718"/>
                  <a:pt x="6723113" y="437086"/>
                  <a:pt x="6803572" y="457200"/>
                </a:cubicBezTo>
                <a:cubicBezTo>
                  <a:pt x="6858000" y="446314"/>
                  <a:pt x="6914432" y="442778"/>
                  <a:pt x="6966857" y="424543"/>
                </a:cubicBezTo>
                <a:cubicBezTo>
                  <a:pt x="6999189" y="413297"/>
                  <a:pt x="7028111" y="392576"/>
                  <a:pt x="7053943" y="370114"/>
                </a:cubicBezTo>
                <a:cubicBezTo>
                  <a:pt x="7112028" y="319606"/>
                  <a:pt x="7162800" y="261257"/>
                  <a:pt x="7217229" y="206829"/>
                </a:cubicBezTo>
                <a:cubicBezTo>
                  <a:pt x="7244504" y="179554"/>
                  <a:pt x="7265230" y="146062"/>
                  <a:pt x="7293429" y="119743"/>
                </a:cubicBezTo>
                <a:cubicBezTo>
                  <a:pt x="7347945" y="68861"/>
                  <a:pt x="7394138" y="46645"/>
                  <a:pt x="7456715" y="10886"/>
                </a:cubicBezTo>
                <a:cubicBezTo>
                  <a:pt x="7511143" y="21772"/>
                  <a:pt x="7569926" y="19594"/>
                  <a:pt x="7620000" y="43543"/>
                </a:cubicBezTo>
                <a:cubicBezTo>
                  <a:pt x="7695241" y="79528"/>
                  <a:pt x="7752520" y="210611"/>
                  <a:pt x="7783286" y="272143"/>
                </a:cubicBezTo>
              </a:path>
            </a:pathLst>
          </a:custGeom>
          <a:no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27" name="Freeform 21">
            <a:extLst>
              <a:ext uri="{FF2B5EF4-FFF2-40B4-BE49-F238E27FC236}">
                <a16:creationId xmlns:a16="http://schemas.microsoft.com/office/drawing/2014/main" id="{FE3060B5-DD61-864A-4814-92C23EEA0151}"/>
              </a:ext>
            </a:extLst>
          </p:cNvPr>
          <p:cNvSpPr>
            <a:spLocks noChangeAspect="1"/>
          </p:cNvSpPr>
          <p:nvPr/>
        </p:nvSpPr>
        <p:spPr bwMode="auto">
          <a:xfrm>
            <a:off x="6464951" y="5650447"/>
            <a:ext cx="1865313" cy="225425"/>
          </a:xfrm>
          <a:custGeom>
            <a:avLst/>
            <a:gdLst>
              <a:gd name="connsiteX0" fmla="*/ 0 w 2017485"/>
              <a:gd name="connsiteY0" fmla="*/ 0 h 14515"/>
              <a:gd name="connsiteX1" fmla="*/ 2017485 w 2017485"/>
              <a:gd name="connsiteY1" fmla="*/ 14515 h 14515"/>
              <a:gd name="connsiteX0" fmla="*/ 0 w 2017485"/>
              <a:gd name="connsiteY0" fmla="*/ 0 h 14515"/>
              <a:gd name="connsiteX1" fmla="*/ 2017485 w 2017485"/>
              <a:gd name="connsiteY1" fmla="*/ 14515 h 14515"/>
              <a:gd name="connsiteX0" fmla="*/ 0 w 2151260"/>
              <a:gd name="connsiteY0" fmla="*/ 29028 h 43543"/>
              <a:gd name="connsiteX1" fmla="*/ 2017485 w 2151260"/>
              <a:gd name="connsiteY1" fmla="*/ 43543 h 43543"/>
              <a:gd name="connsiteX2" fmla="*/ 1959428 w 2151260"/>
              <a:gd name="connsiteY2" fmla="*/ 0 h 43543"/>
              <a:gd name="connsiteX0" fmla="*/ 0 w 3773788"/>
              <a:gd name="connsiteY0" fmla="*/ 116113 h 130628"/>
              <a:gd name="connsiteX1" fmla="*/ 2017485 w 3773788"/>
              <a:gd name="connsiteY1" fmla="*/ 130628 h 130628"/>
              <a:gd name="connsiteX2" fmla="*/ 3773713 w 3773788"/>
              <a:gd name="connsiteY2" fmla="*/ 0 h 130628"/>
              <a:gd name="connsiteX0" fmla="*/ 0 w 3802741"/>
              <a:gd name="connsiteY0" fmla="*/ 0 h 14515"/>
              <a:gd name="connsiteX1" fmla="*/ 2017485 w 3802741"/>
              <a:gd name="connsiteY1" fmla="*/ 14515 h 14515"/>
              <a:gd name="connsiteX2" fmla="*/ 3802741 w 3802741"/>
              <a:gd name="connsiteY2" fmla="*/ 1 h 14515"/>
              <a:gd name="connsiteX0" fmla="*/ 0 w 3948189"/>
              <a:gd name="connsiteY0" fmla="*/ 0 h 43543"/>
              <a:gd name="connsiteX1" fmla="*/ 2017485 w 3948189"/>
              <a:gd name="connsiteY1" fmla="*/ 14515 h 43543"/>
              <a:gd name="connsiteX2" fmla="*/ 3802741 w 3948189"/>
              <a:gd name="connsiteY2" fmla="*/ 1 h 43543"/>
              <a:gd name="connsiteX3" fmla="*/ 3846284 w 3948189"/>
              <a:gd name="connsiteY3" fmla="*/ 43543 h 43543"/>
              <a:gd name="connsiteX0" fmla="*/ 0 w 5791198"/>
              <a:gd name="connsiteY0" fmla="*/ 0 h 116114"/>
              <a:gd name="connsiteX1" fmla="*/ 2017485 w 5791198"/>
              <a:gd name="connsiteY1" fmla="*/ 14515 h 116114"/>
              <a:gd name="connsiteX2" fmla="*/ 3802741 w 5791198"/>
              <a:gd name="connsiteY2" fmla="*/ 1 h 116114"/>
              <a:gd name="connsiteX3" fmla="*/ 5791198 w 5791198"/>
              <a:gd name="connsiteY3" fmla="*/ 116114 h 116114"/>
              <a:gd name="connsiteX0" fmla="*/ 0 w 5834741"/>
              <a:gd name="connsiteY0" fmla="*/ 0 h 29029"/>
              <a:gd name="connsiteX1" fmla="*/ 2017485 w 5834741"/>
              <a:gd name="connsiteY1" fmla="*/ 14515 h 29029"/>
              <a:gd name="connsiteX2" fmla="*/ 3802741 w 5834741"/>
              <a:gd name="connsiteY2" fmla="*/ 1 h 29029"/>
              <a:gd name="connsiteX3" fmla="*/ 5834741 w 5834741"/>
              <a:gd name="connsiteY3" fmla="*/ 29029 h 29029"/>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0 h 14515"/>
              <a:gd name="connsiteX1" fmla="*/ 2017485 w 5834741"/>
              <a:gd name="connsiteY1" fmla="*/ 14515 h 14515"/>
              <a:gd name="connsiteX2" fmla="*/ 3802741 w 5834741"/>
              <a:gd name="connsiteY2" fmla="*/ 1 h 14515"/>
              <a:gd name="connsiteX3" fmla="*/ 5834741 w 5834741"/>
              <a:gd name="connsiteY3" fmla="*/ 0 h 14515"/>
              <a:gd name="connsiteX0" fmla="*/ 0 w 5834741"/>
              <a:gd name="connsiteY0" fmla="*/ 169376 h 369374"/>
              <a:gd name="connsiteX1" fmla="*/ 2017485 w 5834741"/>
              <a:gd name="connsiteY1" fmla="*/ 183891 h 369374"/>
              <a:gd name="connsiteX2" fmla="*/ 3802741 w 5834741"/>
              <a:gd name="connsiteY2" fmla="*/ 169377 h 369374"/>
              <a:gd name="connsiteX3" fmla="*/ 5834741 w 5834741"/>
              <a:gd name="connsiteY3" fmla="*/ 169376 h 369374"/>
              <a:gd name="connsiteX0" fmla="*/ 0 w 5834741"/>
              <a:gd name="connsiteY0" fmla="*/ 196301 h 396299"/>
              <a:gd name="connsiteX1" fmla="*/ 2017485 w 5834741"/>
              <a:gd name="connsiteY1" fmla="*/ 210816 h 396299"/>
              <a:gd name="connsiteX2" fmla="*/ 3802741 w 5834741"/>
              <a:gd name="connsiteY2" fmla="*/ 196302 h 396299"/>
              <a:gd name="connsiteX3" fmla="*/ 5834741 w 5834741"/>
              <a:gd name="connsiteY3" fmla="*/ 196301 h 396299"/>
              <a:gd name="connsiteX0" fmla="*/ 0 w 5834741"/>
              <a:gd name="connsiteY0" fmla="*/ 22534 h 48360"/>
              <a:gd name="connsiteX1" fmla="*/ 2017485 w 5834741"/>
              <a:gd name="connsiteY1" fmla="*/ 37049 h 48360"/>
              <a:gd name="connsiteX2" fmla="*/ 3802741 w 5834741"/>
              <a:gd name="connsiteY2" fmla="*/ 22535 h 48360"/>
              <a:gd name="connsiteX3" fmla="*/ 5834741 w 5834741"/>
              <a:gd name="connsiteY3" fmla="*/ 22534 h 48360"/>
              <a:gd name="connsiteX0" fmla="*/ 0 w 5834741"/>
              <a:gd name="connsiteY0" fmla="*/ 0 h 25826"/>
              <a:gd name="connsiteX1" fmla="*/ 2017485 w 5834741"/>
              <a:gd name="connsiteY1" fmla="*/ 14515 h 25826"/>
              <a:gd name="connsiteX2" fmla="*/ 3802741 w 5834741"/>
              <a:gd name="connsiteY2" fmla="*/ 1 h 25826"/>
              <a:gd name="connsiteX3" fmla="*/ 5834741 w 5834741"/>
              <a:gd name="connsiteY3" fmla="*/ 0 h 25826"/>
              <a:gd name="connsiteX0" fmla="*/ 0 w 5834741"/>
              <a:gd name="connsiteY0" fmla="*/ 54954 h 133551"/>
              <a:gd name="connsiteX1" fmla="*/ 2017485 w 5834741"/>
              <a:gd name="connsiteY1" fmla="*/ 69469 h 133551"/>
              <a:gd name="connsiteX2" fmla="*/ 3802741 w 5834741"/>
              <a:gd name="connsiteY2" fmla="*/ 54955 h 133551"/>
              <a:gd name="connsiteX3" fmla="*/ 5834741 w 5834741"/>
              <a:gd name="connsiteY3" fmla="*/ 54954 h 133551"/>
              <a:gd name="connsiteX0" fmla="*/ 0 w 5834741"/>
              <a:gd name="connsiteY0" fmla="*/ 928822 h 996556"/>
              <a:gd name="connsiteX1" fmla="*/ 1451428 w 5834741"/>
              <a:gd name="connsiteY1" fmla="*/ 14423 h 996556"/>
              <a:gd name="connsiteX2" fmla="*/ 3802741 w 5834741"/>
              <a:gd name="connsiteY2" fmla="*/ 928823 h 996556"/>
              <a:gd name="connsiteX3" fmla="*/ 5834741 w 5834741"/>
              <a:gd name="connsiteY3" fmla="*/ 928822 h 996556"/>
              <a:gd name="connsiteX0" fmla="*/ 0 w 5834741"/>
              <a:gd name="connsiteY0" fmla="*/ 914418 h 982152"/>
              <a:gd name="connsiteX1" fmla="*/ 1451428 w 5834741"/>
              <a:gd name="connsiteY1" fmla="*/ 19 h 982152"/>
              <a:gd name="connsiteX2" fmla="*/ 3802741 w 5834741"/>
              <a:gd name="connsiteY2" fmla="*/ 914419 h 982152"/>
              <a:gd name="connsiteX3" fmla="*/ 5834741 w 5834741"/>
              <a:gd name="connsiteY3" fmla="*/ 914418 h 982152"/>
              <a:gd name="connsiteX0" fmla="*/ 0 w 5834741"/>
              <a:gd name="connsiteY0" fmla="*/ 914418 h 936996"/>
              <a:gd name="connsiteX1" fmla="*/ 1451428 w 5834741"/>
              <a:gd name="connsiteY1" fmla="*/ 19 h 936996"/>
              <a:gd name="connsiteX2" fmla="*/ 3802741 w 5834741"/>
              <a:gd name="connsiteY2" fmla="*/ 914419 h 936996"/>
              <a:gd name="connsiteX3" fmla="*/ 5834741 w 5834741"/>
              <a:gd name="connsiteY3" fmla="*/ 914418 h 936996"/>
              <a:gd name="connsiteX0" fmla="*/ 0 w 5834741"/>
              <a:gd name="connsiteY0" fmla="*/ 914515 h 999357"/>
              <a:gd name="connsiteX1" fmla="*/ 1451428 w 5834741"/>
              <a:gd name="connsiteY1" fmla="*/ 116 h 999357"/>
              <a:gd name="connsiteX2" fmla="*/ 2699655 w 5834741"/>
              <a:gd name="connsiteY2" fmla="*/ 987088 h 999357"/>
              <a:gd name="connsiteX3" fmla="*/ 5834741 w 5834741"/>
              <a:gd name="connsiteY3" fmla="*/ 914515 h 999357"/>
              <a:gd name="connsiteX0" fmla="*/ 0 w 5834741"/>
              <a:gd name="connsiteY0" fmla="*/ 914515 h 1040048"/>
              <a:gd name="connsiteX1" fmla="*/ 1291771 w 5834741"/>
              <a:gd name="connsiteY1" fmla="*/ 116 h 1040048"/>
              <a:gd name="connsiteX2" fmla="*/ 2699655 w 5834741"/>
              <a:gd name="connsiteY2" fmla="*/ 987088 h 1040048"/>
              <a:gd name="connsiteX3" fmla="*/ 5834741 w 5834741"/>
              <a:gd name="connsiteY3" fmla="*/ 914515 h 1040048"/>
              <a:gd name="connsiteX0" fmla="*/ 0 w 5834741"/>
              <a:gd name="connsiteY0" fmla="*/ 914515 h 987088"/>
              <a:gd name="connsiteX1" fmla="*/ 1291771 w 5834741"/>
              <a:gd name="connsiteY1" fmla="*/ 116 h 987088"/>
              <a:gd name="connsiteX2" fmla="*/ 2699655 w 5834741"/>
              <a:gd name="connsiteY2" fmla="*/ 987088 h 987088"/>
              <a:gd name="connsiteX3" fmla="*/ 5834741 w 5834741"/>
              <a:gd name="connsiteY3" fmla="*/ 914515 h 987088"/>
              <a:gd name="connsiteX0" fmla="*/ 0 w 5834741"/>
              <a:gd name="connsiteY0" fmla="*/ 914404 h 986977"/>
              <a:gd name="connsiteX1" fmla="*/ 1291771 w 5834741"/>
              <a:gd name="connsiteY1" fmla="*/ 5 h 986977"/>
              <a:gd name="connsiteX2" fmla="*/ 2699655 w 5834741"/>
              <a:gd name="connsiteY2" fmla="*/ 986977 h 986977"/>
              <a:gd name="connsiteX3" fmla="*/ 5834741 w 5834741"/>
              <a:gd name="connsiteY3" fmla="*/ 914404 h 986977"/>
              <a:gd name="connsiteX0" fmla="*/ 0 w 6071053"/>
              <a:gd name="connsiteY0" fmla="*/ 914404 h 986977"/>
              <a:gd name="connsiteX1" fmla="*/ 1291771 w 6071053"/>
              <a:gd name="connsiteY1" fmla="*/ 5 h 986977"/>
              <a:gd name="connsiteX2" fmla="*/ 2699655 w 6071053"/>
              <a:gd name="connsiteY2" fmla="*/ 986977 h 986977"/>
              <a:gd name="connsiteX3" fmla="*/ 5834741 w 6071053"/>
              <a:gd name="connsiteY3" fmla="*/ 914404 h 986977"/>
              <a:gd name="connsiteX4" fmla="*/ 5848828 w 6071053"/>
              <a:gd name="connsiteY4" fmla="*/ 936708 h 986977"/>
              <a:gd name="connsiteX0" fmla="*/ 0 w 6346369"/>
              <a:gd name="connsiteY0" fmla="*/ 914404 h 986977"/>
              <a:gd name="connsiteX1" fmla="*/ 1291771 w 6346369"/>
              <a:gd name="connsiteY1" fmla="*/ 5 h 986977"/>
              <a:gd name="connsiteX2" fmla="*/ 2699655 w 6346369"/>
              <a:gd name="connsiteY2" fmla="*/ 986977 h 986977"/>
              <a:gd name="connsiteX3" fmla="*/ 5834741 w 6346369"/>
              <a:gd name="connsiteY3" fmla="*/ 914404 h 986977"/>
              <a:gd name="connsiteX4" fmla="*/ 6346369 w 6346369"/>
              <a:gd name="connsiteY4" fmla="*/ 916537 h 986977"/>
              <a:gd name="connsiteX0" fmla="*/ 0 w 8225046"/>
              <a:gd name="connsiteY0" fmla="*/ 914404 h 986977"/>
              <a:gd name="connsiteX1" fmla="*/ 1291771 w 8225046"/>
              <a:gd name="connsiteY1" fmla="*/ 5 h 986977"/>
              <a:gd name="connsiteX2" fmla="*/ 2699655 w 8225046"/>
              <a:gd name="connsiteY2" fmla="*/ 986977 h 986977"/>
              <a:gd name="connsiteX3" fmla="*/ 5834741 w 8225046"/>
              <a:gd name="connsiteY3" fmla="*/ 914404 h 986977"/>
              <a:gd name="connsiteX4" fmla="*/ 8225046 w 8225046"/>
              <a:gd name="connsiteY4" fmla="*/ 949788 h 986977"/>
              <a:gd name="connsiteX0" fmla="*/ 0 w 8341424"/>
              <a:gd name="connsiteY0" fmla="*/ 914404 h 986977"/>
              <a:gd name="connsiteX1" fmla="*/ 1291771 w 8341424"/>
              <a:gd name="connsiteY1" fmla="*/ 5 h 986977"/>
              <a:gd name="connsiteX2" fmla="*/ 2699655 w 8341424"/>
              <a:gd name="connsiteY2" fmla="*/ 986977 h 986977"/>
              <a:gd name="connsiteX3" fmla="*/ 5834741 w 8341424"/>
              <a:gd name="connsiteY3" fmla="*/ 914404 h 986977"/>
              <a:gd name="connsiteX4" fmla="*/ 8341424 w 8341424"/>
              <a:gd name="connsiteY4" fmla="*/ 966413 h 986977"/>
              <a:gd name="connsiteX0" fmla="*/ 0 w 8341424"/>
              <a:gd name="connsiteY0" fmla="*/ 914404 h 986977"/>
              <a:gd name="connsiteX1" fmla="*/ 1291771 w 8341424"/>
              <a:gd name="connsiteY1" fmla="*/ 5 h 986977"/>
              <a:gd name="connsiteX2" fmla="*/ 2699655 w 8341424"/>
              <a:gd name="connsiteY2" fmla="*/ 986977 h 986977"/>
              <a:gd name="connsiteX3" fmla="*/ 3889562 w 8341424"/>
              <a:gd name="connsiteY3" fmla="*/ 4 h 986977"/>
              <a:gd name="connsiteX4" fmla="*/ 8341424 w 8341424"/>
              <a:gd name="connsiteY4" fmla="*/ 966413 h 986977"/>
              <a:gd name="connsiteX0" fmla="*/ 0 w 8341424"/>
              <a:gd name="connsiteY0" fmla="*/ 947651 h 1020247"/>
              <a:gd name="connsiteX1" fmla="*/ 1291771 w 8341424"/>
              <a:gd name="connsiteY1" fmla="*/ 33252 h 1020247"/>
              <a:gd name="connsiteX2" fmla="*/ 2699655 w 8341424"/>
              <a:gd name="connsiteY2" fmla="*/ 1020224 h 1020247"/>
              <a:gd name="connsiteX3" fmla="*/ 3906187 w 8341424"/>
              <a:gd name="connsiteY3" fmla="*/ 0 h 1020247"/>
              <a:gd name="connsiteX4" fmla="*/ 8341424 w 8341424"/>
              <a:gd name="connsiteY4" fmla="*/ 999660 h 1020247"/>
              <a:gd name="connsiteX0" fmla="*/ 0 w 5165962"/>
              <a:gd name="connsiteY0" fmla="*/ 947651 h 1020247"/>
              <a:gd name="connsiteX1" fmla="*/ 1291771 w 5165962"/>
              <a:gd name="connsiteY1" fmla="*/ 33252 h 1020247"/>
              <a:gd name="connsiteX2" fmla="*/ 2699655 w 5165962"/>
              <a:gd name="connsiteY2" fmla="*/ 1020224 h 1020247"/>
              <a:gd name="connsiteX3" fmla="*/ 3906187 w 5165962"/>
              <a:gd name="connsiteY3" fmla="*/ 0 h 1020247"/>
              <a:gd name="connsiteX4" fmla="*/ 5165962 w 5165962"/>
              <a:gd name="connsiteY4" fmla="*/ 966409 h 1020247"/>
              <a:gd name="connsiteX0" fmla="*/ 0 w 5016333"/>
              <a:gd name="connsiteY0" fmla="*/ 947651 h 1099412"/>
              <a:gd name="connsiteX1" fmla="*/ 1291771 w 5016333"/>
              <a:gd name="connsiteY1" fmla="*/ 33252 h 1099412"/>
              <a:gd name="connsiteX2" fmla="*/ 2699655 w 5016333"/>
              <a:gd name="connsiteY2" fmla="*/ 1020224 h 1099412"/>
              <a:gd name="connsiteX3" fmla="*/ 3906187 w 5016333"/>
              <a:gd name="connsiteY3" fmla="*/ 0 h 1099412"/>
              <a:gd name="connsiteX4" fmla="*/ 5016333 w 5016333"/>
              <a:gd name="connsiteY4" fmla="*/ 1099412 h 1099412"/>
              <a:gd name="connsiteX0" fmla="*/ 0 w 4983082"/>
              <a:gd name="connsiteY0" fmla="*/ 947651 h 1149288"/>
              <a:gd name="connsiteX1" fmla="*/ 1291771 w 4983082"/>
              <a:gd name="connsiteY1" fmla="*/ 33252 h 1149288"/>
              <a:gd name="connsiteX2" fmla="*/ 2699655 w 4983082"/>
              <a:gd name="connsiteY2" fmla="*/ 1020224 h 1149288"/>
              <a:gd name="connsiteX3" fmla="*/ 3906187 w 4983082"/>
              <a:gd name="connsiteY3" fmla="*/ 0 h 1149288"/>
              <a:gd name="connsiteX4" fmla="*/ 4983082 w 4983082"/>
              <a:gd name="connsiteY4" fmla="*/ 1149288 h 1149288"/>
              <a:gd name="connsiteX0" fmla="*/ 0 w 5066524"/>
              <a:gd name="connsiteY0" fmla="*/ 947651 h 1237427"/>
              <a:gd name="connsiteX1" fmla="*/ 1291771 w 5066524"/>
              <a:gd name="connsiteY1" fmla="*/ 33252 h 1237427"/>
              <a:gd name="connsiteX2" fmla="*/ 2699655 w 5066524"/>
              <a:gd name="connsiteY2" fmla="*/ 1020224 h 1237427"/>
              <a:gd name="connsiteX3" fmla="*/ 3906187 w 5066524"/>
              <a:gd name="connsiteY3" fmla="*/ 0 h 1237427"/>
              <a:gd name="connsiteX4" fmla="*/ 4983082 w 5066524"/>
              <a:gd name="connsiteY4" fmla="*/ 1149288 h 1237427"/>
              <a:gd name="connsiteX5" fmla="*/ 4995551 w 5066524"/>
              <a:gd name="connsiteY5" fmla="*/ 1159558 h 1237427"/>
              <a:gd name="connsiteX0" fmla="*/ 0 w 5976453"/>
              <a:gd name="connsiteY0" fmla="*/ 947651 h 1171188"/>
              <a:gd name="connsiteX1" fmla="*/ 1291771 w 5976453"/>
              <a:gd name="connsiteY1" fmla="*/ 33252 h 1171188"/>
              <a:gd name="connsiteX2" fmla="*/ 2699655 w 5976453"/>
              <a:gd name="connsiteY2" fmla="*/ 1020224 h 1171188"/>
              <a:gd name="connsiteX3" fmla="*/ 3906187 w 5976453"/>
              <a:gd name="connsiteY3" fmla="*/ 0 h 1171188"/>
              <a:gd name="connsiteX4" fmla="*/ 4983082 w 5976453"/>
              <a:gd name="connsiteY4" fmla="*/ 1149288 h 1171188"/>
              <a:gd name="connsiteX5" fmla="*/ 5976453 w 5976453"/>
              <a:gd name="connsiteY5" fmla="*/ 195281 h 1171188"/>
              <a:gd name="connsiteX0" fmla="*/ 0 w 5959828"/>
              <a:gd name="connsiteY0" fmla="*/ 947651 h 1169363"/>
              <a:gd name="connsiteX1" fmla="*/ 1291771 w 5959828"/>
              <a:gd name="connsiteY1" fmla="*/ 33252 h 1169363"/>
              <a:gd name="connsiteX2" fmla="*/ 2699655 w 5959828"/>
              <a:gd name="connsiteY2" fmla="*/ 1020224 h 1169363"/>
              <a:gd name="connsiteX3" fmla="*/ 3906187 w 5959828"/>
              <a:gd name="connsiteY3" fmla="*/ 0 h 1169363"/>
              <a:gd name="connsiteX4" fmla="*/ 4983082 w 5959828"/>
              <a:gd name="connsiteY4" fmla="*/ 1149288 h 1169363"/>
              <a:gd name="connsiteX5" fmla="*/ 5959828 w 5959828"/>
              <a:gd name="connsiteY5" fmla="*/ 78903 h 1169363"/>
              <a:gd name="connsiteX0" fmla="*/ 0 w 6042496"/>
              <a:gd name="connsiteY0" fmla="*/ 947651 h 1169363"/>
              <a:gd name="connsiteX1" fmla="*/ 1291771 w 6042496"/>
              <a:gd name="connsiteY1" fmla="*/ 33252 h 1169363"/>
              <a:gd name="connsiteX2" fmla="*/ 2699655 w 6042496"/>
              <a:gd name="connsiteY2" fmla="*/ 1020224 h 1169363"/>
              <a:gd name="connsiteX3" fmla="*/ 3906187 w 6042496"/>
              <a:gd name="connsiteY3" fmla="*/ 0 h 1169363"/>
              <a:gd name="connsiteX4" fmla="*/ 4983082 w 6042496"/>
              <a:gd name="connsiteY4" fmla="*/ 1149288 h 1169363"/>
              <a:gd name="connsiteX5" fmla="*/ 5959828 w 6042496"/>
              <a:gd name="connsiteY5" fmla="*/ 78903 h 1169363"/>
              <a:gd name="connsiteX6" fmla="*/ 5993078 w 6042496"/>
              <a:gd name="connsiteY6" fmla="*/ 128781 h 1169363"/>
              <a:gd name="connsiteX0" fmla="*/ 0 w 6641470"/>
              <a:gd name="connsiteY0" fmla="*/ 947651 h 1169363"/>
              <a:gd name="connsiteX1" fmla="*/ 1291771 w 6641470"/>
              <a:gd name="connsiteY1" fmla="*/ 33252 h 1169363"/>
              <a:gd name="connsiteX2" fmla="*/ 2699655 w 6641470"/>
              <a:gd name="connsiteY2" fmla="*/ 1020224 h 1169363"/>
              <a:gd name="connsiteX3" fmla="*/ 3906187 w 6641470"/>
              <a:gd name="connsiteY3" fmla="*/ 0 h 1169363"/>
              <a:gd name="connsiteX4" fmla="*/ 4983082 w 6641470"/>
              <a:gd name="connsiteY4" fmla="*/ 1149288 h 1169363"/>
              <a:gd name="connsiteX5" fmla="*/ 5959828 w 6641470"/>
              <a:gd name="connsiteY5" fmla="*/ 78903 h 1169363"/>
              <a:gd name="connsiteX6" fmla="*/ 6641470 w 6641470"/>
              <a:gd name="connsiteY6" fmla="*/ 1159560 h 1169363"/>
              <a:gd name="connsiteX0" fmla="*/ 0 w 6697005"/>
              <a:gd name="connsiteY0" fmla="*/ 947651 h 1230671"/>
              <a:gd name="connsiteX1" fmla="*/ 1291771 w 6697005"/>
              <a:gd name="connsiteY1" fmla="*/ 33252 h 1230671"/>
              <a:gd name="connsiteX2" fmla="*/ 2699655 w 6697005"/>
              <a:gd name="connsiteY2" fmla="*/ 1020224 h 1230671"/>
              <a:gd name="connsiteX3" fmla="*/ 3906187 w 6697005"/>
              <a:gd name="connsiteY3" fmla="*/ 0 h 1230671"/>
              <a:gd name="connsiteX4" fmla="*/ 4983082 w 6697005"/>
              <a:gd name="connsiteY4" fmla="*/ 1149288 h 1230671"/>
              <a:gd name="connsiteX5" fmla="*/ 5959828 w 6697005"/>
              <a:gd name="connsiteY5" fmla="*/ 78903 h 1230671"/>
              <a:gd name="connsiteX6" fmla="*/ 6641470 w 6697005"/>
              <a:gd name="connsiteY6" fmla="*/ 1159560 h 1230671"/>
              <a:gd name="connsiteX7" fmla="*/ 6658096 w 6697005"/>
              <a:gd name="connsiteY7" fmla="*/ 1126308 h 1230671"/>
              <a:gd name="connsiteX0" fmla="*/ 0 w 7289864"/>
              <a:gd name="connsiteY0" fmla="*/ 947651 h 1176715"/>
              <a:gd name="connsiteX1" fmla="*/ 1291771 w 7289864"/>
              <a:gd name="connsiteY1" fmla="*/ 33252 h 1176715"/>
              <a:gd name="connsiteX2" fmla="*/ 2699655 w 7289864"/>
              <a:gd name="connsiteY2" fmla="*/ 1020224 h 1176715"/>
              <a:gd name="connsiteX3" fmla="*/ 3906187 w 7289864"/>
              <a:gd name="connsiteY3" fmla="*/ 0 h 1176715"/>
              <a:gd name="connsiteX4" fmla="*/ 4983082 w 7289864"/>
              <a:gd name="connsiteY4" fmla="*/ 1149288 h 1176715"/>
              <a:gd name="connsiteX5" fmla="*/ 5959828 w 7289864"/>
              <a:gd name="connsiteY5" fmla="*/ 78903 h 1176715"/>
              <a:gd name="connsiteX6" fmla="*/ 6641470 w 7289864"/>
              <a:gd name="connsiteY6" fmla="*/ 1159560 h 1176715"/>
              <a:gd name="connsiteX7" fmla="*/ 7289864 w 7289864"/>
              <a:gd name="connsiteY7" fmla="*/ 112155 h 1176715"/>
              <a:gd name="connsiteX0" fmla="*/ 0 w 7337892"/>
              <a:gd name="connsiteY0" fmla="*/ 947651 h 1176715"/>
              <a:gd name="connsiteX1" fmla="*/ 1291771 w 7337892"/>
              <a:gd name="connsiteY1" fmla="*/ 33252 h 1176715"/>
              <a:gd name="connsiteX2" fmla="*/ 2699655 w 7337892"/>
              <a:gd name="connsiteY2" fmla="*/ 1020224 h 1176715"/>
              <a:gd name="connsiteX3" fmla="*/ 3906187 w 7337892"/>
              <a:gd name="connsiteY3" fmla="*/ 0 h 1176715"/>
              <a:gd name="connsiteX4" fmla="*/ 4983082 w 7337892"/>
              <a:gd name="connsiteY4" fmla="*/ 1149288 h 1176715"/>
              <a:gd name="connsiteX5" fmla="*/ 5959828 w 7337892"/>
              <a:gd name="connsiteY5" fmla="*/ 78903 h 1176715"/>
              <a:gd name="connsiteX6" fmla="*/ 6641470 w 7337892"/>
              <a:gd name="connsiteY6" fmla="*/ 1159560 h 1176715"/>
              <a:gd name="connsiteX7" fmla="*/ 7289864 w 7337892"/>
              <a:gd name="connsiteY7" fmla="*/ 112155 h 1176715"/>
              <a:gd name="connsiteX8" fmla="*/ 7289863 w 7337892"/>
              <a:gd name="connsiteY8" fmla="*/ 145406 h 1176715"/>
              <a:gd name="connsiteX0" fmla="*/ 0 w 7905005"/>
              <a:gd name="connsiteY0" fmla="*/ 947651 h 1176715"/>
              <a:gd name="connsiteX1" fmla="*/ 1291771 w 7905005"/>
              <a:gd name="connsiteY1" fmla="*/ 33252 h 1176715"/>
              <a:gd name="connsiteX2" fmla="*/ 2699655 w 7905005"/>
              <a:gd name="connsiteY2" fmla="*/ 1020224 h 1176715"/>
              <a:gd name="connsiteX3" fmla="*/ 3906187 w 7905005"/>
              <a:gd name="connsiteY3" fmla="*/ 0 h 1176715"/>
              <a:gd name="connsiteX4" fmla="*/ 4983082 w 7905005"/>
              <a:gd name="connsiteY4" fmla="*/ 1149288 h 1176715"/>
              <a:gd name="connsiteX5" fmla="*/ 5959828 w 7905005"/>
              <a:gd name="connsiteY5" fmla="*/ 78903 h 1176715"/>
              <a:gd name="connsiteX6" fmla="*/ 6641470 w 7905005"/>
              <a:gd name="connsiteY6" fmla="*/ 1159560 h 1176715"/>
              <a:gd name="connsiteX7" fmla="*/ 7289864 w 7905005"/>
              <a:gd name="connsiteY7" fmla="*/ 112155 h 1176715"/>
              <a:gd name="connsiteX8" fmla="*/ 7905005 w 7905005"/>
              <a:gd name="connsiteY8" fmla="*/ 926802 h 1176715"/>
              <a:gd name="connsiteX0" fmla="*/ 0 w 8021383"/>
              <a:gd name="connsiteY0" fmla="*/ 947651 h 1176715"/>
              <a:gd name="connsiteX1" fmla="*/ 1291771 w 8021383"/>
              <a:gd name="connsiteY1" fmla="*/ 33252 h 1176715"/>
              <a:gd name="connsiteX2" fmla="*/ 2699655 w 8021383"/>
              <a:gd name="connsiteY2" fmla="*/ 1020224 h 1176715"/>
              <a:gd name="connsiteX3" fmla="*/ 3906187 w 8021383"/>
              <a:gd name="connsiteY3" fmla="*/ 0 h 1176715"/>
              <a:gd name="connsiteX4" fmla="*/ 4983082 w 8021383"/>
              <a:gd name="connsiteY4" fmla="*/ 1149288 h 1176715"/>
              <a:gd name="connsiteX5" fmla="*/ 5959828 w 8021383"/>
              <a:gd name="connsiteY5" fmla="*/ 78903 h 1176715"/>
              <a:gd name="connsiteX6" fmla="*/ 6641470 w 8021383"/>
              <a:gd name="connsiteY6" fmla="*/ 1159560 h 1176715"/>
              <a:gd name="connsiteX7" fmla="*/ 7289864 w 8021383"/>
              <a:gd name="connsiteY7" fmla="*/ 112155 h 1176715"/>
              <a:gd name="connsiteX8" fmla="*/ 8021383 w 8021383"/>
              <a:gd name="connsiteY8" fmla="*/ 1126308 h 1176715"/>
              <a:gd name="connsiteX0" fmla="*/ 0 w 8669775"/>
              <a:gd name="connsiteY0" fmla="*/ 964276 h 1176715"/>
              <a:gd name="connsiteX1" fmla="*/ 1940163 w 8669775"/>
              <a:gd name="connsiteY1" fmla="*/ 33252 h 1176715"/>
              <a:gd name="connsiteX2" fmla="*/ 3348047 w 8669775"/>
              <a:gd name="connsiteY2" fmla="*/ 1020224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275145 w 8669775"/>
              <a:gd name="connsiteY1" fmla="*/ 66503 h 1176715"/>
              <a:gd name="connsiteX2" fmla="*/ 3348047 w 8669775"/>
              <a:gd name="connsiteY2" fmla="*/ 1020224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275145 w 8669775"/>
              <a:gd name="connsiteY1" fmla="*/ 66503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75393 w 8669775"/>
              <a:gd name="connsiteY1" fmla="*/ 99753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367145 w 8669775"/>
              <a:gd name="connsiteY2" fmla="*/ 970347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2018011 w 8669775"/>
              <a:gd name="connsiteY2" fmla="*/ 953722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1951509 w 8669775"/>
              <a:gd name="connsiteY2" fmla="*/ 1003599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158768 w 8669775"/>
              <a:gd name="connsiteY1" fmla="*/ 66502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1009139 w 8669775"/>
              <a:gd name="connsiteY1" fmla="*/ 116378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64276 h 1176715"/>
              <a:gd name="connsiteX1" fmla="*/ 975888 w 8669775"/>
              <a:gd name="connsiteY1" fmla="*/ 116378 h 1176715"/>
              <a:gd name="connsiteX2" fmla="*/ 1851757 w 8669775"/>
              <a:gd name="connsiteY2" fmla="*/ 937098 h 1176715"/>
              <a:gd name="connsiteX3" fmla="*/ 4554579 w 8669775"/>
              <a:gd name="connsiteY3" fmla="*/ 0 h 1176715"/>
              <a:gd name="connsiteX4" fmla="*/ 5631474 w 8669775"/>
              <a:gd name="connsiteY4" fmla="*/ 1149288 h 1176715"/>
              <a:gd name="connsiteX5" fmla="*/ 6608220 w 8669775"/>
              <a:gd name="connsiteY5" fmla="*/ 78903 h 1176715"/>
              <a:gd name="connsiteX6" fmla="*/ 7289862 w 8669775"/>
              <a:gd name="connsiteY6" fmla="*/ 1159560 h 1176715"/>
              <a:gd name="connsiteX7" fmla="*/ 7938256 w 8669775"/>
              <a:gd name="connsiteY7" fmla="*/ 112155 h 1176715"/>
              <a:gd name="connsiteX8" fmla="*/ 8669775 w 8669775"/>
              <a:gd name="connsiteY8" fmla="*/ 1126308 h 1176715"/>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11534 h 1123973"/>
              <a:gd name="connsiteX1" fmla="*/ 975888 w 8669775"/>
              <a:gd name="connsiteY1" fmla="*/ 63636 h 1123973"/>
              <a:gd name="connsiteX2" fmla="*/ 1851757 w 8669775"/>
              <a:gd name="connsiteY2" fmla="*/ 884356 h 1123973"/>
              <a:gd name="connsiteX3" fmla="*/ 2692528 w 8669775"/>
              <a:gd name="connsiteY3" fmla="*/ 63636 h 1123973"/>
              <a:gd name="connsiteX4" fmla="*/ 5631474 w 8669775"/>
              <a:gd name="connsiteY4" fmla="*/ 1096546 h 1123973"/>
              <a:gd name="connsiteX5" fmla="*/ 6608220 w 8669775"/>
              <a:gd name="connsiteY5" fmla="*/ 26161 h 1123973"/>
              <a:gd name="connsiteX6" fmla="*/ 7289862 w 8669775"/>
              <a:gd name="connsiteY6" fmla="*/ 1106818 h 1123973"/>
              <a:gd name="connsiteX7" fmla="*/ 7938256 w 8669775"/>
              <a:gd name="connsiteY7" fmla="*/ 59413 h 1123973"/>
              <a:gd name="connsiteX8" fmla="*/ 8669775 w 8669775"/>
              <a:gd name="connsiteY8" fmla="*/ 1073566 h 1123973"/>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5631474 w 8669775"/>
              <a:gd name="connsiteY4" fmla="*/ 108640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586543 w 8669775"/>
              <a:gd name="connsiteY4" fmla="*/ 936773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536666 w 8669775"/>
              <a:gd name="connsiteY4" fmla="*/ 903522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53493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75903 w 8669775"/>
              <a:gd name="connsiteY3" fmla="*/ 20242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692528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470164 w 8669775"/>
              <a:gd name="connsiteY4" fmla="*/ 920147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565580 w 8669775"/>
              <a:gd name="connsiteY4" fmla="*/ 904244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565580 w 8669775"/>
              <a:gd name="connsiteY4" fmla="*/ 904244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613288 w 8669775"/>
              <a:gd name="connsiteY4" fmla="*/ 888341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901391 h 1113830"/>
              <a:gd name="connsiteX1" fmla="*/ 975888 w 8669775"/>
              <a:gd name="connsiteY1" fmla="*/ 53493 h 1113830"/>
              <a:gd name="connsiteX2" fmla="*/ 1851757 w 8669775"/>
              <a:gd name="connsiteY2" fmla="*/ 874213 h 1113830"/>
              <a:gd name="connsiteX3" fmla="*/ 2759030 w 8669775"/>
              <a:gd name="connsiteY3" fmla="*/ 36867 h 1113830"/>
              <a:gd name="connsiteX4" fmla="*/ 3613288 w 8669775"/>
              <a:gd name="connsiteY4" fmla="*/ 888341 h 1113830"/>
              <a:gd name="connsiteX5" fmla="*/ 6608220 w 8669775"/>
              <a:gd name="connsiteY5" fmla="*/ 16018 h 1113830"/>
              <a:gd name="connsiteX6" fmla="*/ 7289862 w 8669775"/>
              <a:gd name="connsiteY6" fmla="*/ 1096675 h 1113830"/>
              <a:gd name="connsiteX7" fmla="*/ 7938256 w 8669775"/>
              <a:gd name="connsiteY7" fmla="*/ 49270 h 1113830"/>
              <a:gd name="connsiteX8" fmla="*/ 8669775 w 8669775"/>
              <a:gd name="connsiteY8" fmla="*/ 1063423 h 1113830"/>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564374 w 8669775"/>
              <a:gd name="connsiteY5" fmla="*/ 125639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83818 h 1096257"/>
              <a:gd name="connsiteX1" fmla="*/ 975888 w 8669775"/>
              <a:gd name="connsiteY1" fmla="*/ 35920 h 1096257"/>
              <a:gd name="connsiteX2" fmla="*/ 1851757 w 8669775"/>
              <a:gd name="connsiteY2" fmla="*/ 856640 h 1096257"/>
              <a:gd name="connsiteX3" fmla="*/ 2759030 w 8669775"/>
              <a:gd name="connsiteY3" fmla="*/ 19294 h 1096257"/>
              <a:gd name="connsiteX4" fmla="*/ 3613288 w 8669775"/>
              <a:gd name="connsiteY4" fmla="*/ 870768 h 1096257"/>
              <a:gd name="connsiteX5" fmla="*/ 4495674 w 8669775"/>
              <a:gd name="connsiteY5" fmla="*/ 16230 h 1096257"/>
              <a:gd name="connsiteX6" fmla="*/ 7289862 w 8669775"/>
              <a:gd name="connsiteY6" fmla="*/ 1079102 h 1096257"/>
              <a:gd name="connsiteX7" fmla="*/ 7938256 w 8669775"/>
              <a:gd name="connsiteY7" fmla="*/ 31697 h 1096257"/>
              <a:gd name="connsiteX8" fmla="*/ 8669775 w 8669775"/>
              <a:gd name="connsiteY8" fmla="*/ 1045850 h 1096257"/>
              <a:gd name="connsiteX0" fmla="*/ 0 w 8669775"/>
              <a:gd name="connsiteY0" fmla="*/ 883818 h 1096257"/>
              <a:gd name="connsiteX1" fmla="*/ 975888 w 8669775"/>
              <a:gd name="connsiteY1" fmla="*/ 35920 h 1096257"/>
              <a:gd name="connsiteX2" fmla="*/ 1851757 w 8669775"/>
              <a:gd name="connsiteY2" fmla="*/ 856640 h 1096257"/>
              <a:gd name="connsiteX3" fmla="*/ 2759030 w 8669775"/>
              <a:gd name="connsiteY3" fmla="*/ 19294 h 1096257"/>
              <a:gd name="connsiteX4" fmla="*/ 3613288 w 8669775"/>
              <a:gd name="connsiteY4" fmla="*/ 870768 h 1096257"/>
              <a:gd name="connsiteX5" fmla="*/ 4495674 w 8669775"/>
              <a:gd name="connsiteY5" fmla="*/ 16230 h 1096257"/>
              <a:gd name="connsiteX6" fmla="*/ 7289862 w 8669775"/>
              <a:gd name="connsiteY6" fmla="*/ 1079102 h 1096257"/>
              <a:gd name="connsiteX7" fmla="*/ 7938256 w 8669775"/>
              <a:gd name="connsiteY7" fmla="*/ 31697 h 1096257"/>
              <a:gd name="connsiteX8" fmla="*/ 8669775 w 8669775"/>
              <a:gd name="connsiteY8" fmla="*/ 1045850 h 1096257"/>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495674 w 8669775"/>
              <a:gd name="connsiteY5" fmla="*/ 1147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68735 h 1081174"/>
              <a:gd name="connsiteX1" fmla="*/ 975888 w 8669775"/>
              <a:gd name="connsiteY1" fmla="*/ 20837 h 1081174"/>
              <a:gd name="connsiteX2" fmla="*/ 1851757 w 8669775"/>
              <a:gd name="connsiteY2" fmla="*/ 841557 h 1081174"/>
              <a:gd name="connsiteX3" fmla="*/ 2759030 w 8669775"/>
              <a:gd name="connsiteY3" fmla="*/ 4211 h 1081174"/>
              <a:gd name="connsiteX4" fmla="*/ 3613288 w 8669775"/>
              <a:gd name="connsiteY4" fmla="*/ 855685 h 1081174"/>
              <a:gd name="connsiteX5" fmla="*/ 4495674 w 8669775"/>
              <a:gd name="connsiteY5" fmla="*/ 1147 h 1081174"/>
              <a:gd name="connsiteX6" fmla="*/ 7289862 w 8669775"/>
              <a:gd name="connsiteY6" fmla="*/ 1064019 h 1081174"/>
              <a:gd name="connsiteX7" fmla="*/ 7938256 w 8669775"/>
              <a:gd name="connsiteY7" fmla="*/ 16614 h 1081174"/>
              <a:gd name="connsiteX8" fmla="*/ 8669775 w 8669775"/>
              <a:gd name="connsiteY8" fmla="*/ 1030767 h 1081174"/>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555170 w 8669775"/>
              <a:gd name="connsiteY6" fmla="*/ 797252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314717 w 8669775"/>
              <a:gd name="connsiteY6" fmla="*/ 850605 h 1030767"/>
              <a:gd name="connsiteX7" fmla="*/ 7938256 w 8669775"/>
              <a:gd name="connsiteY7" fmla="*/ 16614 h 1030767"/>
              <a:gd name="connsiteX8" fmla="*/ 8669775 w 8669775"/>
              <a:gd name="connsiteY8" fmla="*/ 1030767 h 1030767"/>
              <a:gd name="connsiteX0" fmla="*/ 0 w 8669775"/>
              <a:gd name="connsiteY0" fmla="*/ 868735 h 1030767"/>
              <a:gd name="connsiteX1" fmla="*/ 975888 w 8669775"/>
              <a:gd name="connsiteY1" fmla="*/ 20837 h 1030767"/>
              <a:gd name="connsiteX2" fmla="*/ 1851757 w 8669775"/>
              <a:gd name="connsiteY2" fmla="*/ 841557 h 1030767"/>
              <a:gd name="connsiteX3" fmla="*/ 2759030 w 8669775"/>
              <a:gd name="connsiteY3" fmla="*/ 4211 h 1030767"/>
              <a:gd name="connsiteX4" fmla="*/ 3613288 w 8669775"/>
              <a:gd name="connsiteY4" fmla="*/ 855685 h 1030767"/>
              <a:gd name="connsiteX5" fmla="*/ 4495674 w 8669775"/>
              <a:gd name="connsiteY5" fmla="*/ 1147 h 1030767"/>
              <a:gd name="connsiteX6" fmla="*/ 5331893 w 8669775"/>
              <a:gd name="connsiteY6" fmla="*/ 886174 h 1030767"/>
              <a:gd name="connsiteX7" fmla="*/ 7938256 w 8669775"/>
              <a:gd name="connsiteY7" fmla="*/ 16614 h 1030767"/>
              <a:gd name="connsiteX8" fmla="*/ 8669775 w 8669775"/>
              <a:gd name="connsiteY8" fmla="*/ 1030767 h 1030767"/>
              <a:gd name="connsiteX0" fmla="*/ 0 w 8618249"/>
              <a:gd name="connsiteY0" fmla="*/ 850950 h 1030767"/>
              <a:gd name="connsiteX1" fmla="*/ 924362 w 8618249"/>
              <a:gd name="connsiteY1" fmla="*/ 20837 h 1030767"/>
              <a:gd name="connsiteX2" fmla="*/ 1800231 w 8618249"/>
              <a:gd name="connsiteY2" fmla="*/ 841557 h 1030767"/>
              <a:gd name="connsiteX3" fmla="*/ 2707504 w 8618249"/>
              <a:gd name="connsiteY3" fmla="*/ 4211 h 1030767"/>
              <a:gd name="connsiteX4" fmla="*/ 3561762 w 8618249"/>
              <a:gd name="connsiteY4" fmla="*/ 855685 h 1030767"/>
              <a:gd name="connsiteX5" fmla="*/ 4444148 w 8618249"/>
              <a:gd name="connsiteY5" fmla="*/ 1147 h 1030767"/>
              <a:gd name="connsiteX6" fmla="*/ 5280367 w 8618249"/>
              <a:gd name="connsiteY6" fmla="*/ 886174 h 1030767"/>
              <a:gd name="connsiteX7" fmla="*/ 7886730 w 8618249"/>
              <a:gd name="connsiteY7" fmla="*/ 16614 h 1030767"/>
              <a:gd name="connsiteX8" fmla="*/ 8618249 w 8618249"/>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66398 h 1030767"/>
              <a:gd name="connsiteX1" fmla="*/ 718260 w 8412147"/>
              <a:gd name="connsiteY1" fmla="*/ 20837 h 1030767"/>
              <a:gd name="connsiteX2" fmla="*/ 1594129 w 8412147"/>
              <a:gd name="connsiteY2" fmla="*/ 841557 h 1030767"/>
              <a:gd name="connsiteX3" fmla="*/ 2501402 w 8412147"/>
              <a:gd name="connsiteY3" fmla="*/ 4211 h 1030767"/>
              <a:gd name="connsiteX4" fmla="*/ 3355660 w 8412147"/>
              <a:gd name="connsiteY4" fmla="*/ 855685 h 1030767"/>
              <a:gd name="connsiteX5" fmla="*/ 4238046 w 8412147"/>
              <a:gd name="connsiteY5" fmla="*/ 1147 h 1030767"/>
              <a:gd name="connsiteX6" fmla="*/ 5074265 w 8412147"/>
              <a:gd name="connsiteY6" fmla="*/ 886174 h 1030767"/>
              <a:gd name="connsiteX7" fmla="*/ 7680628 w 8412147"/>
              <a:gd name="connsiteY7" fmla="*/ 16614 h 1030767"/>
              <a:gd name="connsiteX8" fmla="*/ 8412147 w 8412147"/>
              <a:gd name="connsiteY8" fmla="*/ 1030767 h 1030767"/>
              <a:gd name="connsiteX0" fmla="*/ 0 w 8412147"/>
              <a:gd name="connsiteY0" fmla="*/ 583955 h 1048324"/>
              <a:gd name="connsiteX1" fmla="*/ 718260 w 8412147"/>
              <a:gd name="connsiteY1" fmla="*/ 38394 h 1048324"/>
              <a:gd name="connsiteX2" fmla="*/ 1594129 w 8412147"/>
              <a:gd name="connsiteY2" fmla="*/ 859114 h 1048324"/>
              <a:gd name="connsiteX3" fmla="*/ 2501402 w 8412147"/>
              <a:gd name="connsiteY3" fmla="*/ 21768 h 1048324"/>
              <a:gd name="connsiteX4" fmla="*/ 3355660 w 8412147"/>
              <a:gd name="connsiteY4" fmla="*/ 873242 h 1048324"/>
              <a:gd name="connsiteX5" fmla="*/ 4238046 w 8412147"/>
              <a:gd name="connsiteY5" fmla="*/ 18704 h 1048324"/>
              <a:gd name="connsiteX6" fmla="*/ 5074265 w 8412147"/>
              <a:gd name="connsiteY6" fmla="*/ 903731 h 1048324"/>
              <a:gd name="connsiteX7" fmla="*/ 5894411 w 8412147"/>
              <a:gd name="connsiteY7" fmla="*/ 16387 h 1048324"/>
              <a:gd name="connsiteX8" fmla="*/ 8412147 w 8412147"/>
              <a:gd name="connsiteY8" fmla="*/ 1048324 h 1048324"/>
              <a:gd name="connsiteX0" fmla="*/ 0 w 8412147"/>
              <a:gd name="connsiteY0" fmla="*/ 583955 h 1048324"/>
              <a:gd name="connsiteX1" fmla="*/ 718260 w 8412147"/>
              <a:gd name="connsiteY1" fmla="*/ 38394 h 1048324"/>
              <a:gd name="connsiteX2" fmla="*/ 1594129 w 8412147"/>
              <a:gd name="connsiteY2" fmla="*/ 859114 h 1048324"/>
              <a:gd name="connsiteX3" fmla="*/ 2501402 w 8412147"/>
              <a:gd name="connsiteY3" fmla="*/ 21768 h 1048324"/>
              <a:gd name="connsiteX4" fmla="*/ 3355660 w 8412147"/>
              <a:gd name="connsiteY4" fmla="*/ 873242 h 1048324"/>
              <a:gd name="connsiteX5" fmla="*/ 4238046 w 8412147"/>
              <a:gd name="connsiteY5" fmla="*/ 18704 h 1048324"/>
              <a:gd name="connsiteX6" fmla="*/ 5074265 w 8412147"/>
              <a:gd name="connsiteY6" fmla="*/ 903731 h 1048324"/>
              <a:gd name="connsiteX7" fmla="*/ 5894411 w 8412147"/>
              <a:gd name="connsiteY7" fmla="*/ 16387 h 1048324"/>
              <a:gd name="connsiteX8" fmla="*/ 8412147 w 8412147"/>
              <a:gd name="connsiteY8" fmla="*/ 1048324 h 1048324"/>
              <a:gd name="connsiteX0" fmla="*/ 0 w 8412147"/>
              <a:gd name="connsiteY0" fmla="*/ 567625 h 1031994"/>
              <a:gd name="connsiteX1" fmla="*/ 718260 w 8412147"/>
              <a:gd name="connsiteY1" fmla="*/ 22064 h 1031994"/>
              <a:gd name="connsiteX2" fmla="*/ 1594129 w 8412147"/>
              <a:gd name="connsiteY2" fmla="*/ 842784 h 1031994"/>
              <a:gd name="connsiteX3" fmla="*/ 2501402 w 8412147"/>
              <a:gd name="connsiteY3" fmla="*/ 5438 h 1031994"/>
              <a:gd name="connsiteX4" fmla="*/ 3355660 w 8412147"/>
              <a:gd name="connsiteY4" fmla="*/ 856912 h 1031994"/>
              <a:gd name="connsiteX5" fmla="*/ 4238046 w 8412147"/>
              <a:gd name="connsiteY5" fmla="*/ 2374 h 1031994"/>
              <a:gd name="connsiteX6" fmla="*/ 5074265 w 8412147"/>
              <a:gd name="connsiteY6" fmla="*/ 887401 h 1031994"/>
              <a:gd name="connsiteX7" fmla="*/ 5894411 w 8412147"/>
              <a:gd name="connsiteY7" fmla="*/ 57 h 1031994"/>
              <a:gd name="connsiteX8" fmla="*/ 8412147 w 8412147"/>
              <a:gd name="connsiteY8" fmla="*/ 1031994 h 1031994"/>
              <a:gd name="connsiteX0" fmla="*/ 0 w 8412147"/>
              <a:gd name="connsiteY0" fmla="*/ 567625 h 1031994"/>
              <a:gd name="connsiteX1" fmla="*/ 718260 w 8412147"/>
              <a:gd name="connsiteY1" fmla="*/ 22064 h 1031994"/>
              <a:gd name="connsiteX2" fmla="*/ 1594129 w 8412147"/>
              <a:gd name="connsiteY2" fmla="*/ 842784 h 1031994"/>
              <a:gd name="connsiteX3" fmla="*/ 2501402 w 8412147"/>
              <a:gd name="connsiteY3" fmla="*/ 5438 h 1031994"/>
              <a:gd name="connsiteX4" fmla="*/ 3355660 w 8412147"/>
              <a:gd name="connsiteY4" fmla="*/ 856912 h 1031994"/>
              <a:gd name="connsiteX5" fmla="*/ 4238046 w 8412147"/>
              <a:gd name="connsiteY5" fmla="*/ 2374 h 1031994"/>
              <a:gd name="connsiteX6" fmla="*/ 5074265 w 8412147"/>
              <a:gd name="connsiteY6" fmla="*/ 887401 h 1031994"/>
              <a:gd name="connsiteX7" fmla="*/ 5894411 w 8412147"/>
              <a:gd name="connsiteY7" fmla="*/ 57 h 1031994"/>
              <a:gd name="connsiteX8" fmla="*/ 8412147 w 8412147"/>
              <a:gd name="connsiteY8" fmla="*/ 1031994 h 1031994"/>
              <a:gd name="connsiteX0" fmla="*/ 0 w 6866382"/>
              <a:gd name="connsiteY0" fmla="*/ 567759 h 887535"/>
              <a:gd name="connsiteX1" fmla="*/ 718260 w 6866382"/>
              <a:gd name="connsiteY1" fmla="*/ 22198 h 887535"/>
              <a:gd name="connsiteX2" fmla="*/ 1594129 w 6866382"/>
              <a:gd name="connsiteY2" fmla="*/ 842918 h 887535"/>
              <a:gd name="connsiteX3" fmla="*/ 2501402 w 6866382"/>
              <a:gd name="connsiteY3" fmla="*/ 5572 h 887535"/>
              <a:gd name="connsiteX4" fmla="*/ 3355660 w 6866382"/>
              <a:gd name="connsiteY4" fmla="*/ 857046 h 887535"/>
              <a:gd name="connsiteX5" fmla="*/ 4238046 w 6866382"/>
              <a:gd name="connsiteY5" fmla="*/ 2508 h 887535"/>
              <a:gd name="connsiteX6" fmla="*/ 5074265 w 6866382"/>
              <a:gd name="connsiteY6" fmla="*/ 887535 h 887535"/>
              <a:gd name="connsiteX7" fmla="*/ 5894411 w 6866382"/>
              <a:gd name="connsiteY7" fmla="*/ 191 h 887535"/>
              <a:gd name="connsiteX8" fmla="*/ 6866382 w 6866382"/>
              <a:gd name="connsiteY8" fmla="*/ 800929 h 887535"/>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2 h 925264"/>
              <a:gd name="connsiteX1" fmla="*/ 718260 w 6780506"/>
              <a:gd name="connsiteY1" fmla="*/ 22041 h 925264"/>
              <a:gd name="connsiteX2" fmla="*/ 1594129 w 6780506"/>
              <a:gd name="connsiteY2" fmla="*/ 842761 h 925264"/>
              <a:gd name="connsiteX3" fmla="*/ 2501402 w 6780506"/>
              <a:gd name="connsiteY3" fmla="*/ 5415 h 925264"/>
              <a:gd name="connsiteX4" fmla="*/ 3355660 w 6780506"/>
              <a:gd name="connsiteY4" fmla="*/ 856889 h 925264"/>
              <a:gd name="connsiteX5" fmla="*/ 4238046 w 6780506"/>
              <a:gd name="connsiteY5" fmla="*/ 2351 h 925264"/>
              <a:gd name="connsiteX6" fmla="*/ 5074265 w 6780506"/>
              <a:gd name="connsiteY6" fmla="*/ 887378 h 925264"/>
              <a:gd name="connsiteX7" fmla="*/ 5894411 w 6780506"/>
              <a:gd name="connsiteY7" fmla="*/ 34 h 925264"/>
              <a:gd name="connsiteX8" fmla="*/ 6780506 w 6780506"/>
              <a:gd name="connsiteY8" fmla="*/ 925264 h 925264"/>
              <a:gd name="connsiteX0" fmla="*/ 0 w 6780506"/>
              <a:gd name="connsiteY0" fmla="*/ 567600 h 925262"/>
              <a:gd name="connsiteX1" fmla="*/ 718260 w 6780506"/>
              <a:gd name="connsiteY1" fmla="*/ 22039 h 925262"/>
              <a:gd name="connsiteX2" fmla="*/ 1594129 w 6780506"/>
              <a:gd name="connsiteY2" fmla="*/ 842759 h 925262"/>
              <a:gd name="connsiteX3" fmla="*/ 2501402 w 6780506"/>
              <a:gd name="connsiteY3" fmla="*/ 5413 h 925262"/>
              <a:gd name="connsiteX4" fmla="*/ 3355660 w 6780506"/>
              <a:gd name="connsiteY4" fmla="*/ 856887 h 925262"/>
              <a:gd name="connsiteX5" fmla="*/ 4238046 w 6780506"/>
              <a:gd name="connsiteY5" fmla="*/ 2349 h 925262"/>
              <a:gd name="connsiteX6" fmla="*/ 5074265 w 6780506"/>
              <a:gd name="connsiteY6" fmla="*/ 887376 h 925262"/>
              <a:gd name="connsiteX7" fmla="*/ 5894411 w 6780506"/>
              <a:gd name="connsiteY7" fmla="*/ 32 h 925262"/>
              <a:gd name="connsiteX8" fmla="*/ 6780506 w 6780506"/>
              <a:gd name="connsiteY8" fmla="*/ 925262 h 925262"/>
              <a:gd name="connsiteX0" fmla="*/ 0 w 6780506"/>
              <a:gd name="connsiteY0" fmla="*/ 567673 h 925335"/>
              <a:gd name="connsiteX1" fmla="*/ 718260 w 6780506"/>
              <a:gd name="connsiteY1" fmla="*/ 22112 h 925335"/>
              <a:gd name="connsiteX2" fmla="*/ 1594129 w 6780506"/>
              <a:gd name="connsiteY2" fmla="*/ 842832 h 925335"/>
              <a:gd name="connsiteX3" fmla="*/ 2501402 w 6780506"/>
              <a:gd name="connsiteY3" fmla="*/ 5486 h 925335"/>
              <a:gd name="connsiteX4" fmla="*/ 3355660 w 6780506"/>
              <a:gd name="connsiteY4" fmla="*/ 856960 h 925335"/>
              <a:gd name="connsiteX5" fmla="*/ 4238046 w 6780506"/>
              <a:gd name="connsiteY5" fmla="*/ 2422 h 925335"/>
              <a:gd name="connsiteX6" fmla="*/ 5074265 w 6780506"/>
              <a:gd name="connsiteY6" fmla="*/ 887449 h 925335"/>
              <a:gd name="connsiteX7" fmla="*/ 5894411 w 6780506"/>
              <a:gd name="connsiteY7" fmla="*/ 105 h 925335"/>
              <a:gd name="connsiteX8" fmla="*/ 6780506 w 6780506"/>
              <a:gd name="connsiteY8" fmla="*/ 925335 h 925335"/>
              <a:gd name="connsiteX0" fmla="*/ 0 w 6780506"/>
              <a:gd name="connsiteY0" fmla="*/ 568028 h 925690"/>
              <a:gd name="connsiteX1" fmla="*/ 718260 w 6780506"/>
              <a:gd name="connsiteY1" fmla="*/ 22467 h 925690"/>
              <a:gd name="connsiteX2" fmla="*/ 1594129 w 6780506"/>
              <a:gd name="connsiteY2" fmla="*/ 843187 h 925690"/>
              <a:gd name="connsiteX3" fmla="*/ 2501402 w 6780506"/>
              <a:gd name="connsiteY3" fmla="*/ 5841 h 925690"/>
              <a:gd name="connsiteX4" fmla="*/ 3355660 w 6780506"/>
              <a:gd name="connsiteY4" fmla="*/ 857315 h 925690"/>
              <a:gd name="connsiteX5" fmla="*/ 4238046 w 6780506"/>
              <a:gd name="connsiteY5" fmla="*/ 2777 h 925690"/>
              <a:gd name="connsiteX6" fmla="*/ 5074265 w 6780506"/>
              <a:gd name="connsiteY6" fmla="*/ 887804 h 925690"/>
              <a:gd name="connsiteX7" fmla="*/ 5894411 w 6780506"/>
              <a:gd name="connsiteY7" fmla="*/ 460 h 925690"/>
              <a:gd name="connsiteX8" fmla="*/ 6780506 w 6780506"/>
              <a:gd name="connsiteY8" fmla="*/ 925690 h 925690"/>
              <a:gd name="connsiteX0" fmla="*/ 0 w 6847034"/>
              <a:gd name="connsiteY0" fmla="*/ 568028 h 1001438"/>
              <a:gd name="connsiteX1" fmla="*/ 718260 w 6847034"/>
              <a:gd name="connsiteY1" fmla="*/ 22467 h 1001438"/>
              <a:gd name="connsiteX2" fmla="*/ 1594129 w 6847034"/>
              <a:gd name="connsiteY2" fmla="*/ 843187 h 1001438"/>
              <a:gd name="connsiteX3" fmla="*/ 2501402 w 6847034"/>
              <a:gd name="connsiteY3" fmla="*/ 5841 h 1001438"/>
              <a:gd name="connsiteX4" fmla="*/ 3355660 w 6847034"/>
              <a:gd name="connsiteY4" fmla="*/ 857315 h 1001438"/>
              <a:gd name="connsiteX5" fmla="*/ 4238046 w 6847034"/>
              <a:gd name="connsiteY5" fmla="*/ 2777 h 1001438"/>
              <a:gd name="connsiteX6" fmla="*/ 5074265 w 6847034"/>
              <a:gd name="connsiteY6" fmla="*/ 887804 h 1001438"/>
              <a:gd name="connsiteX7" fmla="*/ 5894411 w 6847034"/>
              <a:gd name="connsiteY7" fmla="*/ 460 h 1001438"/>
              <a:gd name="connsiteX8" fmla="*/ 6780506 w 6847034"/>
              <a:gd name="connsiteY8" fmla="*/ 925690 h 1001438"/>
              <a:gd name="connsiteX9" fmla="*/ 6783589 w 6847034"/>
              <a:gd name="connsiteY9" fmla="*/ 949401 h 1001438"/>
              <a:gd name="connsiteX0" fmla="*/ 0 w 7436246"/>
              <a:gd name="connsiteY0" fmla="*/ 568028 h 943040"/>
              <a:gd name="connsiteX1" fmla="*/ 718260 w 7436246"/>
              <a:gd name="connsiteY1" fmla="*/ 22467 h 943040"/>
              <a:gd name="connsiteX2" fmla="*/ 1594129 w 7436246"/>
              <a:gd name="connsiteY2" fmla="*/ 843187 h 943040"/>
              <a:gd name="connsiteX3" fmla="*/ 2501402 w 7436246"/>
              <a:gd name="connsiteY3" fmla="*/ 5841 h 943040"/>
              <a:gd name="connsiteX4" fmla="*/ 3355660 w 7436246"/>
              <a:gd name="connsiteY4" fmla="*/ 857315 h 943040"/>
              <a:gd name="connsiteX5" fmla="*/ 4238046 w 7436246"/>
              <a:gd name="connsiteY5" fmla="*/ 2777 h 943040"/>
              <a:gd name="connsiteX6" fmla="*/ 5074265 w 7436246"/>
              <a:gd name="connsiteY6" fmla="*/ 887804 h 943040"/>
              <a:gd name="connsiteX7" fmla="*/ 5894411 w 7436246"/>
              <a:gd name="connsiteY7" fmla="*/ 460 h 943040"/>
              <a:gd name="connsiteX8" fmla="*/ 6780506 w 7436246"/>
              <a:gd name="connsiteY8" fmla="*/ 925690 h 943040"/>
              <a:gd name="connsiteX9" fmla="*/ 7436246 w 7436246"/>
              <a:gd name="connsiteY9" fmla="*/ 113528 h 943040"/>
              <a:gd name="connsiteX0" fmla="*/ 0 w 7539297"/>
              <a:gd name="connsiteY0" fmla="*/ 568028 h 942225"/>
              <a:gd name="connsiteX1" fmla="*/ 718260 w 7539297"/>
              <a:gd name="connsiteY1" fmla="*/ 22467 h 942225"/>
              <a:gd name="connsiteX2" fmla="*/ 1594129 w 7539297"/>
              <a:gd name="connsiteY2" fmla="*/ 843187 h 942225"/>
              <a:gd name="connsiteX3" fmla="*/ 2501402 w 7539297"/>
              <a:gd name="connsiteY3" fmla="*/ 5841 h 942225"/>
              <a:gd name="connsiteX4" fmla="*/ 3355660 w 7539297"/>
              <a:gd name="connsiteY4" fmla="*/ 857315 h 942225"/>
              <a:gd name="connsiteX5" fmla="*/ 4238046 w 7539297"/>
              <a:gd name="connsiteY5" fmla="*/ 2777 h 942225"/>
              <a:gd name="connsiteX6" fmla="*/ 5074265 w 7539297"/>
              <a:gd name="connsiteY6" fmla="*/ 887804 h 942225"/>
              <a:gd name="connsiteX7" fmla="*/ 5894411 w 7539297"/>
              <a:gd name="connsiteY7" fmla="*/ 460 h 942225"/>
              <a:gd name="connsiteX8" fmla="*/ 6780506 w 7539297"/>
              <a:gd name="connsiteY8" fmla="*/ 925690 h 942225"/>
              <a:gd name="connsiteX9" fmla="*/ 7539297 w 7539297"/>
              <a:gd name="connsiteY9" fmla="*/ 60175 h 942225"/>
              <a:gd name="connsiteX0" fmla="*/ 0 w 7573647"/>
              <a:gd name="connsiteY0" fmla="*/ 568028 h 941722"/>
              <a:gd name="connsiteX1" fmla="*/ 718260 w 7573647"/>
              <a:gd name="connsiteY1" fmla="*/ 22467 h 941722"/>
              <a:gd name="connsiteX2" fmla="*/ 1594129 w 7573647"/>
              <a:gd name="connsiteY2" fmla="*/ 843187 h 941722"/>
              <a:gd name="connsiteX3" fmla="*/ 2501402 w 7573647"/>
              <a:gd name="connsiteY3" fmla="*/ 5841 h 941722"/>
              <a:gd name="connsiteX4" fmla="*/ 3355660 w 7573647"/>
              <a:gd name="connsiteY4" fmla="*/ 857315 h 941722"/>
              <a:gd name="connsiteX5" fmla="*/ 4238046 w 7573647"/>
              <a:gd name="connsiteY5" fmla="*/ 2777 h 941722"/>
              <a:gd name="connsiteX6" fmla="*/ 5074265 w 7573647"/>
              <a:gd name="connsiteY6" fmla="*/ 887804 h 941722"/>
              <a:gd name="connsiteX7" fmla="*/ 5894411 w 7573647"/>
              <a:gd name="connsiteY7" fmla="*/ 460 h 941722"/>
              <a:gd name="connsiteX8" fmla="*/ 6780506 w 7573647"/>
              <a:gd name="connsiteY8" fmla="*/ 925690 h 941722"/>
              <a:gd name="connsiteX9" fmla="*/ 7573647 w 7573647"/>
              <a:gd name="connsiteY9" fmla="*/ 24606 h 941722"/>
              <a:gd name="connsiteX0" fmla="*/ 0 w 7623401"/>
              <a:gd name="connsiteY0" fmla="*/ 600779 h 974473"/>
              <a:gd name="connsiteX1" fmla="*/ 718260 w 7623401"/>
              <a:gd name="connsiteY1" fmla="*/ 55218 h 974473"/>
              <a:gd name="connsiteX2" fmla="*/ 1594129 w 7623401"/>
              <a:gd name="connsiteY2" fmla="*/ 875938 h 974473"/>
              <a:gd name="connsiteX3" fmla="*/ 2501402 w 7623401"/>
              <a:gd name="connsiteY3" fmla="*/ 38592 h 974473"/>
              <a:gd name="connsiteX4" fmla="*/ 3355660 w 7623401"/>
              <a:gd name="connsiteY4" fmla="*/ 890066 h 974473"/>
              <a:gd name="connsiteX5" fmla="*/ 4238046 w 7623401"/>
              <a:gd name="connsiteY5" fmla="*/ 35528 h 974473"/>
              <a:gd name="connsiteX6" fmla="*/ 5074265 w 7623401"/>
              <a:gd name="connsiteY6" fmla="*/ 920555 h 974473"/>
              <a:gd name="connsiteX7" fmla="*/ 5894411 w 7623401"/>
              <a:gd name="connsiteY7" fmla="*/ 33211 h 974473"/>
              <a:gd name="connsiteX8" fmla="*/ 6780506 w 7623401"/>
              <a:gd name="connsiteY8" fmla="*/ 958441 h 974473"/>
              <a:gd name="connsiteX9" fmla="*/ 7573647 w 7623401"/>
              <a:gd name="connsiteY9" fmla="*/ 57357 h 974473"/>
              <a:gd name="connsiteX10" fmla="*/ 7539297 w 7623401"/>
              <a:gd name="connsiteY10" fmla="*/ 92926 h 974473"/>
              <a:gd name="connsiteX0" fmla="*/ 0 w 8277894"/>
              <a:gd name="connsiteY0" fmla="*/ 568029 h 967186"/>
              <a:gd name="connsiteX1" fmla="*/ 718260 w 8277894"/>
              <a:gd name="connsiteY1" fmla="*/ 22468 h 967186"/>
              <a:gd name="connsiteX2" fmla="*/ 1594129 w 8277894"/>
              <a:gd name="connsiteY2" fmla="*/ 843188 h 967186"/>
              <a:gd name="connsiteX3" fmla="*/ 2501402 w 8277894"/>
              <a:gd name="connsiteY3" fmla="*/ 5842 h 967186"/>
              <a:gd name="connsiteX4" fmla="*/ 3355660 w 8277894"/>
              <a:gd name="connsiteY4" fmla="*/ 857316 h 967186"/>
              <a:gd name="connsiteX5" fmla="*/ 4238046 w 8277894"/>
              <a:gd name="connsiteY5" fmla="*/ 2778 h 967186"/>
              <a:gd name="connsiteX6" fmla="*/ 5074265 w 8277894"/>
              <a:gd name="connsiteY6" fmla="*/ 887805 h 967186"/>
              <a:gd name="connsiteX7" fmla="*/ 5894411 w 8277894"/>
              <a:gd name="connsiteY7" fmla="*/ 461 h 967186"/>
              <a:gd name="connsiteX8" fmla="*/ 6780506 w 8277894"/>
              <a:gd name="connsiteY8" fmla="*/ 925691 h 967186"/>
              <a:gd name="connsiteX9" fmla="*/ 7573647 w 8277894"/>
              <a:gd name="connsiteY9" fmla="*/ 24607 h 967186"/>
              <a:gd name="connsiteX10" fmla="*/ 8277829 w 8277894"/>
              <a:gd name="connsiteY10" fmla="*/ 967186 h 967186"/>
              <a:gd name="connsiteX0" fmla="*/ 0 w 8335199"/>
              <a:gd name="connsiteY0" fmla="*/ 568029 h 1042334"/>
              <a:gd name="connsiteX1" fmla="*/ 718260 w 8335199"/>
              <a:gd name="connsiteY1" fmla="*/ 22468 h 1042334"/>
              <a:gd name="connsiteX2" fmla="*/ 1594129 w 8335199"/>
              <a:gd name="connsiteY2" fmla="*/ 843188 h 1042334"/>
              <a:gd name="connsiteX3" fmla="*/ 2501402 w 8335199"/>
              <a:gd name="connsiteY3" fmla="*/ 5842 h 1042334"/>
              <a:gd name="connsiteX4" fmla="*/ 3355660 w 8335199"/>
              <a:gd name="connsiteY4" fmla="*/ 857316 h 1042334"/>
              <a:gd name="connsiteX5" fmla="*/ 4238046 w 8335199"/>
              <a:gd name="connsiteY5" fmla="*/ 2778 h 1042334"/>
              <a:gd name="connsiteX6" fmla="*/ 5074265 w 8335199"/>
              <a:gd name="connsiteY6" fmla="*/ 887805 h 1042334"/>
              <a:gd name="connsiteX7" fmla="*/ 5894411 w 8335199"/>
              <a:gd name="connsiteY7" fmla="*/ 461 h 1042334"/>
              <a:gd name="connsiteX8" fmla="*/ 6780506 w 8335199"/>
              <a:gd name="connsiteY8" fmla="*/ 925691 h 1042334"/>
              <a:gd name="connsiteX9" fmla="*/ 7573647 w 8335199"/>
              <a:gd name="connsiteY9" fmla="*/ 24607 h 1042334"/>
              <a:gd name="connsiteX10" fmla="*/ 8277829 w 8335199"/>
              <a:gd name="connsiteY10" fmla="*/ 967186 h 1042334"/>
              <a:gd name="connsiteX11" fmla="*/ 8295003 w 8335199"/>
              <a:gd name="connsiteY11" fmla="*/ 984971 h 1042334"/>
              <a:gd name="connsiteX0" fmla="*/ 0 w 9273988"/>
              <a:gd name="connsiteY0" fmla="*/ 568029 h 988686"/>
              <a:gd name="connsiteX1" fmla="*/ 718260 w 9273988"/>
              <a:gd name="connsiteY1" fmla="*/ 22468 h 988686"/>
              <a:gd name="connsiteX2" fmla="*/ 1594129 w 9273988"/>
              <a:gd name="connsiteY2" fmla="*/ 843188 h 988686"/>
              <a:gd name="connsiteX3" fmla="*/ 2501402 w 9273988"/>
              <a:gd name="connsiteY3" fmla="*/ 5842 h 988686"/>
              <a:gd name="connsiteX4" fmla="*/ 3355660 w 9273988"/>
              <a:gd name="connsiteY4" fmla="*/ 857316 h 988686"/>
              <a:gd name="connsiteX5" fmla="*/ 4238046 w 9273988"/>
              <a:gd name="connsiteY5" fmla="*/ 2778 h 988686"/>
              <a:gd name="connsiteX6" fmla="*/ 5074265 w 9273988"/>
              <a:gd name="connsiteY6" fmla="*/ 887805 h 988686"/>
              <a:gd name="connsiteX7" fmla="*/ 5894411 w 9273988"/>
              <a:gd name="connsiteY7" fmla="*/ 461 h 988686"/>
              <a:gd name="connsiteX8" fmla="*/ 6780506 w 9273988"/>
              <a:gd name="connsiteY8" fmla="*/ 925691 h 988686"/>
              <a:gd name="connsiteX9" fmla="*/ 7573647 w 9273988"/>
              <a:gd name="connsiteY9" fmla="*/ 24607 h 988686"/>
              <a:gd name="connsiteX10" fmla="*/ 8277829 w 9273988"/>
              <a:gd name="connsiteY10" fmla="*/ 967186 h 988686"/>
              <a:gd name="connsiteX11" fmla="*/ 9273988 w 9273988"/>
              <a:gd name="connsiteY11" fmla="*/ 344728 h 988686"/>
              <a:gd name="connsiteX0" fmla="*/ 0 w 9291163"/>
              <a:gd name="connsiteY0" fmla="*/ 568029 h 984270"/>
              <a:gd name="connsiteX1" fmla="*/ 718260 w 9291163"/>
              <a:gd name="connsiteY1" fmla="*/ 22468 h 984270"/>
              <a:gd name="connsiteX2" fmla="*/ 1594129 w 9291163"/>
              <a:gd name="connsiteY2" fmla="*/ 843188 h 984270"/>
              <a:gd name="connsiteX3" fmla="*/ 2501402 w 9291163"/>
              <a:gd name="connsiteY3" fmla="*/ 5842 h 984270"/>
              <a:gd name="connsiteX4" fmla="*/ 3355660 w 9291163"/>
              <a:gd name="connsiteY4" fmla="*/ 857316 h 984270"/>
              <a:gd name="connsiteX5" fmla="*/ 4238046 w 9291163"/>
              <a:gd name="connsiteY5" fmla="*/ 2778 h 984270"/>
              <a:gd name="connsiteX6" fmla="*/ 5074265 w 9291163"/>
              <a:gd name="connsiteY6" fmla="*/ 887805 h 984270"/>
              <a:gd name="connsiteX7" fmla="*/ 5894411 w 9291163"/>
              <a:gd name="connsiteY7" fmla="*/ 461 h 984270"/>
              <a:gd name="connsiteX8" fmla="*/ 6780506 w 9291163"/>
              <a:gd name="connsiteY8" fmla="*/ 925691 h 984270"/>
              <a:gd name="connsiteX9" fmla="*/ 7573647 w 9291163"/>
              <a:gd name="connsiteY9" fmla="*/ 24607 h 984270"/>
              <a:gd name="connsiteX10" fmla="*/ 8277829 w 9291163"/>
              <a:gd name="connsiteY10" fmla="*/ 967186 h 984270"/>
              <a:gd name="connsiteX11" fmla="*/ 9291163 w 9291163"/>
              <a:gd name="connsiteY11" fmla="*/ 113530 h 984270"/>
              <a:gd name="connsiteX0" fmla="*/ 0 w 9371345"/>
              <a:gd name="connsiteY0" fmla="*/ 568029 h 984270"/>
              <a:gd name="connsiteX1" fmla="*/ 718260 w 9371345"/>
              <a:gd name="connsiteY1" fmla="*/ 22468 h 984270"/>
              <a:gd name="connsiteX2" fmla="*/ 1594129 w 9371345"/>
              <a:gd name="connsiteY2" fmla="*/ 843188 h 984270"/>
              <a:gd name="connsiteX3" fmla="*/ 2501402 w 9371345"/>
              <a:gd name="connsiteY3" fmla="*/ 5842 h 984270"/>
              <a:gd name="connsiteX4" fmla="*/ 3355660 w 9371345"/>
              <a:gd name="connsiteY4" fmla="*/ 857316 h 984270"/>
              <a:gd name="connsiteX5" fmla="*/ 4238046 w 9371345"/>
              <a:gd name="connsiteY5" fmla="*/ 2778 h 984270"/>
              <a:gd name="connsiteX6" fmla="*/ 5074265 w 9371345"/>
              <a:gd name="connsiteY6" fmla="*/ 887805 h 984270"/>
              <a:gd name="connsiteX7" fmla="*/ 5894411 w 9371345"/>
              <a:gd name="connsiteY7" fmla="*/ 461 h 984270"/>
              <a:gd name="connsiteX8" fmla="*/ 6780506 w 9371345"/>
              <a:gd name="connsiteY8" fmla="*/ 925691 h 984270"/>
              <a:gd name="connsiteX9" fmla="*/ 7573647 w 9371345"/>
              <a:gd name="connsiteY9" fmla="*/ 24607 h 984270"/>
              <a:gd name="connsiteX10" fmla="*/ 8277829 w 9371345"/>
              <a:gd name="connsiteY10" fmla="*/ 967186 h 984270"/>
              <a:gd name="connsiteX11" fmla="*/ 9291163 w 9371345"/>
              <a:gd name="connsiteY11" fmla="*/ 113530 h 984270"/>
              <a:gd name="connsiteX12" fmla="*/ 9308338 w 9371345"/>
              <a:gd name="connsiteY12" fmla="*/ 95745 h 984270"/>
              <a:gd name="connsiteX0" fmla="*/ 0 w 10149921"/>
              <a:gd name="connsiteY0" fmla="*/ 568029 h 984270"/>
              <a:gd name="connsiteX1" fmla="*/ 718260 w 10149921"/>
              <a:gd name="connsiteY1" fmla="*/ 22468 h 984270"/>
              <a:gd name="connsiteX2" fmla="*/ 1594129 w 10149921"/>
              <a:gd name="connsiteY2" fmla="*/ 843188 h 984270"/>
              <a:gd name="connsiteX3" fmla="*/ 2501402 w 10149921"/>
              <a:gd name="connsiteY3" fmla="*/ 5842 h 984270"/>
              <a:gd name="connsiteX4" fmla="*/ 3355660 w 10149921"/>
              <a:gd name="connsiteY4" fmla="*/ 857316 h 984270"/>
              <a:gd name="connsiteX5" fmla="*/ 4238046 w 10149921"/>
              <a:gd name="connsiteY5" fmla="*/ 2778 h 984270"/>
              <a:gd name="connsiteX6" fmla="*/ 5074265 w 10149921"/>
              <a:gd name="connsiteY6" fmla="*/ 887805 h 984270"/>
              <a:gd name="connsiteX7" fmla="*/ 5894411 w 10149921"/>
              <a:gd name="connsiteY7" fmla="*/ 461 h 984270"/>
              <a:gd name="connsiteX8" fmla="*/ 6780506 w 10149921"/>
              <a:gd name="connsiteY8" fmla="*/ 925691 h 984270"/>
              <a:gd name="connsiteX9" fmla="*/ 7573647 w 10149921"/>
              <a:gd name="connsiteY9" fmla="*/ 24607 h 984270"/>
              <a:gd name="connsiteX10" fmla="*/ 8277829 w 10149921"/>
              <a:gd name="connsiteY10" fmla="*/ 967186 h 984270"/>
              <a:gd name="connsiteX11" fmla="*/ 9291163 w 10149921"/>
              <a:gd name="connsiteY11" fmla="*/ 113530 h 984270"/>
              <a:gd name="connsiteX12" fmla="*/ 10149921 w 10149921"/>
              <a:gd name="connsiteY12" fmla="*/ 789341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10012520"/>
              <a:gd name="connsiteY0" fmla="*/ 568029 h 984270"/>
              <a:gd name="connsiteX1" fmla="*/ 718260 w 10012520"/>
              <a:gd name="connsiteY1" fmla="*/ 22468 h 984270"/>
              <a:gd name="connsiteX2" fmla="*/ 1594129 w 10012520"/>
              <a:gd name="connsiteY2" fmla="*/ 843188 h 984270"/>
              <a:gd name="connsiteX3" fmla="*/ 2501402 w 10012520"/>
              <a:gd name="connsiteY3" fmla="*/ 5842 h 984270"/>
              <a:gd name="connsiteX4" fmla="*/ 3355660 w 10012520"/>
              <a:gd name="connsiteY4" fmla="*/ 857316 h 984270"/>
              <a:gd name="connsiteX5" fmla="*/ 4238046 w 10012520"/>
              <a:gd name="connsiteY5" fmla="*/ 2778 h 984270"/>
              <a:gd name="connsiteX6" fmla="*/ 5074265 w 10012520"/>
              <a:gd name="connsiteY6" fmla="*/ 887805 h 984270"/>
              <a:gd name="connsiteX7" fmla="*/ 5894411 w 10012520"/>
              <a:gd name="connsiteY7" fmla="*/ 461 h 984270"/>
              <a:gd name="connsiteX8" fmla="*/ 6780506 w 10012520"/>
              <a:gd name="connsiteY8" fmla="*/ 925691 h 984270"/>
              <a:gd name="connsiteX9" fmla="*/ 7573647 w 10012520"/>
              <a:gd name="connsiteY9" fmla="*/ 24607 h 984270"/>
              <a:gd name="connsiteX10" fmla="*/ 8277829 w 10012520"/>
              <a:gd name="connsiteY10" fmla="*/ 967186 h 984270"/>
              <a:gd name="connsiteX11" fmla="*/ 9291163 w 10012520"/>
              <a:gd name="connsiteY11" fmla="*/ 113530 h 984270"/>
              <a:gd name="connsiteX12" fmla="*/ 10012520 w 10012520"/>
              <a:gd name="connsiteY12" fmla="*/ 718203 h 984270"/>
              <a:gd name="connsiteX0" fmla="*/ 0 w 9909469"/>
              <a:gd name="connsiteY0" fmla="*/ 585813 h 984270"/>
              <a:gd name="connsiteX1" fmla="*/ 615209 w 9909469"/>
              <a:gd name="connsiteY1" fmla="*/ 22468 h 984270"/>
              <a:gd name="connsiteX2" fmla="*/ 1491078 w 9909469"/>
              <a:gd name="connsiteY2" fmla="*/ 843188 h 984270"/>
              <a:gd name="connsiteX3" fmla="*/ 2398351 w 9909469"/>
              <a:gd name="connsiteY3" fmla="*/ 5842 h 984270"/>
              <a:gd name="connsiteX4" fmla="*/ 3252609 w 9909469"/>
              <a:gd name="connsiteY4" fmla="*/ 857316 h 984270"/>
              <a:gd name="connsiteX5" fmla="*/ 4134995 w 9909469"/>
              <a:gd name="connsiteY5" fmla="*/ 2778 h 984270"/>
              <a:gd name="connsiteX6" fmla="*/ 4971214 w 9909469"/>
              <a:gd name="connsiteY6" fmla="*/ 887805 h 984270"/>
              <a:gd name="connsiteX7" fmla="*/ 5791360 w 9909469"/>
              <a:gd name="connsiteY7" fmla="*/ 461 h 984270"/>
              <a:gd name="connsiteX8" fmla="*/ 6677455 w 9909469"/>
              <a:gd name="connsiteY8" fmla="*/ 925691 h 984270"/>
              <a:gd name="connsiteX9" fmla="*/ 7470596 w 9909469"/>
              <a:gd name="connsiteY9" fmla="*/ 24607 h 984270"/>
              <a:gd name="connsiteX10" fmla="*/ 8174778 w 9909469"/>
              <a:gd name="connsiteY10" fmla="*/ 967186 h 984270"/>
              <a:gd name="connsiteX11" fmla="*/ 9188112 w 9909469"/>
              <a:gd name="connsiteY11" fmla="*/ 113530 h 984270"/>
              <a:gd name="connsiteX12" fmla="*/ 9909469 w 9909469"/>
              <a:gd name="connsiteY12" fmla="*/ 718203 h 984270"/>
              <a:gd name="connsiteX0" fmla="*/ 0 w 9909469"/>
              <a:gd name="connsiteY0" fmla="*/ 585813 h 984270"/>
              <a:gd name="connsiteX1" fmla="*/ 615209 w 9909469"/>
              <a:gd name="connsiteY1" fmla="*/ 22468 h 984270"/>
              <a:gd name="connsiteX2" fmla="*/ 1491078 w 9909469"/>
              <a:gd name="connsiteY2" fmla="*/ 843188 h 984270"/>
              <a:gd name="connsiteX3" fmla="*/ 2398351 w 9909469"/>
              <a:gd name="connsiteY3" fmla="*/ 5842 h 984270"/>
              <a:gd name="connsiteX4" fmla="*/ 3252609 w 9909469"/>
              <a:gd name="connsiteY4" fmla="*/ 857316 h 984270"/>
              <a:gd name="connsiteX5" fmla="*/ 4134995 w 9909469"/>
              <a:gd name="connsiteY5" fmla="*/ 2778 h 984270"/>
              <a:gd name="connsiteX6" fmla="*/ 4971214 w 9909469"/>
              <a:gd name="connsiteY6" fmla="*/ 887805 h 984270"/>
              <a:gd name="connsiteX7" fmla="*/ 5791360 w 9909469"/>
              <a:gd name="connsiteY7" fmla="*/ 461 h 984270"/>
              <a:gd name="connsiteX8" fmla="*/ 6677455 w 9909469"/>
              <a:gd name="connsiteY8" fmla="*/ 925691 h 984270"/>
              <a:gd name="connsiteX9" fmla="*/ 7470596 w 9909469"/>
              <a:gd name="connsiteY9" fmla="*/ 24607 h 984270"/>
              <a:gd name="connsiteX10" fmla="*/ 8174778 w 9909469"/>
              <a:gd name="connsiteY10" fmla="*/ 967186 h 984270"/>
              <a:gd name="connsiteX11" fmla="*/ 9188112 w 9909469"/>
              <a:gd name="connsiteY11" fmla="*/ 113530 h 984270"/>
              <a:gd name="connsiteX12" fmla="*/ 9909469 w 9909469"/>
              <a:gd name="connsiteY12" fmla="*/ 718203 h 984270"/>
              <a:gd name="connsiteX0" fmla="*/ 0 w 9960995"/>
              <a:gd name="connsiteY0" fmla="*/ 585813 h 984270"/>
              <a:gd name="connsiteX1" fmla="*/ 666735 w 9960995"/>
              <a:gd name="connsiteY1" fmla="*/ 22468 h 984270"/>
              <a:gd name="connsiteX2" fmla="*/ 1542604 w 9960995"/>
              <a:gd name="connsiteY2" fmla="*/ 843188 h 984270"/>
              <a:gd name="connsiteX3" fmla="*/ 2449877 w 9960995"/>
              <a:gd name="connsiteY3" fmla="*/ 5842 h 984270"/>
              <a:gd name="connsiteX4" fmla="*/ 3304135 w 9960995"/>
              <a:gd name="connsiteY4" fmla="*/ 857316 h 984270"/>
              <a:gd name="connsiteX5" fmla="*/ 4186521 w 9960995"/>
              <a:gd name="connsiteY5" fmla="*/ 2778 h 984270"/>
              <a:gd name="connsiteX6" fmla="*/ 5022740 w 9960995"/>
              <a:gd name="connsiteY6" fmla="*/ 887805 h 984270"/>
              <a:gd name="connsiteX7" fmla="*/ 5842886 w 9960995"/>
              <a:gd name="connsiteY7" fmla="*/ 461 h 984270"/>
              <a:gd name="connsiteX8" fmla="*/ 6728981 w 9960995"/>
              <a:gd name="connsiteY8" fmla="*/ 925691 h 984270"/>
              <a:gd name="connsiteX9" fmla="*/ 7522122 w 9960995"/>
              <a:gd name="connsiteY9" fmla="*/ 24607 h 984270"/>
              <a:gd name="connsiteX10" fmla="*/ 8226304 w 9960995"/>
              <a:gd name="connsiteY10" fmla="*/ 967186 h 984270"/>
              <a:gd name="connsiteX11" fmla="*/ 9239638 w 9960995"/>
              <a:gd name="connsiteY11" fmla="*/ 113530 h 984270"/>
              <a:gd name="connsiteX12" fmla="*/ 9960995 w 9960995"/>
              <a:gd name="connsiteY12" fmla="*/ 718203 h 984270"/>
              <a:gd name="connsiteX0" fmla="*/ 0 w 9960995"/>
              <a:gd name="connsiteY0" fmla="*/ 585813 h 984270"/>
              <a:gd name="connsiteX1" fmla="*/ 666735 w 9960995"/>
              <a:gd name="connsiteY1" fmla="*/ 22468 h 984270"/>
              <a:gd name="connsiteX2" fmla="*/ 1542604 w 9960995"/>
              <a:gd name="connsiteY2" fmla="*/ 843188 h 984270"/>
              <a:gd name="connsiteX3" fmla="*/ 2449877 w 9960995"/>
              <a:gd name="connsiteY3" fmla="*/ 5842 h 984270"/>
              <a:gd name="connsiteX4" fmla="*/ 3304135 w 9960995"/>
              <a:gd name="connsiteY4" fmla="*/ 857316 h 984270"/>
              <a:gd name="connsiteX5" fmla="*/ 4186521 w 9960995"/>
              <a:gd name="connsiteY5" fmla="*/ 2778 h 984270"/>
              <a:gd name="connsiteX6" fmla="*/ 5022740 w 9960995"/>
              <a:gd name="connsiteY6" fmla="*/ 887805 h 984270"/>
              <a:gd name="connsiteX7" fmla="*/ 5842886 w 9960995"/>
              <a:gd name="connsiteY7" fmla="*/ 461 h 984270"/>
              <a:gd name="connsiteX8" fmla="*/ 6728981 w 9960995"/>
              <a:gd name="connsiteY8" fmla="*/ 925691 h 984270"/>
              <a:gd name="connsiteX9" fmla="*/ 7522122 w 9960995"/>
              <a:gd name="connsiteY9" fmla="*/ 24607 h 984270"/>
              <a:gd name="connsiteX10" fmla="*/ 8226304 w 9960995"/>
              <a:gd name="connsiteY10" fmla="*/ 967186 h 984270"/>
              <a:gd name="connsiteX11" fmla="*/ 9239638 w 9960995"/>
              <a:gd name="connsiteY11" fmla="*/ 113530 h 984270"/>
              <a:gd name="connsiteX12" fmla="*/ 9960995 w 9960995"/>
              <a:gd name="connsiteY12" fmla="*/ 718203 h 984270"/>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83842"/>
              <a:gd name="connsiteX1" fmla="*/ 666735 w 9960995"/>
              <a:gd name="connsiteY1" fmla="*/ 22040 h 983842"/>
              <a:gd name="connsiteX2" fmla="*/ 1542604 w 9960995"/>
              <a:gd name="connsiteY2" fmla="*/ 842760 h 983842"/>
              <a:gd name="connsiteX3" fmla="*/ 2449877 w 9960995"/>
              <a:gd name="connsiteY3" fmla="*/ 5414 h 983842"/>
              <a:gd name="connsiteX4" fmla="*/ 3304135 w 9960995"/>
              <a:gd name="connsiteY4" fmla="*/ 856888 h 983842"/>
              <a:gd name="connsiteX5" fmla="*/ 4186521 w 9960995"/>
              <a:gd name="connsiteY5" fmla="*/ 2350 h 983842"/>
              <a:gd name="connsiteX6" fmla="*/ 5022740 w 9960995"/>
              <a:gd name="connsiteY6" fmla="*/ 887377 h 983842"/>
              <a:gd name="connsiteX7" fmla="*/ 5842886 w 9960995"/>
              <a:gd name="connsiteY7" fmla="*/ 33 h 983842"/>
              <a:gd name="connsiteX8" fmla="*/ 6728981 w 9960995"/>
              <a:gd name="connsiteY8" fmla="*/ 925263 h 983842"/>
              <a:gd name="connsiteX9" fmla="*/ 7522122 w 9960995"/>
              <a:gd name="connsiteY9" fmla="*/ 24179 h 983842"/>
              <a:gd name="connsiteX10" fmla="*/ 8226304 w 9960995"/>
              <a:gd name="connsiteY10" fmla="*/ 966758 h 983842"/>
              <a:gd name="connsiteX11" fmla="*/ 9239638 w 9960995"/>
              <a:gd name="connsiteY11" fmla="*/ 113102 h 983842"/>
              <a:gd name="connsiteX12" fmla="*/ 9960995 w 9960995"/>
              <a:gd name="connsiteY12" fmla="*/ 717775 h 983842"/>
              <a:gd name="connsiteX0" fmla="*/ 0 w 9960995"/>
              <a:gd name="connsiteY0" fmla="*/ 585385 h 966758"/>
              <a:gd name="connsiteX1" fmla="*/ 666735 w 9960995"/>
              <a:gd name="connsiteY1" fmla="*/ 22040 h 966758"/>
              <a:gd name="connsiteX2" fmla="*/ 1542604 w 9960995"/>
              <a:gd name="connsiteY2" fmla="*/ 842760 h 966758"/>
              <a:gd name="connsiteX3" fmla="*/ 2449877 w 9960995"/>
              <a:gd name="connsiteY3" fmla="*/ 5414 h 966758"/>
              <a:gd name="connsiteX4" fmla="*/ 3304135 w 9960995"/>
              <a:gd name="connsiteY4" fmla="*/ 856888 h 966758"/>
              <a:gd name="connsiteX5" fmla="*/ 4186521 w 9960995"/>
              <a:gd name="connsiteY5" fmla="*/ 2350 h 966758"/>
              <a:gd name="connsiteX6" fmla="*/ 5022740 w 9960995"/>
              <a:gd name="connsiteY6" fmla="*/ 887377 h 966758"/>
              <a:gd name="connsiteX7" fmla="*/ 5842886 w 9960995"/>
              <a:gd name="connsiteY7" fmla="*/ 33 h 966758"/>
              <a:gd name="connsiteX8" fmla="*/ 6728981 w 9960995"/>
              <a:gd name="connsiteY8" fmla="*/ 925263 h 966758"/>
              <a:gd name="connsiteX9" fmla="*/ 7522122 w 9960995"/>
              <a:gd name="connsiteY9" fmla="*/ 24179 h 966758"/>
              <a:gd name="connsiteX10" fmla="*/ 8226304 w 9960995"/>
              <a:gd name="connsiteY10" fmla="*/ 966758 h 966758"/>
              <a:gd name="connsiteX11" fmla="*/ 9239638 w 9960995"/>
              <a:gd name="connsiteY11" fmla="*/ 113102 h 966758"/>
              <a:gd name="connsiteX12" fmla="*/ 9960995 w 9960995"/>
              <a:gd name="connsiteY12" fmla="*/ 717775 h 966758"/>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12180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960995"/>
              <a:gd name="connsiteY0" fmla="*/ 585385 h 984543"/>
              <a:gd name="connsiteX1" fmla="*/ 666735 w 9960995"/>
              <a:gd name="connsiteY1" fmla="*/ 22040 h 984543"/>
              <a:gd name="connsiteX2" fmla="*/ 1542604 w 9960995"/>
              <a:gd name="connsiteY2" fmla="*/ 842760 h 984543"/>
              <a:gd name="connsiteX3" fmla="*/ 2449877 w 9960995"/>
              <a:gd name="connsiteY3" fmla="*/ 5414 h 984543"/>
              <a:gd name="connsiteX4" fmla="*/ 3304135 w 9960995"/>
              <a:gd name="connsiteY4" fmla="*/ 856888 h 984543"/>
              <a:gd name="connsiteX5" fmla="*/ 4186521 w 9960995"/>
              <a:gd name="connsiteY5" fmla="*/ 2350 h 984543"/>
              <a:gd name="connsiteX6" fmla="*/ 5022740 w 9960995"/>
              <a:gd name="connsiteY6" fmla="*/ 887377 h 984543"/>
              <a:gd name="connsiteX7" fmla="*/ 5842886 w 9960995"/>
              <a:gd name="connsiteY7" fmla="*/ 33 h 984543"/>
              <a:gd name="connsiteX8" fmla="*/ 6728981 w 9960995"/>
              <a:gd name="connsiteY8" fmla="*/ 925263 h 984543"/>
              <a:gd name="connsiteX9" fmla="*/ 7522122 w 9960995"/>
              <a:gd name="connsiteY9" fmla="*/ 24179 h 984543"/>
              <a:gd name="connsiteX10" fmla="*/ 8363706 w 9960995"/>
              <a:gd name="connsiteY10" fmla="*/ 984543 h 984543"/>
              <a:gd name="connsiteX11" fmla="*/ 9239638 w 9960995"/>
              <a:gd name="connsiteY11" fmla="*/ 113102 h 984543"/>
              <a:gd name="connsiteX12" fmla="*/ 9960995 w 9960995"/>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25325 h 984543"/>
              <a:gd name="connsiteX1" fmla="*/ 546509 w 9840769"/>
              <a:gd name="connsiteY1" fmla="*/ 22040 h 984543"/>
              <a:gd name="connsiteX2" fmla="*/ 1422378 w 9840769"/>
              <a:gd name="connsiteY2" fmla="*/ 842760 h 984543"/>
              <a:gd name="connsiteX3" fmla="*/ 2329651 w 9840769"/>
              <a:gd name="connsiteY3" fmla="*/ 5414 h 984543"/>
              <a:gd name="connsiteX4" fmla="*/ 3183909 w 9840769"/>
              <a:gd name="connsiteY4" fmla="*/ 856888 h 984543"/>
              <a:gd name="connsiteX5" fmla="*/ 4066295 w 9840769"/>
              <a:gd name="connsiteY5" fmla="*/ 2350 h 984543"/>
              <a:gd name="connsiteX6" fmla="*/ 4902514 w 9840769"/>
              <a:gd name="connsiteY6" fmla="*/ 887377 h 984543"/>
              <a:gd name="connsiteX7" fmla="*/ 5722660 w 9840769"/>
              <a:gd name="connsiteY7" fmla="*/ 33 h 984543"/>
              <a:gd name="connsiteX8" fmla="*/ 6608755 w 9840769"/>
              <a:gd name="connsiteY8" fmla="*/ 925263 h 984543"/>
              <a:gd name="connsiteX9" fmla="*/ 7401896 w 9840769"/>
              <a:gd name="connsiteY9" fmla="*/ 24179 h 984543"/>
              <a:gd name="connsiteX10" fmla="*/ 8243480 w 9840769"/>
              <a:gd name="connsiteY10" fmla="*/ 984543 h 984543"/>
              <a:gd name="connsiteX11" fmla="*/ 9119412 w 9840769"/>
              <a:gd name="connsiteY11" fmla="*/ 113102 h 984543"/>
              <a:gd name="connsiteX12" fmla="*/ 9840769 w 9840769"/>
              <a:gd name="connsiteY12" fmla="*/ 717775 h 984543"/>
              <a:gd name="connsiteX0" fmla="*/ 0 w 9840769"/>
              <a:gd name="connsiteY0" fmla="*/ 491051 h 1050269"/>
              <a:gd name="connsiteX1" fmla="*/ 546509 w 9840769"/>
              <a:gd name="connsiteY1" fmla="*/ 87766 h 1050269"/>
              <a:gd name="connsiteX2" fmla="*/ 1422378 w 9840769"/>
              <a:gd name="connsiteY2" fmla="*/ 908486 h 1050269"/>
              <a:gd name="connsiteX3" fmla="*/ 2346826 w 9840769"/>
              <a:gd name="connsiteY3" fmla="*/ 3 h 1050269"/>
              <a:gd name="connsiteX4" fmla="*/ 3183909 w 9840769"/>
              <a:gd name="connsiteY4" fmla="*/ 922614 h 1050269"/>
              <a:gd name="connsiteX5" fmla="*/ 4066295 w 9840769"/>
              <a:gd name="connsiteY5" fmla="*/ 68076 h 1050269"/>
              <a:gd name="connsiteX6" fmla="*/ 4902514 w 9840769"/>
              <a:gd name="connsiteY6" fmla="*/ 953103 h 1050269"/>
              <a:gd name="connsiteX7" fmla="*/ 5722660 w 9840769"/>
              <a:gd name="connsiteY7" fmla="*/ 65759 h 1050269"/>
              <a:gd name="connsiteX8" fmla="*/ 6608755 w 9840769"/>
              <a:gd name="connsiteY8" fmla="*/ 990989 h 1050269"/>
              <a:gd name="connsiteX9" fmla="*/ 7401896 w 9840769"/>
              <a:gd name="connsiteY9" fmla="*/ 89905 h 1050269"/>
              <a:gd name="connsiteX10" fmla="*/ 8243480 w 9840769"/>
              <a:gd name="connsiteY10" fmla="*/ 1050269 h 1050269"/>
              <a:gd name="connsiteX11" fmla="*/ 9119412 w 9840769"/>
              <a:gd name="connsiteY11" fmla="*/ 178828 h 1050269"/>
              <a:gd name="connsiteX12" fmla="*/ 9840769 w 9840769"/>
              <a:gd name="connsiteY12" fmla="*/ 783501 h 1050269"/>
              <a:gd name="connsiteX0" fmla="*/ 0 w 9840769"/>
              <a:gd name="connsiteY0" fmla="*/ 526622 h 1085840"/>
              <a:gd name="connsiteX1" fmla="*/ 546509 w 9840769"/>
              <a:gd name="connsiteY1" fmla="*/ 123337 h 1085840"/>
              <a:gd name="connsiteX2" fmla="*/ 1422378 w 9840769"/>
              <a:gd name="connsiteY2" fmla="*/ 944057 h 1085840"/>
              <a:gd name="connsiteX3" fmla="*/ 2329650 w 9840769"/>
              <a:gd name="connsiteY3" fmla="*/ 5 h 1085840"/>
              <a:gd name="connsiteX4" fmla="*/ 3183909 w 9840769"/>
              <a:gd name="connsiteY4" fmla="*/ 958185 h 1085840"/>
              <a:gd name="connsiteX5" fmla="*/ 4066295 w 9840769"/>
              <a:gd name="connsiteY5" fmla="*/ 103647 h 1085840"/>
              <a:gd name="connsiteX6" fmla="*/ 4902514 w 9840769"/>
              <a:gd name="connsiteY6" fmla="*/ 988674 h 1085840"/>
              <a:gd name="connsiteX7" fmla="*/ 5722660 w 9840769"/>
              <a:gd name="connsiteY7" fmla="*/ 101330 h 1085840"/>
              <a:gd name="connsiteX8" fmla="*/ 6608755 w 9840769"/>
              <a:gd name="connsiteY8" fmla="*/ 1026560 h 1085840"/>
              <a:gd name="connsiteX9" fmla="*/ 7401896 w 9840769"/>
              <a:gd name="connsiteY9" fmla="*/ 125476 h 1085840"/>
              <a:gd name="connsiteX10" fmla="*/ 8243480 w 9840769"/>
              <a:gd name="connsiteY10" fmla="*/ 1085840 h 1085840"/>
              <a:gd name="connsiteX11" fmla="*/ 9119412 w 9840769"/>
              <a:gd name="connsiteY11" fmla="*/ 214399 h 1085840"/>
              <a:gd name="connsiteX12" fmla="*/ 9840769 w 9840769"/>
              <a:gd name="connsiteY12" fmla="*/ 819072 h 1085840"/>
              <a:gd name="connsiteX0" fmla="*/ 0 w 9840769"/>
              <a:gd name="connsiteY0" fmla="*/ 529804 h 1089022"/>
              <a:gd name="connsiteX1" fmla="*/ 546509 w 9840769"/>
              <a:gd name="connsiteY1" fmla="*/ 126519 h 1089022"/>
              <a:gd name="connsiteX2" fmla="*/ 1422378 w 9840769"/>
              <a:gd name="connsiteY2" fmla="*/ 947239 h 1089022"/>
              <a:gd name="connsiteX3" fmla="*/ 2329650 w 9840769"/>
              <a:gd name="connsiteY3" fmla="*/ 3187 h 1089022"/>
              <a:gd name="connsiteX4" fmla="*/ 3183909 w 9840769"/>
              <a:gd name="connsiteY4" fmla="*/ 961367 h 1089022"/>
              <a:gd name="connsiteX5" fmla="*/ 4066295 w 9840769"/>
              <a:gd name="connsiteY5" fmla="*/ 121 h 1089022"/>
              <a:gd name="connsiteX6" fmla="*/ 4902514 w 9840769"/>
              <a:gd name="connsiteY6" fmla="*/ 991856 h 1089022"/>
              <a:gd name="connsiteX7" fmla="*/ 5722660 w 9840769"/>
              <a:gd name="connsiteY7" fmla="*/ 104512 h 1089022"/>
              <a:gd name="connsiteX8" fmla="*/ 6608755 w 9840769"/>
              <a:gd name="connsiteY8" fmla="*/ 1029742 h 1089022"/>
              <a:gd name="connsiteX9" fmla="*/ 7401896 w 9840769"/>
              <a:gd name="connsiteY9" fmla="*/ 128658 h 1089022"/>
              <a:gd name="connsiteX10" fmla="*/ 8243480 w 9840769"/>
              <a:gd name="connsiteY10" fmla="*/ 1089022 h 1089022"/>
              <a:gd name="connsiteX11" fmla="*/ 9119412 w 9840769"/>
              <a:gd name="connsiteY11" fmla="*/ 217581 h 1089022"/>
              <a:gd name="connsiteX12" fmla="*/ 9840769 w 9840769"/>
              <a:gd name="connsiteY12" fmla="*/ 822254 h 1089022"/>
              <a:gd name="connsiteX0" fmla="*/ 0 w 9840769"/>
              <a:gd name="connsiteY0" fmla="*/ 549814 h 1109032"/>
              <a:gd name="connsiteX1" fmla="*/ 546509 w 9840769"/>
              <a:gd name="connsiteY1" fmla="*/ 146529 h 1109032"/>
              <a:gd name="connsiteX2" fmla="*/ 1422378 w 9840769"/>
              <a:gd name="connsiteY2" fmla="*/ 967249 h 1109032"/>
              <a:gd name="connsiteX3" fmla="*/ 2329650 w 9840769"/>
              <a:gd name="connsiteY3" fmla="*/ 23197 h 1109032"/>
              <a:gd name="connsiteX4" fmla="*/ 3183909 w 9840769"/>
              <a:gd name="connsiteY4" fmla="*/ 981377 h 1109032"/>
              <a:gd name="connsiteX5" fmla="*/ 4066295 w 9840769"/>
              <a:gd name="connsiteY5" fmla="*/ 20131 h 1109032"/>
              <a:gd name="connsiteX6" fmla="*/ 4902514 w 9840769"/>
              <a:gd name="connsiteY6" fmla="*/ 1011866 h 1109032"/>
              <a:gd name="connsiteX7" fmla="*/ 5739836 w 9840769"/>
              <a:gd name="connsiteY7" fmla="*/ 30 h 1109032"/>
              <a:gd name="connsiteX8" fmla="*/ 6608755 w 9840769"/>
              <a:gd name="connsiteY8" fmla="*/ 1049752 h 1109032"/>
              <a:gd name="connsiteX9" fmla="*/ 7401896 w 9840769"/>
              <a:gd name="connsiteY9" fmla="*/ 148668 h 1109032"/>
              <a:gd name="connsiteX10" fmla="*/ 8243480 w 9840769"/>
              <a:gd name="connsiteY10" fmla="*/ 1109032 h 1109032"/>
              <a:gd name="connsiteX11" fmla="*/ 9119412 w 9840769"/>
              <a:gd name="connsiteY11" fmla="*/ 237591 h 1109032"/>
              <a:gd name="connsiteX12" fmla="*/ 9840769 w 9840769"/>
              <a:gd name="connsiteY12" fmla="*/ 842264 h 1109032"/>
              <a:gd name="connsiteX0" fmla="*/ 0 w 9840769"/>
              <a:gd name="connsiteY0" fmla="*/ 549814 h 1109903"/>
              <a:gd name="connsiteX1" fmla="*/ 546509 w 9840769"/>
              <a:gd name="connsiteY1" fmla="*/ 146529 h 1109903"/>
              <a:gd name="connsiteX2" fmla="*/ 1422378 w 9840769"/>
              <a:gd name="connsiteY2" fmla="*/ 967249 h 1109903"/>
              <a:gd name="connsiteX3" fmla="*/ 2329650 w 9840769"/>
              <a:gd name="connsiteY3" fmla="*/ 23197 h 1109903"/>
              <a:gd name="connsiteX4" fmla="*/ 3183909 w 9840769"/>
              <a:gd name="connsiteY4" fmla="*/ 981377 h 1109903"/>
              <a:gd name="connsiteX5" fmla="*/ 4066295 w 9840769"/>
              <a:gd name="connsiteY5" fmla="*/ 20131 h 1109903"/>
              <a:gd name="connsiteX6" fmla="*/ 4902514 w 9840769"/>
              <a:gd name="connsiteY6" fmla="*/ 1011866 h 1109903"/>
              <a:gd name="connsiteX7" fmla="*/ 5739836 w 9840769"/>
              <a:gd name="connsiteY7" fmla="*/ 30 h 1109903"/>
              <a:gd name="connsiteX8" fmla="*/ 6608755 w 9840769"/>
              <a:gd name="connsiteY8" fmla="*/ 1049752 h 1109903"/>
              <a:gd name="connsiteX9" fmla="*/ 7367546 w 9840769"/>
              <a:gd name="connsiteY9" fmla="*/ 41961 h 1109903"/>
              <a:gd name="connsiteX10" fmla="*/ 8243480 w 9840769"/>
              <a:gd name="connsiteY10" fmla="*/ 1109032 h 1109903"/>
              <a:gd name="connsiteX11" fmla="*/ 9119412 w 9840769"/>
              <a:gd name="connsiteY11" fmla="*/ 237591 h 1109903"/>
              <a:gd name="connsiteX12" fmla="*/ 9840769 w 9840769"/>
              <a:gd name="connsiteY12" fmla="*/ 842264 h 1109903"/>
              <a:gd name="connsiteX0" fmla="*/ 0 w 9840769"/>
              <a:gd name="connsiteY0" fmla="*/ 549814 h 1109137"/>
              <a:gd name="connsiteX1" fmla="*/ 546509 w 9840769"/>
              <a:gd name="connsiteY1" fmla="*/ 146529 h 1109137"/>
              <a:gd name="connsiteX2" fmla="*/ 1422378 w 9840769"/>
              <a:gd name="connsiteY2" fmla="*/ 967249 h 1109137"/>
              <a:gd name="connsiteX3" fmla="*/ 2329650 w 9840769"/>
              <a:gd name="connsiteY3" fmla="*/ 23197 h 1109137"/>
              <a:gd name="connsiteX4" fmla="*/ 3183909 w 9840769"/>
              <a:gd name="connsiteY4" fmla="*/ 981377 h 1109137"/>
              <a:gd name="connsiteX5" fmla="*/ 4066295 w 9840769"/>
              <a:gd name="connsiteY5" fmla="*/ 20131 h 1109137"/>
              <a:gd name="connsiteX6" fmla="*/ 4902514 w 9840769"/>
              <a:gd name="connsiteY6" fmla="*/ 1011866 h 1109137"/>
              <a:gd name="connsiteX7" fmla="*/ 5739836 w 9840769"/>
              <a:gd name="connsiteY7" fmla="*/ 30 h 1109137"/>
              <a:gd name="connsiteX8" fmla="*/ 6608755 w 9840769"/>
              <a:gd name="connsiteY8" fmla="*/ 1049752 h 1109137"/>
              <a:gd name="connsiteX9" fmla="*/ 7367546 w 9840769"/>
              <a:gd name="connsiteY9" fmla="*/ 41961 h 1109137"/>
              <a:gd name="connsiteX10" fmla="*/ 8243480 w 9840769"/>
              <a:gd name="connsiteY10" fmla="*/ 1109032 h 1109137"/>
              <a:gd name="connsiteX11" fmla="*/ 9119412 w 9840769"/>
              <a:gd name="connsiteY11" fmla="*/ 113099 h 1109137"/>
              <a:gd name="connsiteX12" fmla="*/ 9840769 w 9840769"/>
              <a:gd name="connsiteY12" fmla="*/ 842264 h 1109137"/>
              <a:gd name="connsiteX0" fmla="*/ 0 w 9840769"/>
              <a:gd name="connsiteY0" fmla="*/ 549814 h 1109058"/>
              <a:gd name="connsiteX1" fmla="*/ 546509 w 9840769"/>
              <a:gd name="connsiteY1" fmla="*/ 146529 h 1109058"/>
              <a:gd name="connsiteX2" fmla="*/ 1422378 w 9840769"/>
              <a:gd name="connsiteY2" fmla="*/ 967249 h 1109058"/>
              <a:gd name="connsiteX3" fmla="*/ 2329650 w 9840769"/>
              <a:gd name="connsiteY3" fmla="*/ 23197 h 1109058"/>
              <a:gd name="connsiteX4" fmla="*/ 3183909 w 9840769"/>
              <a:gd name="connsiteY4" fmla="*/ 981377 h 1109058"/>
              <a:gd name="connsiteX5" fmla="*/ 4066295 w 9840769"/>
              <a:gd name="connsiteY5" fmla="*/ 20131 h 1109058"/>
              <a:gd name="connsiteX6" fmla="*/ 4902514 w 9840769"/>
              <a:gd name="connsiteY6" fmla="*/ 1011866 h 1109058"/>
              <a:gd name="connsiteX7" fmla="*/ 5739836 w 9840769"/>
              <a:gd name="connsiteY7" fmla="*/ 30 h 1109058"/>
              <a:gd name="connsiteX8" fmla="*/ 6608755 w 9840769"/>
              <a:gd name="connsiteY8" fmla="*/ 1049752 h 1109058"/>
              <a:gd name="connsiteX9" fmla="*/ 7367546 w 9840769"/>
              <a:gd name="connsiteY9" fmla="*/ 41961 h 1109058"/>
              <a:gd name="connsiteX10" fmla="*/ 8243480 w 9840769"/>
              <a:gd name="connsiteY10" fmla="*/ 1109032 h 1109058"/>
              <a:gd name="connsiteX11" fmla="*/ 9119412 w 9840769"/>
              <a:gd name="connsiteY11" fmla="*/ 77530 h 1109058"/>
              <a:gd name="connsiteX12" fmla="*/ 9840769 w 9840769"/>
              <a:gd name="connsiteY12" fmla="*/ 842264 h 1109058"/>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08755 w 9840769"/>
              <a:gd name="connsiteY8" fmla="*/ 1099175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158480"/>
              <a:gd name="connsiteX1" fmla="*/ 563684 w 9840769"/>
              <a:gd name="connsiteY1" fmla="*/ 322 h 1158480"/>
              <a:gd name="connsiteX2" fmla="*/ 1422378 w 9840769"/>
              <a:gd name="connsiteY2" fmla="*/ 1016672 h 1158480"/>
              <a:gd name="connsiteX3" fmla="*/ 2329650 w 9840769"/>
              <a:gd name="connsiteY3" fmla="*/ 72620 h 1158480"/>
              <a:gd name="connsiteX4" fmla="*/ 3183909 w 9840769"/>
              <a:gd name="connsiteY4" fmla="*/ 1030800 h 1158480"/>
              <a:gd name="connsiteX5" fmla="*/ 4066295 w 9840769"/>
              <a:gd name="connsiteY5" fmla="*/ 69554 h 1158480"/>
              <a:gd name="connsiteX6" fmla="*/ 4902514 w 9840769"/>
              <a:gd name="connsiteY6" fmla="*/ 1061289 h 1158480"/>
              <a:gd name="connsiteX7" fmla="*/ 5739836 w 9840769"/>
              <a:gd name="connsiteY7" fmla="*/ 49453 h 1158480"/>
              <a:gd name="connsiteX8" fmla="*/ 6625930 w 9840769"/>
              <a:gd name="connsiteY8" fmla="*/ 1028037 h 1158480"/>
              <a:gd name="connsiteX9" fmla="*/ 7367546 w 9840769"/>
              <a:gd name="connsiteY9" fmla="*/ 91384 h 1158480"/>
              <a:gd name="connsiteX10" fmla="*/ 8243480 w 9840769"/>
              <a:gd name="connsiteY10" fmla="*/ 1158455 h 1158480"/>
              <a:gd name="connsiteX11" fmla="*/ 9119412 w 9840769"/>
              <a:gd name="connsiteY11" fmla="*/ 126953 h 1158480"/>
              <a:gd name="connsiteX12" fmla="*/ 9840769 w 9840769"/>
              <a:gd name="connsiteY12" fmla="*/ 891687 h 1158480"/>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840769"/>
              <a:gd name="connsiteY0" fmla="*/ 599237 h 1061611"/>
              <a:gd name="connsiteX1" fmla="*/ 563684 w 9840769"/>
              <a:gd name="connsiteY1" fmla="*/ 322 h 1061611"/>
              <a:gd name="connsiteX2" fmla="*/ 1422378 w 9840769"/>
              <a:gd name="connsiteY2" fmla="*/ 1016672 h 1061611"/>
              <a:gd name="connsiteX3" fmla="*/ 2329650 w 9840769"/>
              <a:gd name="connsiteY3" fmla="*/ 72620 h 1061611"/>
              <a:gd name="connsiteX4" fmla="*/ 3183909 w 9840769"/>
              <a:gd name="connsiteY4" fmla="*/ 1030800 h 1061611"/>
              <a:gd name="connsiteX5" fmla="*/ 4066295 w 9840769"/>
              <a:gd name="connsiteY5" fmla="*/ 69554 h 1061611"/>
              <a:gd name="connsiteX6" fmla="*/ 4902514 w 9840769"/>
              <a:gd name="connsiteY6" fmla="*/ 1061289 h 1061611"/>
              <a:gd name="connsiteX7" fmla="*/ 5739836 w 9840769"/>
              <a:gd name="connsiteY7" fmla="*/ 49453 h 1061611"/>
              <a:gd name="connsiteX8" fmla="*/ 6625930 w 9840769"/>
              <a:gd name="connsiteY8" fmla="*/ 1028037 h 1061611"/>
              <a:gd name="connsiteX9" fmla="*/ 7367546 w 9840769"/>
              <a:gd name="connsiteY9" fmla="*/ 91384 h 1061611"/>
              <a:gd name="connsiteX10" fmla="*/ 8260656 w 9840769"/>
              <a:gd name="connsiteY10" fmla="*/ 1051748 h 1061611"/>
              <a:gd name="connsiteX11" fmla="*/ 9119412 w 9840769"/>
              <a:gd name="connsiteY11" fmla="*/ 126953 h 1061611"/>
              <a:gd name="connsiteX12" fmla="*/ 9840769 w 9840769"/>
              <a:gd name="connsiteY12" fmla="*/ 891687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737718"/>
              <a:gd name="connsiteY0" fmla="*/ 599237 h 1061611"/>
              <a:gd name="connsiteX1" fmla="*/ 563684 w 9737718"/>
              <a:gd name="connsiteY1" fmla="*/ 322 h 1061611"/>
              <a:gd name="connsiteX2" fmla="*/ 1422378 w 9737718"/>
              <a:gd name="connsiteY2" fmla="*/ 1016672 h 1061611"/>
              <a:gd name="connsiteX3" fmla="*/ 2329650 w 9737718"/>
              <a:gd name="connsiteY3" fmla="*/ 72620 h 1061611"/>
              <a:gd name="connsiteX4" fmla="*/ 3183909 w 9737718"/>
              <a:gd name="connsiteY4" fmla="*/ 1030800 h 1061611"/>
              <a:gd name="connsiteX5" fmla="*/ 4066295 w 9737718"/>
              <a:gd name="connsiteY5" fmla="*/ 69554 h 1061611"/>
              <a:gd name="connsiteX6" fmla="*/ 4902514 w 9737718"/>
              <a:gd name="connsiteY6" fmla="*/ 1061289 h 1061611"/>
              <a:gd name="connsiteX7" fmla="*/ 5739836 w 9737718"/>
              <a:gd name="connsiteY7" fmla="*/ 49453 h 1061611"/>
              <a:gd name="connsiteX8" fmla="*/ 6625930 w 9737718"/>
              <a:gd name="connsiteY8" fmla="*/ 1028037 h 1061611"/>
              <a:gd name="connsiteX9" fmla="*/ 7367546 w 9737718"/>
              <a:gd name="connsiteY9" fmla="*/ 91384 h 1061611"/>
              <a:gd name="connsiteX10" fmla="*/ 8260656 w 9737718"/>
              <a:gd name="connsiteY10" fmla="*/ 1051748 h 1061611"/>
              <a:gd name="connsiteX11" fmla="*/ 9119412 w 9737718"/>
              <a:gd name="connsiteY11" fmla="*/ 126953 h 1061611"/>
              <a:gd name="connsiteX12" fmla="*/ 9737718 w 9737718"/>
              <a:gd name="connsiteY12" fmla="*/ 820549 h 1061611"/>
              <a:gd name="connsiteX0" fmla="*/ 0 w 9686192"/>
              <a:gd name="connsiteY0" fmla="*/ 599237 h 1061611"/>
              <a:gd name="connsiteX1" fmla="*/ 563684 w 9686192"/>
              <a:gd name="connsiteY1" fmla="*/ 322 h 1061611"/>
              <a:gd name="connsiteX2" fmla="*/ 1422378 w 9686192"/>
              <a:gd name="connsiteY2" fmla="*/ 1016672 h 1061611"/>
              <a:gd name="connsiteX3" fmla="*/ 2329650 w 9686192"/>
              <a:gd name="connsiteY3" fmla="*/ 72620 h 1061611"/>
              <a:gd name="connsiteX4" fmla="*/ 3183909 w 9686192"/>
              <a:gd name="connsiteY4" fmla="*/ 1030800 h 1061611"/>
              <a:gd name="connsiteX5" fmla="*/ 4066295 w 9686192"/>
              <a:gd name="connsiteY5" fmla="*/ 69554 h 1061611"/>
              <a:gd name="connsiteX6" fmla="*/ 4902514 w 9686192"/>
              <a:gd name="connsiteY6" fmla="*/ 1061289 h 1061611"/>
              <a:gd name="connsiteX7" fmla="*/ 5739836 w 9686192"/>
              <a:gd name="connsiteY7" fmla="*/ 49453 h 1061611"/>
              <a:gd name="connsiteX8" fmla="*/ 6625930 w 9686192"/>
              <a:gd name="connsiteY8" fmla="*/ 1028037 h 1061611"/>
              <a:gd name="connsiteX9" fmla="*/ 7367546 w 9686192"/>
              <a:gd name="connsiteY9" fmla="*/ 91384 h 1061611"/>
              <a:gd name="connsiteX10" fmla="*/ 8260656 w 9686192"/>
              <a:gd name="connsiteY10" fmla="*/ 1051748 h 1061611"/>
              <a:gd name="connsiteX11" fmla="*/ 9119412 w 9686192"/>
              <a:gd name="connsiteY11" fmla="*/ 126953 h 1061611"/>
              <a:gd name="connsiteX12" fmla="*/ 9686192 w 9686192"/>
              <a:gd name="connsiteY12" fmla="*/ 678273 h 1061611"/>
              <a:gd name="connsiteX0" fmla="*/ 0 w 9686192"/>
              <a:gd name="connsiteY0" fmla="*/ 599237 h 1061611"/>
              <a:gd name="connsiteX1" fmla="*/ 563684 w 9686192"/>
              <a:gd name="connsiteY1" fmla="*/ 322 h 1061611"/>
              <a:gd name="connsiteX2" fmla="*/ 1422378 w 9686192"/>
              <a:gd name="connsiteY2" fmla="*/ 1016672 h 1061611"/>
              <a:gd name="connsiteX3" fmla="*/ 2329650 w 9686192"/>
              <a:gd name="connsiteY3" fmla="*/ 72620 h 1061611"/>
              <a:gd name="connsiteX4" fmla="*/ 3183909 w 9686192"/>
              <a:gd name="connsiteY4" fmla="*/ 1030800 h 1061611"/>
              <a:gd name="connsiteX5" fmla="*/ 4066295 w 9686192"/>
              <a:gd name="connsiteY5" fmla="*/ 69554 h 1061611"/>
              <a:gd name="connsiteX6" fmla="*/ 4902514 w 9686192"/>
              <a:gd name="connsiteY6" fmla="*/ 1061289 h 1061611"/>
              <a:gd name="connsiteX7" fmla="*/ 5739836 w 9686192"/>
              <a:gd name="connsiteY7" fmla="*/ 49453 h 1061611"/>
              <a:gd name="connsiteX8" fmla="*/ 6625930 w 9686192"/>
              <a:gd name="connsiteY8" fmla="*/ 1028037 h 1061611"/>
              <a:gd name="connsiteX9" fmla="*/ 7367546 w 9686192"/>
              <a:gd name="connsiteY9" fmla="*/ 91384 h 1061611"/>
              <a:gd name="connsiteX10" fmla="*/ 8260656 w 9686192"/>
              <a:gd name="connsiteY10" fmla="*/ 1051748 h 1061611"/>
              <a:gd name="connsiteX11" fmla="*/ 9119412 w 9686192"/>
              <a:gd name="connsiteY11" fmla="*/ 126953 h 1061611"/>
              <a:gd name="connsiteX12" fmla="*/ 9686192 w 9686192"/>
              <a:gd name="connsiteY12" fmla="*/ 678273 h 1061611"/>
              <a:gd name="connsiteX0" fmla="*/ 0 w 9686192"/>
              <a:gd name="connsiteY0" fmla="*/ 599237 h 1061622"/>
              <a:gd name="connsiteX1" fmla="*/ 563684 w 9686192"/>
              <a:gd name="connsiteY1" fmla="*/ 322 h 1061622"/>
              <a:gd name="connsiteX2" fmla="*/ 1422378 w 9686192"/>
              <a:gd name="connsiteY2" fmla="*/ 1016672 h 1061622"/>
              <a:gd name="connsiteX3" fmla="*/ 2329650 w 9686192"/>
              <a:gd name="connsiteY3" fmla="*/ 72620 h 1061622"/>
              <a:gd name="connsiteX4" fmla="*/ 3183909 w 9686192"/>
              <a:gd name="connsiteY4" fmla="*/ 1030800 h 1061622"/>
              <a:gd name="connsiteX5" fmla="*/ 4066295 w 9686192"/>
              <a:gd name="connsiteY5" fmla="*/ 69554 h 1061622"/>
              <a:gd name="connsiteX6" fmla="*/ 4902514 w 9686192"/>
              <a:gd name="connsiteY6" fmla="*/ 1061289 h 1061622"/>
              <a:gd name="connsiteX7" fmla="*/ 5739836 w 9686192"/>
              <a:gd name="connsiteY7" fmla="*/ 49453 h 1061622"/>
              <a:gd name="connsiteX8" fmla="*/ 6625930 w 9686192"/>
              <a:gd name="connsiteY8" fmla="*/ 1028037 h 1061622"/>
              <a:gd name="connsiteX9" fmla="*/ 7367546 w 9686192"/>
              <a:gd name="connsiteY9" fmla="*/ 91384 h 1061622"/>
              <a:gd name="connsiteX10" fmla="*/ 8260656 w 9686192"/>
              <a:gd name="connsiteY10" fmla="*/ 1051748 h 1061622"/>
              <a:gd name="connsiteX11" fmla="*/ 9119412 w 9686192"/>
              <a:gd name="connsiteY11" fmla="*/ 126953 h 1061622"/>
              <a:gd name="connsiteX12" fmla="*/ 9686192 w 9686192"/>
              <a:gd name="connsiteY12" fmla="*/ 678273 h 1061622"/>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2 w 9686192"/>
              <a:gd name="connsiteY11" fmla="*/ 126953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51748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0 w 9686192"/>
              <a:gd name="connsiteY0" fmla="*/ 599237 h 1061297"/>
              <a:gd name="connsiteX1" fmla="*/ 563684 w 9686192"/>
              <a:gd name="connsiteY1" fmla="*/ 322 h 1061297"/>
              <a:gd name="connsiteX2" fmla="*/ 1422378 w 9686192"/>
              <a:gd name="connsiteY2" fmla="*/ 1016672 h 1061297"/>
              <a:gd name="connsiteX3" fmla="*/ 2329650 w 9686192"/>
              <a:gd name="connsiteY3" fmla="*/ 72620 h 1061297"/>
              <a:gd name="connsiteX4" fmla="*/ 3183909 w 9686192"/>
              <a:gd name="connsiteY4" fmla="*/ 1030800 h 1061297"/>
              <a:gd name="connsiteX5" fmla="*/ 4066295 w 9686192"/>
              <a:gd name="connsiteY5" fmla="*/ 69554 h 1061297"/>
              <a:gd name="connsiteX6" fmla="*/ 4902514 w 9686192"/>
              <a:gd name="connsiteY6" fmla="*/ 1061289 h 1061297"/>
              <a:gd name="connsiteX7" fmla="*/ 5739836 w 9686192"/>
              <a:gd name="connsiteY7" fmla="*/ 49453 h 1061297"/>
              <a:gd name="connsiteX8" fmla="*/ 6625930 w 9686192"/>
              <a:gd name="connsiteY8" fmla="*/ 1028037 h 1061297"/>
              <a:gd name="connsiteX9" fmla="*/ 7367546 w 9686192"/>
              <a:gd name="connsiteY9" fmla="*/ 91384 h 1061297"/>
              <a:gd name="connsiteX10" fmla="*/ 8260656 w 9686192"/>
              <a:gd name="connsiteY10" fmla="*/ 1016179 h 1061297"/>
              <a:gd name="connsiteX11" fmla="*/ 9119413 w 9686192"/>
              <a:gd name="connsiteY11" fmla="*/ 162522 h 1061297"/>
              <a:gd name="connsiteX12" fmla="*/ 9686192 w 9686192"/>
              <a:gd name="connsiteY12" fmla="*/ 678273 h 1061297"/>
              <a:gd name="connsiteX0" fmla="*/ 195 w 9686387"/>
              <a:gd name="connsiteY0" fmla="*/ 599204 h 1061264"/>
              <a:gd name="connsiteX1" fmla="*/ 563879 w 9686387"/>
              <a:gd name="connsiteY1" fmla="*/ 289 h 1061264"/>
              <a:gd name="connsiteX2" fmla="*/ 1422573 w 9686387"/>
              <a:gd name="connsiteY2" fmla="*/ 1016639 h 1061264"/>
              <a:gd name="connsiteX3" fmla="*/ 2329845 w 9686387"/>
              <a:gd name="connsiteY3" fmla="*/ 72587 h 1061264"/>
              <a:gd name="connsiteX4" fmla="*/ 3184104 w 9686387"/>
              <a:gd name="connsiteY4" fmla="*/ 1030767 h 1061264"/>
              <a:gd name="connsiteX5" fmla="*/ 4066490 w 9686387"/>
              <a:gd name="connsiteY5" fmla="*/ 69521 h 1061264"/>
              <a:gd name="connsiteX6" fmla="*/ 4902709 w 9686387"/>
              <a:gd name="connsiteY6" fmla="*/ 1061256 h 1061264"/>
              <a:gd name="connsiteX7" fmla="*/ 5740031 w 9686387"/>
              <a:gd name="connsiteY7" fmla="*/ 49420 h 1061264"/>
              <a:gd name="connsiteX8" fmla="*/ 6626125 w 9686387"/>
              <a:gd name="connsiteY8" fmla="*/ 1028004 h 1061264"/>
              <a:gd name="connsiteX9" fmla="*/ 7367741 w 9686387"/>
              <a:gd name="connsiteY9" fmla="*/ 91351 h 1061264"/>
              <a:gd name="connsiteX10" fmla="*/ 8260851 w 9686387"/>
              <a:gd name="connsiteY10" fmla="*/ 1016146 h 1061264"/>
              <a:gd name="connsiteX11" fmla="*/ 9119608 w 9686387"/>
              <a:gd name="connsiteY11" fmla="*/ 162489 h 1061264"/>
              <a:gd name="connsiteX12" fmla="*/ 9686387 w 9686387"/>
              <a:gd name="connsiteY12" fmla="*/ 678240 h 1061264"/>
              <a:gd name="connsiteX0" fmla="*/ 243 w 9686435"/>
              <a:gd name="connsiteY0" fmla="*/ 599182 h 1061242"/>
              <a:gd name="connsiteX1" fmla="*/ 563927 w 9686435"/>
              <a:gd name="connsiteY1" fmla="*/ 267 h 1061242"/>
              <a:gd name="connsiteX2" fmla="*/ 1422621 w 9686435"/>
              <a:gd name="connsiteY2" fmla="*/ 1016617 h 1061242"/>
              <a:gd name="connsiteX3" fmla="*/ 2329893 w 9686435"/>
              <a:gd name="connsiteY3" fmla="*/ 72565 h 1061242"/>
              <a:gd name="connsiteX4" fmla="*/ 3184152 w 9686435"/>
              <a:gd name="connsiteY4" fmla="*/ 1030745 h 1061242"/>
              <a:gd name="connsiteX5" fmla="*/ 4066538 w 9686435"/>
              <a:gd name="connsiteY5" fmla="*/ 69499 h 1061242"/>
              <a:gd name="connsiteX6" fmla="*/ 4902757 w 9686435"/>
              <a:gd name="connsiteY6" fmla="*/ 1061234 h 1061242"/>
              <a:gd name="connsiteX7" fmla="*/ 5740079 w 9686435"/>
              <a:gd name="connsiteY7" fmla="*/ 49398 h 1061242"/>
              <a:gd name="connsiteX8" fmla="*/ 6626173 w 9686435"/>
              <a:gd name="connsiteY8" fmla="*/ 1027982 h 1061242"/>
              <a:gd name="connsiteX9" fmla="*/ 7367789 w 9686435"/>
              <a:gd name="connsiteY9" fmla="*/ 91329 h 1061242"/>
              <a:gd name="connsiteX10" fmla="*/ 8260899 w 9686435"/>
              <a:gd name="connsiteY10" fmla="*/ 1016124 h 1061242"/>
              <a:gd name="connsiteX11" fmla="*/ 9119656 w 9686435"/>
              <a:gd name="connsiteY11" fmla="*/ 162467 h 1061242"/>
              <a:gd name="connsiteX12" fmla="*/ 9686435 w 9686435"/>
              <a:gd name="connsiteY12" fmla="*/ 678218 h 1061242"/>
              <a:gd name="connsiteX0" fmla="*/ 90 w 9686282"/>
              <a:gd name="connsiteY0" fmla="*/ 599182 h 1061242"/>
              <a:gd name="connsiteX1" fmla="*/ 563774 w 9686282"/>
              <a:gd name="connsiteY1" fmla="*/ 267 h 1061242"/>
              <a:gd name="connsiteX2" fmla="*/ 1422468 w 9686282"/>
              <a:gd name="connsiteY2" fmla="*/ 1016617 h 1061242"/>
              <a:gd name="connsiteX3" fmla="*/ 2329740 w 9686282"/>
              <a:gd name="connsiteY3" fmla="*/ 72565 h 1061242"/>
              <a:gd name="connsiteX4" fmla="*/ 3183999 w 9686282"/>
              <a:gd name="connsiteY4" fmla="*/ 1030745 h 1061242"/>
              <a:gd name="connsiteX5" fmla="*/ 4066385 w 9686282"/>
              <a:gd name="connsiteY5" fmla="*/ 69499 h 1061242"/>
              <a:gd name="connsiteX6" fmla="*/ 4902604 w 9686282"/>
              <a:gd name="connsiteY6" fmla="*/ 1061234 h 1061242"/>
              <a:gd name="connsiteX7" fmla="*/ 5739926 w 9686282"/>
              <a:gd name="connsiteY7" fmla="*/ 49398 h 1061242"/>
              <a:gd name="connsiteX8" fmla="*/ 6626020 w 9686282"/>
              <a:gd name="connsiteY8" fmla="*/ 1027982 h 1061242"/>
              <a:gd name="connsiteX9" fmla="*/ 7367636 w 9686282"/>
              <a:gd name="connsiteY9" fmla="*/ 91329 h 1061242"/>
              <a:gd name="connsiteX10" fmla="*/ 8260746 w 9686282"/>
              <a:gd name="connsiteY10" fmla="*/ 1016124 h 1061242"/>
              <a:gd name="connsiteX11" fmla="*/ 9119503 w 9686282"/>
              <a:gd name="connsiteY11" fmla="*/ 162467 h 1061242"/>
              <a:gd name="connsiteX12" fmla="*/ 9686282 w 9686282"/>
              <a:gd name="connsiteY12" fmla="*/ 678218 h 1061242"/>
              <a:gd name="connsiteX0" fmla="*/ 243 w 9686435"/>
              <a:gd name="connsiteY0" fmla="*/ 599202 h 1061262"/>
              <a:gd name="connsiteX1" fmla="*/ 563927 w 9686435"/>
              <a:gd name="connsiteY1" fmla="*/ 287 h 1061262"/>
              <a:gd name="connsiteX2" fmla="*/ 1422621 w 9686435"/>
              <a:gd name="connsiteY2" fmla="*/ 1016637 h 1061262"/>
              <a:gd name="connsiteX3" fmla="*/ 2329893 w 9686435"/>
              <a:gd name="connsiteY3" fmla="*/ 72585 h 1061262"/>
              <a:gd name="connsiteX4" fmla="*/ 3184152 w 9686435"/>
              <a:gd name="connsiteY4" fmla="*/ 1030765 h 1061262"/>
              <a:gd name="connsiteX5" fmla="*/ 4066538 w 9686435"/>
              <a:gd name="connsiteY5" fmla="*/ 69519 h 1061262"/>
              <a:gd name="connsiteX6" fmla="*/ 4902757 w 9686435"/>
              <a:gd name="connsiteY6" fmla="*/ 1061254 h 1061262"/>
              <a:gd name="connsiteX7" fmla="*/ 5740079 w 9686435"/>
              <a:gd name="connsiteY7" fmla="*/ 49418 h 1061262"/>
              <a:gd name="connsiteX8" fmla="*/ 6626173 w 9686435"/>
              <a:gd name="connsiteY8" fmla="*/ 1028002 h 1061262"/>
              <a:gd name="connsiteX9" fmla="*/ 7367789 w 9686435"/>
              <a:gd name="connsiteY9" fmla="*/ 91349 h 1061262"/>
              <a:gd name="connsiteX10" fmla="*/ 8260899 w 9686435"/>
              <a:gd name="connsiteY10" fmla="*/ 1016144 h 1061262"/>
              <a:gd name="connsiteX11" fmla="*/ 9119656 w 9686435"/>
              <a:gd name="connsiteY11" fmla="*/ 162487 h 1061262"/>
              <a:gd name="connsiteX12" fmla="*/ 9686435 w 9686435"/>
              <a:gd name="connsiteY12" fmla="*/ 678238 h 1061262"/>
              <a:gd name="connsiteX0" fmla="*/ 243 w 9686435"/>
              <a:gd name="connsiteY0" fmla="*/ 599204 h 1061264"/>
              <a:gd name="connsiteX1" fmla="*/ 563927 w 9686435"/>
              <a:gd name="connsiteY1" fmla="*/ 289 h 1061264"/>
              <a:gd name="connsiteX2" fmla="*/ 1422621 w 9686435"/>
              <a:gd name="connsiteY2" fmla="*/ 1016639 h 1061264"/>
              <a:gd name="connsiteX3" fmla="*/ 2329893 w 9686435"/>
              <a:gd name="connsiteY3" fmla="*/ 72587 h 1061264"/>
              <a:gd name="connsiteX4" fmla="*/ 3184152 w 9686435"/>
              <a:gd name="connsiteY4" fmla="*/ 1030767 h 1061264"/>
              <a:gd name="connsiteX5" fmla="*/ 4066538 w 9686435"/>
              <a:gd name="connsiteY5" fmla="*/ 69521 h 1061264"/>
              <a:gd name="connsiteX6" fmla="*/ 4902757 w 9686435"/>
              <a:gd name="connsiteY6" fmla="*/ 1061256 h 1061264"/>
              <a:gd name="connsiteX7" fmla="*/ 5740079 w 9686435"/>
              <a:gd name="connsiteY7" fmla="*/ 49420 h 1061264"/>
              <a:gd name="connsiteX8" fmla="*/ 6626173 w 9686435"/>
              <a:gd name="connsiteY8" fmla="*/ 1028004 h 1061264"/>
              <a:gd name="connsiteX9" fmla="*/ 7367789 w 9686435"/>
              <a:gd name="connsiteY9" fmla="*/ 91351 h 1061264"/>
              <a:gd name="connsiteX10" fmla="*/ 8260899 w 9686435"/>
              <a:gd name="connsiteY10" fmla="*/ 1016146 h 1061264"/>
              <a:gd name="connsiteX11" fmla="*/ 9119656 w 9686435"/>
              <a:gd name="connsiteY11" fmla="*/ 162489 h 1061264"/>
              <a:gd name="connsiteX12" fmla="*/ 9686435 w 9686435"/>
              <a:gd name="connsiteY12" fmla="*/ 678240 h 1061264"/>
              <a:gd name="connsiteX0" fmla="*/ 0 w 9686192"/>
              <a:gd name="connsiteY0" fmla="*/ 599123 h 1061183"/>
              <a:gd name="connsiteX1" fmla="*/ 563684 w 9686192"/>
              <a:gd name="connsiteY1" fmla="*/ 208 h 1061183"/>
              <a:gd name="connsiteX2" fmla="*/ 1422378 w 9686192"/>
              <a:gd name="connsiteY2" fmla="*/ 1016558 h 1061183"/>
              <a:gd name="connsiteX3" fmla="*/ 2329650 w 9686192"/>
              <a:gd name="connsiteY3" fmla="*/ 72506 h 1061183"/>
              <a:gd name="connsiteX4" fmla="*/ 3183909 w 9686192"/>
              <a:gd name="connsiteY4" fmla="*/ 1030686 h 1061183"/>
              <a:gd name="connsiteX5" fmla="*/ 4066295 w 9686192"/>
              <a:gd name="connsiteY5" fmla="*/ 69440 h 1061183"/>
              <a:gd name="connsiteX6" fmla="*/ 4902514 w 9686192"/>
              <a:gd name="connsiteY6" fmla="*/ 1061175 h 1061183"/>
              <a:gd name="connsiteX7" fmla="*/ 5739836 w 9686192"/>
              <a:gd name="connsiteY7" fmla="*/ 49339 h 1061183"/>
              <a:gd name="connsiteX8" fmla="*/ 6625930 w 9686192"/>
              <a:gd name="connsiteY8" fmla="*/ 1027923 h 1061183"/>
              <a:gd name="connsiteX9" fmla="*/ 7367546 w 9686192"/>
              <a:gd name="connsiteY9" fmla="*/ 91270 h 1061183"/>
              <a:gd name="connsiteX10" fmla="*/ 8260656 w 9686192"/>
              <a:gd name="connsiteY10" fmla="*/ 1016065 h 1061183"/>
              <a:gd name="connsiteX11" fmla="*/ 9119413 w 9686192"/>
              <a:gd name="connsiteY11" fmla="*/ 162408 h 1061183"/>
              <a:gd name="connsiteX12" fmla="*/ 9686192 w 9686192"/>
              <a:gd name="connsiteY12" fmla="*/ 678159 h 1061183"/>
              <a:gd name="connsiteX0" fmla="*/ 0 w 9686192"/>
              <a:gd name="connsiteY0" fmla="*/ 599202 h 1061262"/>
              <a:gd name="connsiteX1" fmla="*/ 563684 w 9686192"/>
              <a:gd name="connsiteY1" fmla="*/ 287 h 1061262"/>
              <a:gd name="connsiteX2" fmla="*/ 1422378 w 9686192"/>
              <a:gd name="connsiteY2" fmla="*/ 1016637 h 1061262"/>
              <a:gd name="connsiteX3" fmla="*/ 2329650 w 9686192"/>
              <a:gd name="connsiteY3" fmla="*/ 72585 h 1061262"/>
              <a:gd name="connsiteX4" fmla="*/ 3183909 w 9686192"/>
              <a:gd name="connsiteY4" fmla="*/ 1030765 h 1061262"/>
              <a:gd name="connsiteX5" fmla="*/ 4066295 w 9686192"/>
              <a:gd name="connsiteY5" fmla="*/ 69519 h 1061262"/>
              <a:gd name="connsiteX6" fmla="*/ 4902514 w 9686192"/>
              <a:gd name="connsiteY6" fmla="*/ 1061254 h 1061262"/>
              <a:gd name="connsiteX7" fmla="*/ 5739836 w 9686192"/>
              <a:gd name="connsiteY7" fmla="*/ 49418 h 1061262"/>
              <a:gd name="connsiteX8" fmla="*/ 6625930 w 9686192"/>
              <a:gd name="connsiteY8" fmla="*/ 1028002 h 1061262"/>
              <a:gd name="connsiteX9" fmla="*/ 7367546 w 9686192"/>
              <a:gd name="connsiteY9" fmla="*/ 91349 h 1061262"/>
              <a:gd name="connsiteX10" fmla="*/ 8260656 w 9686192"/>
              <a:gd name="connsiteY10" fmla="*/ 1016144 h 1061262"/>
              <a:gd name="connsiteX11" fmla="*/ 9119413 w 9686192"/>
              <a:gd name="connsiteY11" fmla="*/ 162487 h 1061262"/>
              <a:gd name="connsiteX12" fmla="*/ 9686192 w 9686192"/>
              <a:gd name="connsiteY12" fmla="*/ 678238 h 1061262"/>
              <a:gd name="connsiteX0" fmla="*/ 0 w 9686192"/>
              <a:gd name="connsiteY0" fmla="*/ 599407 h 1061467"/>
              <a:gd name="connsiteX1" fmla="*/ 563684 w 9686192"/>
              <a:gd name="connsiteY1" fmla="*/ 492 h 1061467"/>
              <a:gd name="connsiteX2" fmla="*/ 1422378 w 9686192"/>
              <a:gd name="connsiteY2" fmla="*/ 1016842 h 1061467"/>
              <a:gd name="connsiteX3" fmla="*/ 2329650 w 9686192"/>
              <a:gd name="connsiteY3" fmla="*/ 72790 h 1061467"/>
              <a:gd name="connsiteX4" fmla="*/ 3183909 w 9686192"/>
              <a:gd name="connsiteY4" fmla="*/ 1030970 h 1061467"/>
              <a:gd name="connsiteX5" fmla="*/ 4066295 w 9686192"/>
              <a:gd name="connsiteY5" fmla="*/ 69724 h 1061467"/>
              <a:gd name="connsiteX6" fmla="*/ 4902514 w 9686192"/>
              <a:gd name="connsiteY6" fmla="*/ 1061459 h 1061467"/>
              <a:gd name="connsiteX7" fmla="*/ 5739836 w 9686192"/>
              <a:gd name="connsiteY7" fmla="*/ 49623 h 1061467"/>
              <a:gd name="connsiteX8" fmla="*/ 6625930 w 9686192"/>
              <a:gd name="connsiteY8" fmla="*/ 1028207 h 1061467"/>
              <a:gd name="connsiteX9" fmla="*/ 7367546 w 9686192"/>
              <a:gd name="connsiteY9" fmla="*/ 91554 h 1061467"/>
              <a:gd name="connsiteX10" fmla="*/ 8260656 w 9686192"/>
              <a:gd name="connsiteY10" fmla="*/ 1016349 h 1061467"/>
              <a:gd name="connsiteX11" fmla="*/ 9119413 w 9686192"/>
              <a:gd name="connsiteY11" fmla="*/ 162692 h 1061467"/>
              <a:gd name="connsiteX12" fmla="*/ 9686192 w 9686192"/>
              <a:gd name="connsiteY12" fmla="*/ 678443 h 1061467"/>
              <a:gd name="connsiteX0" fmla="*/ 0 w 9686192"/>
              <a:gd name="connsiteY0" fmla="*/ 599279 h 1061339"/>
              <a:gd name="connsiteX1" fmla="*/ 563684 w 9686192"/>
              <a:gd name="connsiteY1" fmla="*/ 364 h 1061339"/>
              <a:gd name="connsiteX2" fmla="*/ 1422378 w 9686192"/>
              <a:gd name="connsiteY2" fmla="*/ 1016714 h 1061339"/>
              <a:gd name="connsiteX3" fmla="*/ 2329650 w 9686192"/>
              <a:gd name="connsiteY3" fmla="*/ 72662 h 1061339"/>
              <a:gd name="connsiteX4" fmla="*/ 3183909 w 9686192"/>
              <a:gd name="connsiteY4" fmla="*/ 1030842 h 1061339"/>
              <a:gd name="connsiteX5" fmla="*/ 4066295 w 9686192"/>
              <a:gd name="connsiteY5" fmla="*/ 69596 h 1061339"/>
              <a:gd name="connsiteX6" fmla="*/ 4902514 w 9686192"/>
              <a:gd name="connsiteY6" fmla="*/ 1061331 h 1061339"/>
              <a:gd name="connsiteX7" fmla="*/ 5739836 w 9686192"/>
              <a:gd name="connsiteY7" fmla="*/ 49495 h 1061339"/>
              <a:gd name="connsiteX8" fmla="*/ 6625930 w 9686192"/>
              <a:gd name="connsiteY8" fmla="*/ 1028079 h 1061339"/>
              <a:gd name="connsiteX9" fmla="*/ 7367546 w 9686192"/>
              <a:gd name="connsiteY9" fmla="*/ 91426 h 1061339"/>
              <a:gd name="connsiteX10" fmla="*/ 8260656 w 9686192"/>
              <a:gd name="connsiteY10" fmla="*/ 1016221 h 1061339"/>
              <a:gd name="connsiteX11" fmla="*/ 9119413 w 9686192"/>
              <a:gd name="connsiteY11" fmla="*/ 162564 h 1061339"/>
              <a:gd name="connsiteX12" fmla="*/ 9686192 w 9686192"/>
              <a:gd name="connsiteY12" fmla="*/ 678315 h 1061339"/>
              <a:gd name="connsiteX0" fmla="*/ 0 w 9686192"/>
              <a:gd name="connsiteY0" fmla="*/ 599319 h 1061379"/>
              <a:gd name="connsiteX1" fmla="*/ 563684 w 9686192"/>
              <a:gd name="connsiteY1" fmla="*/ 404 h 1061379"/>
              <a:gd name="connsiteX2" fmla="*/ 1422378 w 9686192"/>
              <a:gd name="connsiteY2" fmla="*/ 1016754 h 1061379"/>
              <a:gd name="connsiteX3" fmla="*/ 2329650 w 9686192"/>
              <a:gd name="connsiteY3" fmla="*/ 72702 h 1061379"/>
              <a:gd name="connsiteX4" fmla="*/ 3183909 w 9686192"/>
              <a:gd name="connsiteY4" fmla="*/ 1030882 h 1061379"/>
              <a:gd name="connsiteX5" fmla="*/ 4066295 w 9686192"/>
              <a:gd name="connsiteY5" fmla="*/ 69636 h 1061379"/>
              <a:gd name="connsiteX6" fmla="*/ 4902514 w 9686192"/>
              <a:gd name="connsiteY6" fmla="*/ 1061371 h 1061379"/>
              <a:gd name="connsiteX7" fmla="*/ 5739836 w 9686192"/>
              <a:gd name="connsiteY7" fmla="*/ 49535 h 1061379"/>
              <a:gd name="connsiteX8" fmla="*/ 6625930 w 9686192"/>
              <a:gd name="connsiteY8" fmla="*/ 1028119 h 1061379"/>
              <a:gd name="connsiteX9" fmla="*/ 7367546 w 9686192"/>
              <a:gd name="connsiteY9" fmla="*/ 91466 h 1061379"/>
              <a:gd name="connsiteX10" fmla="*/ 8260656 w 9686192"/>
              <a:gd name="connsiteY10" fmla="*/ 1016261 h 1061379"/>
              <a:gd name="connsiteX11" fmla="*/ 9119413 w 9686192"/>
              <a:gd name="connsiteY11" fmla="*/ 162604 h 1061379"/>
              <a:gd name="connsiteX12" fmla="*/ 9686192 w 9686192"/>
              <a:gd name="connsiteY12" fmla="*/ 678355 h 1061379"/>
              <a:gd name="connsiteX0" fmla="*/ 0 w 9686192"/>
              <a:gd name="connsiteY0" fmla="*/ 599307 h 1061367"/>
              <a:gd name="connsiteX1" fmla="*/ 563684 w 9686192"/>
              <a:gd name="connsiteY1" fmla="*/ 392 h 1061367"/>
              <a:gd name="connsiteX2" fmla="*/ 1422378 w 9686192"/>
              <a:gd name="connsiteY2" fmla="*/ 1016742 h 1061367"/>
              <a:gd name="connsiteX3" fmla="*/ 2329650 w 9686192"/>
              <a:gd name="connsiteY3" fmla="*/ 72690 h 1061367"/>
              <a:gd name="connsiteX4" fmla="*/ 3183909 w 9686192"/>
              <a:gd name="connsiteY4" fmla="*/ 1030870 h 1061367"/>
              <a:gd name="connsiteX5" fmla="*/ 4066295 w 9686192"/>
              <a:gd name="connsiteY5" fmla="*/ 69624 h 1061367"/>
              <a:gd name="connsiteX6" fmla="*/ 4902514 w 9686192"/>
              <a:gd name="connsiteY6" fmla="*/ 1061359 h 1061367"/>
              <a:gd name="connsiteX7" fmla="*/ 5739836 w 9686192"/>
              <a:gd name="connsiteY7" fmla="*/ 49523 h 1061367"/>
              <a:gd name="connsiteX8" fmla="*/ 6625930 w 9686192"/>
              <a:gd name="connsiteY8" fmla="*/ 1028107 h 1061367"/>
              <a:gd name="connsiteX9" fmla="*/ 7367546 w 9686192"/>
              <a:gd name="connsiteY9" fmla="*/ 91454 h 1061367"/>
              <a:gd name="connsiteX10" fmla="*/ 8260656 w 9686192"/>
              <a:gd name="connsiteY10" fmla="*/ 1016249 h 1061367"/>
              <a:gd name="connsiteX11" fmla="*/ 9119413 w 9686192"/>
              <a:gd name="connsiteY11" fmla="*/ 162592 h 1061367"/>
              <a:gd name="connsiteX12" fmla="*/ 9686192 w 9686192"/>
              <a:gd name="connsiteY12" fmla="*/ 678343 h 1061367"/>
              <a:gd name="connsiteX0" fmla="*/ 0 w 9686192"/>
              <a:gd name="connsiteY0" fmla="*/ 599351 h 1061411"/>
              <a:gd name="connsiteX1" fmla="*/ 563684 w 9686192"/>
              <a:gd name="connsiteY1" fmla="*/ 436 h 1061411"/>
              <a:gd name="connsiteX2" fmla="*/ 1422378 w 9686192"/>
              <a:gd name="connsiteY2" fmla="*/ 1016786 h 1061411"/>
              <a:gd name="connsiteX3" fmla="*/ 2329650 w 9686192"/>
              <a:gd name="connsiteY3" fmla="*/ 72734 h 1061411"/>
              <a:gd name="connsiteX4" fmla="*/ 3183909 w 9686192"/>
              <a:gd name="connsiteY4" fmla="*/ 1030914 h 1061411"/>
              <a:gd name="connsiteX5" fmla="*/ 4066295 w 9686192"/>
              <a:gd name="connsiteY5" fmla="*/ 69668 h 1061411"/>
              <a:gd name="connsiteX6" fmla="*/ 4902514 w 9686192"/>
              <a:gd name="connsiteY6" fmla="*/ 1061403 h 1061411"/>
              <a:gd name="connsiteX7" fmla="*/ 5739836 w 9686192"/>
              <a:gd name="connsiteY7" fmla="*/ 49567 h 1061411"/>
              <a:gd name="connsiteX8" fmla="*/ 6625930 w 9686192"/>
              <a:gd name="connsiteY8" fmla="*/ 1028151 h 1061411"/>
              <a:gd name="connsiteX9" fmla="*/ 7367546 w 9686192"/>
              <a:gd name="connsiteY9" fmla="*/ 91498 h 1061411"/>
              <a:gd name="connsiteX10" fmla="*/ 8260656 w 9686192"/>
              <a:gd name="connsiteY10" fmla="*/ 1016293 h 1061411"/>
              <a:gd name="connsiteX11" fmla="*/ 9119413 w 9686192"/>
              <a:gd name="connsiteY11" fmla="*/ 162636 h 1061411"/>
              <a:gd name="connsiteX12" fmla="*/ 9686192 w 9686192"/>
              <a:gd name="connsiteY12" fmla="*/ 678387 h 1061411"/>
              <a:gd name="connsiteX0" fmla="*/ 0 w 9686192"/>
              <a:gd name="connsiteY0" fmla="*/ 599279 h 1061339"/>
              <a:gd name="connsiteX1" fmla="*/ 563684 w 9686192"/>
              <a:gd name="connsiteY1" fmla="*/ 364 h 1061339"/>
              <a:gd name="connsiteX2" fmla="*/ 1422378 w 9686192"/>
              <a:gd name="connsiteY2" fmla="*/ 1016714 h 1061339"/>
              <a:gd name="connsiteX3" fmla="*/ 2329650 w 9686192"/>
              <a:gd name="connsiteY3" fmla="*/ 72662 h 1061339"/>
              <a:gd name="connsiteX4" fmla="*/ 3183909 w 9686192"/>
              <a:gd name="connsiteY4" fmla="*/ 1030842 h 1061339"/>
              <a:gd name="connsiteX5" fmla="*/ 4066295 w 9686192"/>
              <a:gd name="connsiteY5" fmla="*/ 69596 h 1061339"/>
              <a:gd name="connsiteX6" fmla="*/ 4902514 w 9686192"/>
              <a:gd name="connsiteY6" fmla="*/ 1061331 h 1061339"/>
              <a:gd name="connsiteX7" fmla="*/ 5739836 w 9686192"/>
              <a:gd name="connsiteY7" fmla="*/ 49495 h 1061339"/>
              <a:gd name="connsiteX8" fmla="*/ 6625930 w 9686192"/>
              <a:gd name="connsiteY8" fmla="*/ 1028079 h 1061339"/>
              <a:gd name="connsiteX9" fmla="*/ 7367546 w 9686192"/>
              <a:gd name="connsiteY9" fmla="*/ 91426 h 1061339"/>
              <a:gd name="connsiteX10" fmla="*/ 8260656 w 9686192"/>
              <a:gd name="connsiteY10" fmla="*/ 1016221 h 1061339"/>
              <a:gd name="connsiteX11" fmla="*/ 9119413 w 9686192"/>
              <a:gd name="connsiteY11" fmla="*/ 162564 h 1061339"/>
              <a:gd name="connsiteX12" fmla="*/ 9686192 w 9686192"/>
              <a:gd name="connsiteY12" fmla="*/ 678315 h 1061339"/>
              <a:gd name="connsiteX0" fmla="*/ 0 w 9686192"/>
              <a:gd name="connsiteY0" fmla="*/ 599259 h 1061319"/>
              <a:gd name="connsiteX1" fmla="*/ 563684 w 9686192"/>
              <a:gd name="connsiteY1" fmla="*/ 344 h 1061319"/>
              <a:gd name="connsiteX2" fmla="*/ 1422378 w 9686192"/>
              <a:gd name="connsiteY2" fmla="*/ 1016694 h 1061319"/>
              <a:gd name="connsiteX3" fmla="*/ 2329650 w 9686192"/>
              <a:gd name="connsiteY3" fmla="*/ 72642 h 1061319"/>
              <a:gd name="connsiteX4" fmla="*/ 3183909 w 9686192"/>
              <a:gd name="connsiteY4" fmla="*/ 1030822 h 1061319"/>
              <a:gd name="connsiteX5" fmla="*/ 4066295 w 9686192"/>
              <a:gd name="connsiteY5" fmla="*/ 69576 h 1061319"/>
              <a:gd name="connsiteX6" fmla="*/ 4902514 w 9686192"/>
              <a:gd name="connsiteY6" fmla="*/ 1061311 h 1061319"/>
              <a:gd name="connsiteX7" fmla="*/ 5739836 w 9686192"/>
              <a:gd name="connsiteY7" fmla="*/ 49475 h 1061319"/>
              <a:gd name="connsiteX8" fmla="*/ 6625930 w 9686192"/>
              <a:gd name="connsiteY8" fmla="*/ 1028059 h 1061319"/>
              <a:gd name="connsiteX9" fmla="*/ 7367546 w 9686192"/>
              <a:gd name="connsiteY9" fmla="*/ 91406 h 1061319"/>
              <a:gd name="connsiteX10" fmla="*/ 8260656 w 9686192"/>
              <a:gd name="connsiteY10" fmla="*/ 1016201 h 1061319"/>
              <a:gd name="connsiteX11" fmla="*/ 9119413 w 9686192"/>
              <a:gd name="connsiteY11" fmla="*/ 162544 h 1061319"/>
              <a:gd name="connsiteX12" fmla="*/ 9686192 w 9686192"/>
              <a:gd name="connsiteY12" fmla="*/ 678295 h 1061319"/>
              <a:gd name="connsiteX0" fmla="*/ 0 w 9686192"/>
              <a:gd name="connsiteY0" fmla="*/ 599248 h 1061308"/>
              <a:gd name="connsiteX1" fmla="*/ 563684 w 9686192"/>
              <a:gd name="connsiteY1" fmla="*/ 333 h 1061308"/>
              <a:gd name="connsiteX2" fmla="*/ 1422378 w 9686192"/>
              <a:gd name="connsiteY2" fmla="*/ 1016683 h 1061308"/>
              <a:gd name="connsiteX3" fmla="*/ 2329650 w 9686192"/>
              <a:gd name="connsiteY3" fmla="*/ 72631 h 1061308"/>
              <a:gd name="connsiteX4" fmla="*/ 3183909 w 9686192"/>
              <a:gd name="connsiteY4" fmla="*/ 1030811 h 1061308"/>
              <a:gd name="connsiteX5" fmla="*/ 4066295 w 9686192"/>
              <a:gd name="connsiteY5" fmla="*/ 69565 h 1061308"/>
              <a:gd name="connsiteX6" fmla="*/ 4902514 w 9686192"/>
              <a:gd name="connsiteY6" fmla="*/ 1061300 h 1061308"/>
              <a:gd name="connsiteX7" fmla="*/ 5739836 w 9686192"/>
              <a:gd name="connsiteY7" fmla="*/ 49464 h 1061308"/>
              <a:gd name="connsiteX8" fmla="*/ 6625930 w 9686192"/>
              <a:gd name="connsiteY8" fmla="*/ 1028048 h 1061308"/>
              <a:gd name="connsiteX9" fmla="*/ 7367546 w 9686192"/>
              <a:gd name="connsiteY9" fmla="*/ 91395 h 1061308"/>
              <a:gd name="connsiteX10" fmla="*/ 8260656 w 9686192"/>
              <a:gd name="connsiteY10" fmla="*/ 1016190 h 1061308"/>
              <a:gd name="connsiteX11" fmla="*/ 9119413 w 9686192"/>
              <a:gd name="connsiteY11" fmla="*/ 162533 h 1061308"/>
              <a:gd name="connsiteX12" fmla="*/ 9686192 w 9686192"/>
              <a:gd name="connsiteY12" fmla="*/ 678284 h 1061308"/>
              <a:gd name="connsiteX0" fmla="*/ 0 w 9686192"/>
              <a:gd name="connsiteY0" fmla="*/ 599248 h 1061308"/>
              <a:gd name="connsiteX1" fmla="*/ 563684 w 9686192"/>
              <a:gd name="connsiteY1" fmla="*/ 333 h 1061308"/>
              <a:gd name="connsiteX2" fmla="*/ 1422378 w 9686192"/>
              <a:gd name="connsiteY2" fmla="*/ 1016683 h 1061308"/>
              <a:gd name="connsiteX3" fmla="*/ 2329650 w 9686192"/>
              <a:gd name="connsiteY3" fmla="*/ 72631 h 1061308"/>
              <a:gd name="connsiteX4" fmla="*/ 3183909 w 9686192"/>
              <a:gd name="connsiteY4" fmla="*/ 1030811 h 1061308"/>
              <a:gd name="connsiteX5" fmla="*/ 4066295 w 9686192"/>
              <a:gd name="connsiteY5" fmla="*/ 69565 h 1061308"/>
              <a:gd name="connsiteX6" fmla="*/ 4902514 w 9686192"/>
              <a:gd name="connsiteY6" fmla="*/ 1061300 h 1061308"/>
              <a:gd name="connsiteX7" fmla="*/ 5739836 w 9686192"/>
              <a:gd name="connsiteY7" fmla="*/ 49464 h 1061308"/>
              <a:gd name="connsiteX8" fmla="*/ 6625930 w 9686192"/>
              <a:gd name="connsiteY8" fmla="*/ 1028048 h 1061308"/>
              <a:gd name="connsiteX9" fmla="*/ 7367546 w 9686192"/>
              <a:gd name="connsiteY9" fmla="*/ 91395 h 1061308"/>
              <a:gd name="connsiteX10" fmla="*/ 8260656 w 9686192"/>
              <a:gd name="connsiteY10" fmla="*/ 1016190 h 1061308"/>
              <a:gd name="connsiteX11" fmla="*/ 9119413 w 9686192"/>
              <a:gd name="connsiteY11" fmla="*/ 162533 h 1061308"/>
              <a:gd name="connsiteX12" fmla="*/ 9686192 w 9686192"/>
              <a:gd name="connsiteY12" fmla="*/ 678284 h 1061308"/>
              <a:gd name="connsiteX0" fmla="*/ 0 w 9737718"/>
              <a:gd name="connsiteY0" fmla="*/ 621477 h 1065752"/>
              <a:gd name="connsiteX1" fmla="*/ 615210 w 9737718"/>
              <a:gd name="connsiteY1" fmla="*/ 4777 h 1065752"/>
              <a:gd name="connsiteX2" fmla="*/ 1473904 w 9737718"/>
              <a:gd name="connsiteY2" fmla="*/ 1021127 h 1065752"/>
              <a:gd name="connsiteX3" fmla="*/ 2381176 w 9737718"/>
              <a:gd name="connsiteY3" fmla="*/ 77075 h 1065752"/>
              <a:gd name="connsiteX4" fmla="*/ 3235435 w 9737718"/>
              <a:gd name="connsiteY4" fmla="*/ 1035255 h 1065752"/>
              <a:gd name="connsiteX5" fmla="*/ 4117821 w 9737718"/>
              <a:gd name="connsiteY5" fmla="*/ 74009 h 1065752"/>
              <a:gd name="connsiteX6" fmla="*/ 4954040 w 9737718"/>
              <a:gd name="connsiteY6" fmla="*/ 1065744 h 1065752"/>
              <a:gd name="connsiteX7" fmla="*/ 5791362 w 9737718"/>
              <a:gd name="connsiteY7" fmla="*/ 53908 h 1065752"/>
              <a:gd name="connsiteX8" fmla="*/ 6677456 w 9737718"/>
              <a:gd name="connsiteY8" fmla="*/ 1032492 h 1065752"/>
              <a:gd name="connsiteX9" fmla="*/ 7419072 w 9737718"/>
              <a:gd name="connsiteY9" fmla="*/ 95839 h 1065752"/>
              <a:gd name="connsiteX10" fmla="*/ 8312182 w 9737718"/>
              <a:gd name="connsiteY10" fmla="*/ 1020634 h 1065752"/>
              <a:gd name="connsiteX11" fmla="*/ 9170939 w 9737718"/>
              <a:gd name="connsiteY11" fmla="*/ 166977 h 1065752"/>
              <a:gd name="connsiteX12" fmla="*/ 9737718 w 9737718"/>
              <a:gd name="connsiteY12" fmla="*/ 682728 h 1065752"/>
              <a:gd name="connsiteX0" fmla="*/ 0 w 9617492"/>
              <a:gd name="connsiteY0" fmla="*/ 604225 h 1066284"/>
              <a:gd name="connsiteX1" fmla="*/ 494984 w 9617492"/>
              <a:gd name="connsiteY1" fmla="*/ 5309 h 1066284"/>
              <a:gd name="connsiteX2" fmla="*/ 1353678 w 9617492"/>
              <a:gd name="connsiteY2" fmla="*/ 1021659 h 1066284"/>
              <a:gd name="connsiteX3" fmla="*/ 2260950 w 9617492"/>
              <a:gd name="connsiteY3" fmla="*/ 77607 h 1066284"/>
              <a:gd name="connsiteX4" fmla="*/ 3115209 w 9617492"/>
              <a:gd name="connsiteY4" fmla="*/ 1035787 h 1066284"/>
              <a:gd name="connsiteX5" fmla="*/ 3997595 w 9617492"/>
              <a:gd name="connsiteY5" fmla="*/ 74541 h 1066284"/>
              <a:gd name="connsiteX6" fmla="*/ 4833814 w 9617492"/>
              <a:gd name="connsiteY6" fmla="*/ 1066276 h 1066284"/>
              <a:gd name="connsiteX7" fmla="*/ 5671136 w 9617492"/>
              <a:gd name="connsiteY7" fmla="*/ 54440 h 1066284"/>
              <a:gd name="connsiteX8" fmla="*/ 6557230 w 9617492"/>
              <a:gd name="connsiteY8" fmla="*/ 1033024 h 1066284"/>
              <a:gd name="connsiteX9" fmla="*/ 7298846 w 9617492"/>
              <a:gd name="connsiteY9" fmla="*/ 96371 h 1066284"/>
              <a:gd name="connsiteX10" fmla="*/ 8191956 w 9617492"/>
              <a:gd name="connsiteY10" fmla="*/ 1021166 h 1066284"/>
              <a:gd name="connsiteX11" fmla="*/ 9050713 w 9617492"/>
              <a:gd name="connsiteY11" fmla="*/ 167509 h 1066284"/>
              <a:gd name="connsiteX12" fmla="*/ 9617492 w 9617492"/>
              <a:gd name="connsiteY12" fmla="*/ 683260 h 1066284"/>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62202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6 w 9617492"/>
              <a:gd name="connsiteY9" fmla="*/ 91064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71136 w 9617492"/>
              <a:gd name="connsiteY7" fmla="*/ 49133 h 1060977"/>
              <a:gd name="connsiteX8" fmla="*/ 6557230 w 9617492"/>
              <a:gd name="connsiteY8" fmla="*/ 1027717 h 1060977"/>
              <a:gd name="connsiteX9" fmla="*/ 7298847 w 9617492"/>
              <a:gd name="connsiteY9" fmla="*/ 126632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93"/>
              <a:gd name="connsiteX1" fmla="*/ 494984 w 9617492"/>
              <a:gd name="connsiteY1" fmla="*/ 2 h 1060993"/>
              <a:gd name="connsiteX2" fmla="*/ 1353678 w 9617492"/>
              <a:gd name="connsiteY2" fmla="*/ 1016352 h 1060993"/>
              <a:gd name="connsiteX3" fmla="*/ 2260950 w 9617492"/>
              <a:gd name="connsiteY3" fmla="*/ 72300 h 1060993"/>
              <a:gd name="connsiteX4" fmla="*/ 3115209 w 9617492"/>
              <a:gd name="connsiteY4" fmla="*/ 1030480 h 1060993"/>
              <a:gd name="connsiteX5" fmla="*/ 3997595 w 9617492"/>
              <a:gd name="connsiteY5" fmla="*/ 69234 h 1060993"/>
              <a:gd name="connsiteX6" fmla="*/ 4833814 w 9617492"/>
              <a:gd name="connsiteY6" fmla="*/ 1060969 h 1060993"/>
              <a:gd name="connsiteX7" fmla="*/ 5671136 w 9617492"/>
              <a:gd name="connsiteY7" fmla="*/ 102487 h 1060993"/>
              <a:gd name="connsiteX8" fmla="*/ 6557230 w 9617492"/>
              <a:gd name="connsiteY8" fmla="*/ 1027717 h 1060993"/>
              <a:gd name="connsiteX9" fmla="*/ 7298847 w 9617492"/>
              <a:gd name="connsiteY9" fmla="*/ 126632 h 1060993"/>
              <a:gd name="connsiteX10" fmla="*/ 8191956 w 9617492"/>
              <a:gd name="connsiteY10" fmla="*/ 1015859 h 1060993"/>
              <a:gd name="connsiteX11" fmla="*/ 9050713 w 9617492"/>
              <a:gd name="connsiteY11" fmla="*/ 108848 h 1060993"/>
              <a:gd name="connsiteX12" fmla="*/ 9617492 w 9617492"/>
              <a:gd name="connsiteY12" fmla="*/ 677953 h 1060993"/>
              <a:gd name="connsiteX0" fmla="*/ 0 w 9617492"/>
              <a:gd name="connsiteY0" fmla="*/ 598918 h 1060977"/>
              <a:gd name="connsiteX1" fmla="*/ 494984 w 9617492"/>
              <a:gd name="connsiteY1" fmla="*/ 2 h 1060977"/>
              <a:gd name="connsiteX2" fmla="*/ 1353678 w 9617492"/>
              <a:gd name="connsiteY2" fmla="*/ 1016352 h 1060977"/>
              <a:gd name="connsiteX3" fmla="*/ 2260950 w 9617492"/>
              <a:gd name="connsiteY3" fmla="*/ 72300 h 1060977"/>
              <a:gd name="connsiteX4" fmla="*/ 3115209 w 9617492"/>
              <a:gd name="connsiteY4" fmla="*/ 1030480 h 1060977"/>
              <a:gd name="connsiteX5" fmla="*/ 3997595 w 9617492"/>
              <a:gd name="connsiteY5" fmla="*/ 69234 h 1060977"/>
              <a:gd name="connsiteX6" fmla="*/ 4833814 w 9617492"/>
              <a:gd name="connsiteY6" fmla="*/ 1060969 h 1060977"/>
              <a:gd name="connsiteX7" fmla="*/ 5688312 w 9617492"/>
              <a:gd name="connsiteY7" fmla="*/ 49134 h 1060977"/>
              <a:gd name="connsiteX8" fmla="*/ 6557230 w 9617492"/>
              <a:gd name="connsiteY8" fmla="*/ 1027717 h 1060977"/>
              <a:gd name="connsiteX9" fmla="*/ 7298847 w 9617492"/>
              <a:gd name="connsiteY9" fmla="*/ 126632 h 1060977"/>
              <a:gd name="connsiteX10" fmla="*/ 8191956 w 9617492"/>
              <a:gd name="connsiteY10" fmla="*/ 1015859 h 1060977"/>
              <a:gd name="connsiteX11" fmla="*/ 9050713 w 9617492"/>
              <a:gd name="connsiteY11" fmla="*/ 108848 h 1060977"/>
              <a:gd name="connsiteX12" fmla="*/ 9617492 w 9617492"/>
              <a:gd name="connsiteY12" fmla="*/ 677953 h 1060977"/>
              <a:gd name="connsiteX0" fmla="*/ 0 w 9617492"/>
              <a:gd name="connsiteY0" fmla="*/ 598918 h 1060974"/>
              <a:gd name="connsiteX1" fmla="*/ 494984 w 9617492"/>
              <a:gd name="connsiteY1" fmla="*/ 2 h 1060974"/>
              <a:gd name="connsiteX2" fmla="*/ 1353678 w 9617492"/>
              <a:gd name="connsiteY2" fmla="*/ 1016352 h 1060974"/>
              <a:gd name="connsiteX3" fmla="*/ 2260950 w 9617492"/>
              <a:gd name="connsiteY3" fmla="*/ 72300 h 1060974"/>
              <a:gd name="connsiteX4" fmla="*/ 3115209 w 9617492"/>
              <a:gd name="connsiteY4" fmla="*/ 1030480 h 1060974"/>
              <a:gd name="connsiteX5" fmla="*/ 3997595 w 9617492"/>
              <a:gd name="connsiteY5" fmla="*/ 69234 h 1060974"/>
              <a:gd name="connsiteX6" fmla="*/ 4833814 w 9617492"/>
              <a:gd name="connsiteY6" fmla="*/ 1060969 h 1060974"/>
              <a:gd name="connsiteX7" fmla="*/ 5688312 w 9617492"/>
              <a:gd name="connsiteY7" fmla="*/ 84703 h 1060974"/>
              <a:gd name="connsiteX8" fmla="*/ 6557230 w 9617492"/>
              <a:gd name="connsiteY8" fmla="*/ 1027717 h 1060974"/>
              <a:gd name="connsiteX9" fmla="*/ 7298847 w 9617492"/>
              <a:gd name="connsiteY9" fmla="*/ 126632 h 1060974"/>
              <a:gd name="connsiteX10" fmla="*/ 8191956 w 9617492"/>
              <a:gd name="connsiteY10" fmla="*/ 1015859 h 1060974"/>
              <a:gd name="connsiteX11" fmla="*/ 9050713 w 9617492"/>
              <a:gd name="connsiteY11" fmla="*/ 108848 h 1060974"/>
              <a:gd name="connsiteX12" fmla="*/ 9617492 w 9617492"/>
              <a:gd name="connsiteY12" fmla="*/ 677953 h 1060974"/>
              <a:gd name="connsiteX0" fmla="*/ 0 w 9617492"/>
              <a:gd name="connsiteY0" fmla="*/ 598918 h 1060974"/>
              <a:gd name="connsiteX1" fmla="*/ 494984 w 9617492"/>
              <a:gd name="connsiteY1" fmla="*/ 2 h 1060974"/>
              <a:gd name="connsiteX2" fmla="*/ 1353678 w 9617492"/>
              <a:gd name="connsiteY2" fmla="*/ 1016352 h 1060974"/>
              <a:gd name="connsiteX3" fmla="*/ 2260950 w 9617492"/>
              <a:gd name="connsiteY3" fmla="*/ 72300 h 1060974"/>
              <a:gd name="connsiteX4" fmla="*/ 3115209 w 9617492"/>
              <a:gd name="connsiteY4" fmla="*/ 1030480 h 1060974"/>
              <a:gd name="connsiteX5" fmla="*/ 3997595 w 9617492"/>
              <a:gd name="connsiteY5" fmla="*/ 69234 h 1060974"/>
              <a:gd name="connsiteX6" fmla="*/ 4833814 w 9617492"/>
              <a:gd name="connsiteY6" fmla="*/ 1060969 h 1060974"/>
              <a:gd name="connsiteX7" fmla="*/ 5688312 w 9617492"/>
              <a:gd name="connsiteY7" fmla="*/ 84703 h 1060974"/>
              <a:gd name="connsiteX8" fmla="*/ 6557230 w 9617492"/>
              <a:gd name="connsiteY8" fmla="*/ 1027717 h 1060974"/>
              <a:gd name="connsiteX9" fmla="*/ 7298847 w 9617492"/>
              <a:gd name="connsiteY9" fmla="*/ 91064 h 1060974"/>
              <a:gd name="connsiteX10" fmla="*/ 8191956 w 9617492"/>
              <a:gd name="connsiteY10" fmla="*/ 1015859 h 1060974"/>
              <a:gd name="connsiteX11" fmla="*/ 9050713 w 9617492"/>
              <a:gd name="connsiteY11" fmla="*/ 108848 h 1060974"/>
              <a:gd name="connsiteX12" fmla="*/ 9617492 w 9617492"/>
              <a:gd name="connsiteY12" fmla="*/ 677953 h 1060974"/>
              <a:gd name="connsiteX0" fmla="*/ 0 w 9617492"/>
              <a:gd name="connsiteY0" fmla="*/ 563349 h 1025405"/>
              <a:gd name="connsiteX1" fmla="*/ 494985 w 9617492"/>
              <a:gd name="connsiteY1" fmla="*/ 2 h 1025405"/>
              <a:gd name="connsiteX2" fmla="*/ 1353678 w 9617492"/>
              <a:gd name="connsiteY2" fmla="*/ 980783 h 1025405"/>
              <a:gd name="connsiteX3" fmla="*/ 2260950 w 9617492"/>
              <a:gd name="connsiteY3" fmla="*/ 36731 h 1025405"/>
              <a:gd name="connsiteX4" fmla="*/ 3115209 w 9617492"/>
              <a:gd name="connsiteY4" fmla="*/ 994911 h 1025405"/>
              <a:gd name="connsiteX5" fmla="*/ 3997595 w 9617492"/>
              <a:gd name="connsiteY5" fmla="*/ 33665 h 1025405"/>
              <a:gd name="connsiteX6" fmla="*/ 4833814 w 9617492"/>
              <a:gd name="connsiteY6" fmla="*/ 1025400 h 1025405"/>
              <a:gd name="connsiteX7" fmla="*/ 5688312 w 9617492"/>
              <a:gd name="connsiteY7" fmla="*/ 49134 h 1025405"/>
              <a:gd name="connsiteX8" fmla="*/ 6557230 w 9617492"/>
              <a:gd name="connsiteY8" fmla="*/ 992148 h 1025405"/>
              <a:gd name="connsiteX9" fmla="*/ 7298847 w 9617492"/>
              <a:gd name="connsiteY9" fmla="*/ 55495 h 1025405"/>
              <a:gd name="connsiteX10" fmla="*/ 8191956 w 9617492"/>
              <a:gd name="connsiteY10" fmla="*/ 980290 h 1025405"/>
              <a:gd name="connsiteX11" fmla="*/ 9050713 w 9617492"/>
              <a:gd name="connsiteY11" fmla="*/ 73279 h 1025405"/>
              <a:gd name="connsiteX12" fmla="*/ 9617492 w 9617492"/>
              <a:gd name="connsiteY12" fmla="*/ 642384 h 1025405"/>
              <a:gd name="connsiteX0" fmla="*/ 0 w 9617492"/>
              <a:gd name="connsiteY0" fmla="*/ 529705 h 991761"/>
              <a:gd name="connsiteX1" fmla="*/ 494985 w 9617492"/>
              <a:gd name="connsiteY1" fmla="*/ 19711 h 991761"/>
              <a:gd name="connsiteX2" fmla="*/ 1353678 w 9617492"/>
              <a:gd name="connsiteY2" fmla="*/ 947139 h 991761"/>
              <a:gd name="connsiteX3" fmla="*/ 2260950 w 9617492"/>
              <a:gd name="connsiteY3" fmla="*/ 3087 h 991761"/>
              <a:gd name="connsiteX4" fmla="*/ 3115209 w 9617492"/>
              <a:gd name="connsiteY4" fmla="*/ 961267 h 991761"/>
              <a:gd name="connsiteX5" fmla="*/ 3997595 w 9617492"/>
              <a:gd name="connsiteY5" fmla="*/ 21 h 991761"/>
              <a:gd name="connsiteX6" fmla="*/ 4833814 w 9617492"/>
              <a:gd name="connsiteY6" fmla="*/ 991756 h 991761"/>
              <a:gd name="connsiteX7" fmla="*/ 5688312 w 9617492"/>
              <a:gd name="connsiteY7" fmla="*/ 15490 h 991761"/>
              <a:gd name="connsiteX8" fmla="*/ 6557230 w 9617492"/>
              <a:gd name="connsiteY8" fmla="*/ 958504 h 991761"/>
              <a:gd name="connsiteX9" fmla="*/ 7298847 w 9617492"/>
              <a:gd name="connsiteY9" fmla="*/ 21851 h 991761"/>
              <a:gd name="connsiteX10" fmla="*/ 8191956 w 9617492"/>
              <a:gd name="connsiteY10" fmla="*/ 946646 h 991761"/>
              <a:gd name="connsiteX11" fmla="*/ 9050713 w 9617492"/>
              <a:gd name="connsiteY11" fmla="*/ 39635 h 991761"/>
              <a:gd name="connsiteX12" fmla="*/ 9617492 w 9617492"/>
              <a:gd name="connsiteY12" fmla="*/ 608740 h 991761"/>
              <a:gd name="connsiteX0" fmla="*/ 0 w 9654854"/>
              <a:gd name="connsiteY0" fmla="*/ 529703 h 991759"/>
              <a:gd name="connsiteX1" fmla="*/ 494985 w 9654854"/>
              <a:gd name="connsiteY1" fmla="*/ 19709 h 991759"/>
              <a:gd name="connsiteX2" fmla="*/ 1353678 w 9654854"/>
              <a:gd name="connsiteY2" fmla="*/ 947137 h 991759"/>
              <a:gd name="connsiteX3" fmla="*/ 2260950 w 9654854"/>
              <a:gd name="connsiteY3" fmla="*/ 3085 h 991759"/>
              <a:gd name="connsiteX4" fmla="*/ 3115209 w 9654854"/>
              <a:gd name="connsiteY4" fmla="*/ 961265 h 991759"/>
              <a:gd name="connsiteX5" fmla="*/ 3997595 w 9654854"/>
              <a:gd name="connsiteY5" fmla="*/ 19 h 991759"/>
              <a:gd name="connsiteX6" fmla="*/ 4833814 w 9654854"/>
              <a:gd name="connsiteY6" fmla="*/ 991754 h 991759"/>
              <a:gd name="connsiteX7" fmla="*/ 5688312 w 9654854"/>
              <a:gd name="connsiteY7" fmla="*/ 15488 h 991759"/>
              <a:gd name="connsiteX8" fmla="*/ 6557230 w 9654854"/>
              <a:gd name="connsiteY8" fmla="*/ 958502 h 991759"/>
              <a:gd name="connsiteX9" fmla="*/ 7298847 w 9654854"/>
              <a:gd name="connsiteY9" fmla="*/ 21849 h 991759"/>
              <a:gd name="connsiteX10" fmla="*/ 8191956 w 9654854"/>
              <a:gd name="connsiteY10" fmla="*/ 946644 h 991759"/>
              <a:gd name="connsiteX11" fmla="*/ 9050713 w 9654854"/>
              <a:gd name="connsiteY11" fmla="*/ 39633 h 991759"/>
              <a:gd name="connsiteX12" fmla="*/ 9617492 w 9654854"/>
              <a:gd name="connsiteY12" fmla="*/ 608738 h 991759"/>
              <a:gd name="connsiteX13" fmla="*/ 9600315 w 9654854"/>
              <a:gd name="connsiteY13" fmla="*/ 590956 h 991759"/>
              <a:gd name="connsiteX0" fmla="*/ 0 w 10046897"/>
              <a:gd name="connsiteY0" fmla="*/ 529703 h 1017815"/>
              <a:gd name="connsiteX1" fmla="*/ 494985 w 10046897"/>
              <a:gd name="connsiteY1" fmla="*/ 19709 h 1017815"/>
              <a:gd name="connsiteX2" fmla="*/ 1353678 w 10046897"/>
              <a:gd name="connsiteY2" fmla="*/ 947137 h 1017815"/>
              <a:gd name="connsiteX3" fmla="*/ 2260950 w 10046897"/>
              <a:gd name="connsiteY3" fmla="*/ 3085 h 1017815"/>
              <a:gd name="connsiteX4" fmla="*/ 3115209 w 10046897"/>
              <a:gd name="connsiteY4" fmla="*/ 961265 h 1017815"/>
              <a:gd name="connsiteX5" fmla="*/ 3997595 w 10046897"/>
              <a:gd name="connsiteY5" fmla="*/ 19 h 1017815"/>
              <a:gd name="connsiteX6" fmla="*/ 4833814 w 10046897"/>
              <a:gd name="connsiteY6" fmla="*/ 991754 h 1017815"/>
              <a:gd name="connsiteX7" fmla="*/ 5688312 w 10046897"/>
              <a:gd name="connsiteY7" fmla="*/ 15488 h 1017815"/>
              <a:gd name="connsiteX8" fmla="*/ 6557230 w 10046897"/>
              <a:gd name="connsiteY8" fmla="*/ 958502 h 1017815"/>
              <a:gd name="connsiteX9" fmla="*/ 7298847 w 10046897"/>
              <a:gd name="connsiteY9" fmla="*/ 21849 h 1017815"/>
              <a:gd name="connsiteX10" fmla="*/ 8191956 w 10046897"/>
              <a:gd name="connsiteY10" fmla="*/ 946644 h 1017815"/>
              <a:gd name="connsiteX11" fmla="*/ 9050713 w 10046897"/>
              <a:gd name="connsiteY11" fmla="*/ 39633 h 1017815"/>
              <a:gd name="connsiteX12" fmla="*/ 9617492 w 10046897"/>
              <a:gd name="connsiteY12" fmla="*/ 608738 h 1017815"/>
              <a:gd name="connsiteX13" fmla="*/ 10046870 w 10046897"/>
              <a:gd name="connsiteY13" fmla="*/ 1017784 h 1017815"/>
              <a:gd name="connsiteX0" fmla="*/ 0 w 10046926"/>
              <a:gd name="connsiteY0" fmla="*/ 529703 h 1017877"/>
              <a:gd name="connsiteX1" fmla="*/ 494985 w 10046926"/>
              <a:gd name="connsiteY1" fmla="*/ 19709 h 1017877"/>
              <a:gd name="connsiteX2" fmla="*/ 1353678 w 10046926"/>
              <a:gd name="connsiteY2" fmla="*/ 947137 h 1017877"/>
              <a:gd name="connsiteX3" fmla="*/ 2260950 w 10046926"/>
              <a:gd name="connsiteY3" fmla="*/ 3085 h 1017877"/>
              <a:gd name="connsiteX4" fmla="*/ 3115209 w 10046926"/>
              <a:gd name="connsiteY4" fmla="*/ 961265 h 1017877"/>
              <a:gd name="connsiteX5" fmla="*/ 3997595 w 10046926"/>
              <a:gd name="connsiteY5" fmla="*/ 19 h 1017877"/>
              <a:gd name="connsiteX6" fmla="*/ 4833814 w 10046926"/>
              <a:gd name="connsiteY6" fmla="*/ 991754 h 1017877"/>
              <a:gd name="connsiteX7" fmla="*/ 5688312 w 10046926"/>
              <a:gd name="connsiteY7" fmla="*/ 15488 h 1017877"/>
              <a:gd name="connsiteX8" fmla="*/ 6557230 w 10046926"/>
              <a:gd name="connsiteY8" fmla="*/ 958502 h 1017877"/>
              <a:gd name="connsiteX9" fmla="*/ 7298847 w 10046926"/>
              <a:gd name="connsiteY9" fmla="*/ 21849 h 1017877"/>
              <a:gd name="connsiteX10" fmla="*/ 8191956 w 10046926"/>
              <a:gd name="connsiteY10" fmla="*/ 946644 h 1017877"/>
              <a:gd name="connsiteX11" fmla="*/ 9050713 w 10046926"/>
              <a:gd name="connsiteY11" fmla="*/ 39633 h 1017877"/>
              <a:gd name="connsiteX12" fmla="*/ 9789244 w 10046926"/>
              <a:gd name="connsiteY12" fmla="*/ 822153 h 1017877"/>
              <a:gd name="connsiteX13" fmla="*/ 10046870 w 10046926"/>
              <a:gd name="connsiteY13" fmla="*/ 1017784 h 1017877"/>
              <a:gd name="connsiteX0" fmla="*/ 0 w 10047135"/>
              <a:gd name="connsiteY0" fmla="*/ 529703 h 1017921"/>
              <a:gd name="connsiteX1" fmla="*/ 494985 w 10047135"/>
              <a:gd name="connsiteY1" fmla="*/ 19709 h 1017921"/>
              <a:gd name="connsiteX2" fmla="*/ 1353678 w 10047135"/>
              <a:gd name="connsiteY2" fmla="*/ 947137 h 1017921"/>
              <a:gd name="connsiteX3" fmla="*/ 2260950 w 10047135"/>
              <a:gd name="connsiteY3" fmla="*/ 3085 h 1017921"/>
              <a:gd name="connsiteX4" fmla="*/ 3115209 w 10047135"/>
              <a:gd name="connsiteY4" fmla="*/ 961265 h 1017921"/>
              <a:gd name="connsiteX5" fmla="*/ 3997595 w 10047135"/>
              <a:gd name="connsiteY5" fmla="*/ 19 h 1017921"/>
              <a:gd name="connsiteX6" fmla="*/ 4833814 w 10047135"/>
              <a:gd name="connsiteY6" fmla="*/ 991754 h 1017921"/>
              <a:gd name="connsiteX7" fmla="*/ 5688312 w 10047135"/>
              <a:gd name="connsiteY7" fmla="*/ 15488 h 1017921"/>
              <a:gd name="connsiteX8" fmla="*/ 6557230 w 10047135"/>
              <a:gd name="connsiteY8" fmla="*/ 958502 h 1017921"/>
              <a:gd name="connsiteX9" fmla="*/ 7298847 w 10047135"/>
              <a:gd name="connsiteY9" fmla="*/ 21849 h 1017921"/>
              <a:gd name="connsiteX10" fmla="*/ 8191956 w 10047135"/>
              <a:gd name="connsiteY10" fmla="*/ 946644 h 1017921"/>
              <a:gd name="connsiteX11" fmla="*/ 9050713 w 10047135"/>
              <a:gd name="connsiteY11" fmla="*/ 39633 h 1017921"/>
              <a:gd name="connsiteX12" fmla="*/ 9926646 w 10047135"/>
              <a:gd name="connsiteY12" fmla="*/ 857722 h 1017921"/>
              <a:gd name="connsiteX13" fmla="*/ 10046870 w 10047135"/>
              <a:gd name="connsiteY13" fmla="*/ 1017784 h 1017921"/>
              <a:gd name="connsiteX0" fmla="*/ 0 w 10390400"/>
              <a:gd name="connsiteY0" fmla="*/ 529703 h 991759"/>
              <a:gd name="connsiteX1" fmla="*/ 494985 w 10390400"/>
              <a:gd name="connsiteY1" fmla="*/ 19709 h 991759"/>
              <a:gd name="connsiteX2" fmla="*/ 1353678 w 10390400"/>
              <a:gd name="connsiteY2" fmla="*/ 947137 h 991759"/>
              <a:gd name="connsiteX3" fmla="*/ 2260950 w 10390400"/>
              <a:gd name="connsiteY3" fmla="*/ 3085 h 991759"/>
              <a:gd name="connsiteX4" fmla="*/ 3115209 w 10390400"/>
              <a:gd name="connsiteY4" fmla="*/ 961265 h 991759"/>
              <a:gd name="connsiteX5" fmla="*/ 3997595 w 10390400"/>
              <a:gd name="connsiteY5" fmla="*/ 19 h 991759"/>
              <a:gd name="connsiteX6" fmla="*/ 4833814 w 10390400"/>
              <a:gd name="connsiteY6" fmla="*/ 991754 h 991759"/>
              <a:gd name="connsiteX7" fmla="*/ 5688312 w 10390400"/>
              <a:gd name="connsiteY7" fmla="*/ 15488 h 991759"/>
              <a:gd name="connsiteX8" fmla="*/ 6557230 w 10390400"/>
              <a:gd name="connsiteY8" fmla="*/ 958502 h 991759"/>
              <a:gd name="connsiteX9" fmla="*/ 7298847 w 10390400"/>
              <a:gd name="connsiteY9" fmla="*/ 21849 h 991759"/>
              <a:gd name="connsiteX10" fmla="*/ 8191956 w 10390400"/>
              <a:gd name="connsiteY10" fmla="*/ 946644 h 991759"/>
              <a:gd name="connsiteX11" fmla="*/ 9050713 w 10390400"/>
              <a:gd name="connsiteY11" fmla="*/ 39633 h 991759"/>
              <a:gd name="connsiteX12" fmla="*/ 9926646 w 10390400"/>
              <a:gd name="connsiteY12" fmla="*/ 857722 h 991759"/>
              <a:gd name="connsiteX13" fmla="*/ 10390374 w 10390400"/>
              <a:gd name="connsiteY13" fmla="*/ 430895 h 991759"/>
              <a:gd name="connsiteX0" fmla="*/ 0 w 10596493"/>
              <a:gd name="connsiteY0" fmla="*/ 529703 h 991759"/>
              <a:gd name="connsiteX1" fmla="*/ 494985 w 10596493"/>
              <a:gd name="connsiteY1" fmla="*/ 19709 h 991759"/>
              <a:gd name="connsiteX2" fmla="*/ 1353678 w 10596493"/>
              <a:gd name="connsiteY2" fmla="*/ 947137 h 991759"/>
              <a:gd name="connsiteX3" fmla="*/ 2260950 w 10596493"/>
              <a:gd name="connsiteY3" fmla="*/ 3085 h 991759"/>
              <a:gd name="connsiteX4" fmla="*/ 3115209 w 10596493"/>
              <a:gd name="connsiteY4" fmla="*/ 961265 h 991759"/>
              <a:gd name="connsiteX5" fmla="*/ 3997595 w 10596493"/>
              <a:gd name="connsiteY5" fmla="*/ 19 h 991759"/>
              <a:gd name="connsiteX6" fmla="*/ 4833814 w 10596493"/>
              <a:gd name="connsiteY6" fmla="*/ 991754 h 991759"/>
              <a:gd name="connsiteX7" fmla="*/ 5688312 w 10596493"/>
              <a:gd name="connsiteY7" fmla="*/ 15488 h 991759"/>
              <a:gd name="connsiteX8" fmla="*/ 6557230 w 10596493"/>
              <a:gd name="connsiteY8" fmla="*/ 958502 h 991759"/>
              <a:gd name="connsiteX9" fmla="*/ 7298847 w 10596493"/>
              <a:gd name="connsiteY9" fmla="*/ 21849 h 991759"/>
              <a:gd name="connsiteX10" fmla="*/ 8191956 w 10596493"/>
              <a:gd name="connsiteY10" fmla="*/ 946644 h 991759"/>
              <a:gd name="connsiteX11" fmla="*/ 9050713 w 10596493"/>
              <a:gd name="connsiteY11" fmla="*/ 39633 h 991759"/>
              <a:gd name="connsiteX12" fmla="*/ 9926646 w 10596493"/>
              <a:gd name="connsiteY12" fmla="*/ 857722 h 991759"/>
              <a:gd name="connsiteX13" fmla="*/ 10596477 w 10596493"/>
              <a:gd name="connsiteY13" fmla="*/ 306404 h 991759"/>
              <a:gd name="connsiteX0" fmla="*/ 0 w 10510622"/>
              <a:gd name="connsiteY0" fmla="*/ 529703 h 991759"/>
              <a:gd name="connsiteX1" fmla="*/ 494985 w 10510622"/>
              <a:gd name="connsiteY1" fmla="*/ 19709 h 991759"/>
              <a:gd name="connsiteX2" fmla="*/ 1353678 w 10510622"/>
              <a:gd name="connsiteY2" fmla="*/ 947137 h 991759"/>
              <a:gd name="connsiteX3" fmla="*/ 2260950 w 10510622"/>
              <a:gd name="connsiteY3" fmla="*/ 3085 h 991759"/>
              <a:gd name="connsiteX4" fmla="*/ 3115209 w 10510622"/>
              <a:gd name="connsiteY4" fmla="*/ 961265 h 991759"/>
              <a:gd name="connsiteX5" fmla="*/ 3997595 w 10510622"/>
              <a:gd name="connsiteY5" fmla="*/ 19 h 991759"/>
              <a:gd name="connsiteX6" fmla="*/ 4833814 w 10510622"/>
              <a:gd name="connsiteY6" fmla="*/ 991754 h 991759"/>
              <a:gd name="connsiteX7" fmla="*/ 5688312 w 10510622"/>
              <a:gd name="connsiteY7" fmla="*/ 15488 h 991759"/>
              <a:gd name="connsiteX8" fmla="*/ 6557230 w 10510622"/>
              <a:gd name="connsiteY8" fmla="*/ 958502 h 991759"/>
              <a:gd name="connsiteX9" fmla="*/ 7298847 w 10510622"/>
              <a:gd name="connsiteY9" fmla="*/ 21849 h 991759"/>
              <a:gd name="connsiteX10" fmla="*/ 8191956 w 10510622"/>
              <a:gd name="connsiteY10" fmla="*/ 946644 h 991759"/>
              <a:gd name="connsiteX11" fmla="*/ 9050713 w 10510622"/>
              <a:gd name="connsiteY11" fmla="*/ 39633 h 991759"/>
              <a:gd name="connsiteX12" fmla="*/ 9926646 w 10510622"/>
              <a:gd name="connsiteY12" fmla="*/ 857722 h 991759"/>
              <a:gd name="connsiteX13" fmla="*/ 10510602 w 10510622"/>
              <a:gd name="connsiteY13" fmla="*/ 359757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759"/>
              <a:gd name="connsiteX1" fmla="*/ 494985 w 10373227"/>
              <a:gd name="connsiteY1" fmla="*/ 19709 h 991759"/>
              <a:gd name="connsiteX2" fmla="*/ 1353678 w 10373227"/>
              <a:gd name="connsiteY2" fmla="*/ 947137 h 991759"/>
              <a:gd name="connsiteX3" fmla="*/ 2260950 w 10373227"/>
              <a:gd name="connsiteY3" fmla="*/ 3085 h 991759"/>
              <a:gd name="connsiteX4" fmla="*/ 3115209 w 10373227"/>
              <a:gd name="connsiteY4" fmla="*/ 961265 h 991759"/>
              <a:gd name="connsiteX5" fmla="*/ 3997595 w 10373227"/>
              <a:gd name="connsiteY5" fmla="*/ 19 h 991759"/>
              <a:gd name="connsiteX6" fmla="*/ 4833814 w 10373227"/>
              <a:gd name="connsiteY6" fmla="*/ 991754 h 991759"/>
              <a:gd name="connsiteX7" fmla="*/ 5688312 w 10373227"/>
              <a:gd name="connsiteY7" fmla="*/ 15488 h 991759"/>
              <a:gd name="connsiteX8" fmla="*/ 6557230 w 10373227"/>
              <a:gd name="connsiteY8" fmla="*/ 958502 h 991759"/>
              <a:gd name="connsiteX9" fmla="*/ 7298847 w 10373227"/>
              <a:gd name="connsiteY9" fmla="*/ 21849 h 991759"/>
              <a:gd name="connsiteX10" fmla="*/ 8191956 w 10373227"/>
              <a:gd name="connsiteY10" fmla="*/ 946644 h 991759"/>
              <a:gd name="connsiteX11" fmla="*/ 9050713 w 10373227"/>
              <a:gd name="connsiteY11" fmla="*/ 39633 h 991759"/>
              <a:gd name="connsiteX12" fmla="*/ 9926646 w 10373227"/>
              <a:gd name="connsiteY12" fmla="*/ 857722 h 991759"/>
              <a:gd name="connsiteX13" fmla="*/ 10373201 w 10373227"/>
              <a:gd name="connsiteY13" fmla="*/ 395326 h 991759"/>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298847 w 10373227"/>
              <a:gd name="connsiteY9" fmla="*/ 21849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298847 w 10373227"/>
              <a:gd name="connsiteY9" fmla="*/ 21849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227"/>
              <a:gd name="connsiteY0" fmla="*/ 529703 h 991925"/>
              <a:gd name="connsiteX1" fmla="*/ 494985 w 10373227"/>
              <a:gd name="connsiteY1" fmla="*/ 19709 h 991925"/>
              <a:gd name="connsiteX2" fmla="*/ 1353678 w 10373227"/>
              <a:gd name="connsiteY2" fmla="*/ 947137 h 991925"/>
              <a:gd name="connsiteX3" fmla="*/ 2260950 w 10373227"/>
              <a:gd name="connsiteY3" fmla="*/ 3085 h 991925"/>
              <a:gd name="connsiteX4" fmla="*/ 3115209 w 10373227"/>
              <a:gd name="connsiteY4" fmla="*/ 961265 h 991925"/>
              <a:gd name="connsiteX5" fmla="*/ 3997595 w 10373227"/>
              <a:gd name="connsiteY5" fmla="*/ 19 h 991925"/>
              <a:gd name="connsiteX6" fmla="*/ 4833814 w 10373227"/>
              <a:gd name="connsiteY6" fmla="*/ 991754 h 991925"/>
              <a:gd name="connsiteX7" fmla="*/ 5688312 w 10373227"/>
              <a:gd name="connsiteY7" fmla="*/ 15488 h 991925"/>
              <a:gd name="connsiteX8" fmla="*/ 6557230 w 10373227"/>
              <a:gd name="connsiteY8" fmla="*/ 958502 h 991925"/>
              <a:gd name="connsiteX9" fmla="*/ 7350372 w 10373227"/>
              <a:gd name="connsiteY9" fmla="*/ 39633 h 991925"/>
              <a:gd name="connsiteX10" fmla="*/ 8191956 w 10373227"/>
              <a:gd name="connsiteY10" fmla="*/ 946644 h 991925"/>
              <a:gd name="connsiteX11" fmla="*/ 9050713 w 10373227"/>
              <a:gd name="connsiteY11" fmla="*/ 39633 h 991925"/>
              <a:gd name="connsiteX12" fmla="*/ 9926646 w 10373227"/>
              <a:gd name="connsiteY12" fmla="*/ 857722 h 991925"/>
              <a:gd name="connsiteX13" fmla="*/ 10373201 w 10373227"/>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60950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60950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6 w 10373804"/>
              <a:gd name="connsiteY12" fmla="*/ 857722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804"/>
              <a:gd name="connsiteY0" fmla="*/ 529703 h 991925"/>
              <a:gd name="connsiteX1" fmla="*/ 494985 w 10373804"/>
              <a:gd name="connsiteY1" fmla="*/ 19709 h 991925"/>
              <a:gd name="connsiteX2" fmla="*/ 1353678 w 10373804"/>
              <a:gd name="connsiteY2" fmla="*/ 947137 h 991925"/>
              <a:gd name="connsiteX3" fmla="*/ 2209425 w 10373804"/>
              <a:gd name="connsiteY3" fmla="*/ 3085 h 991925"/>
              <a:gd name="connsiteX4" fmla="*/ 3115209 w 10373804"/>
              <a:gd name="connsiteY4" fmla="*/ 961265 h 991925"/>
              <a:gd name="connsiteX5" fmla="*/ 3997595 w 10373804"/>
              <a:gd name="connsiteY5" fmla="*/ 19 h 991925"/>
              <a:gd name="connsiteX6" fmla="*/ 4833814 w 10373804"/>
              <a:gd name="connsiteY6" fmla="*/ 991754 h 991925"/>
              <a:gd name="connsiteX7" fmla="*/ 5688312 w 10373804"/>
              <a:gd name="connsiteY7" fmla="*/ 15488 h 991925"/>
              <a:gd name="connsiteX8" fmla="*/ 6557230 w 10373804"/>
              <a:gd name="connsiteY8" fmla="*/ 958502 h 991925"/>
              <a:gd name="connsiteX9" fmla="*/ 7350372 w 10373804"/>
              <a:gd name="connsiteY9" fmla="*/ 39633 h 991925"/>
              <a:gd name="connsiteX10" fmla="*/ 8191956 w 10373804"/>
              <a:gd name="connsiteY10" fmla="*/ 946644 h 991925"/>
              <a:gd name="connsiteX11" fmla="*/ 9050713 w 10373804"/>
              <a:gd name="connsiteY11" fmla="*/ 39633 h 991925"/>
              <a:gd name="connsiteX12" fmla="*/ 9926647 w 10373804"/>
              <a:gd name="connsiteY12" fmla="*/ 911075 h 991925"/>
              <a:gd name="connsiteX13" fmla="*/ 10373201 w 10373804"/>
              <a:gd name="connsiteY13" fmla="*/ 395326 h 991925"/>
              <a:gd name="connsiteX0" fmla="*/ 0 w 10373436"/>
              <a:gd name="connsiteY0" fmla="*/ 529703 h 991925"/>
              <a:gd name="connsiteX1" fmla="*/ 494985 w 10373436"/>
              <a:gd name="connsiteY1" fmla="*/ 19709 h 991925"/>
              <a:gd name="connsiteX2" fmla="*/ 1353678 w 10373436"/>
              <a:gd name="connsiteY2" fmla="*/ 947137 h 991925"/>
              <a:gd name="connsiteX3" fmla="*/ 2209425 w 10373436"/>
              <a:gd name="connsiteY3" fmla="*/ 3085 h 991925"/>
              <a:gd name="connsiteX4" fmla="*/ 3115209 w 10373436"/>
              <a:gd name="connsiteY4" fmla="*/ 961265 h 991925"/>
              <a:gd name="connsiteX5" fmla="*/ 3997595 w 10373436"/>
              <a:gd name="connsiteY5" fmla="*/ 19 h 991925"/>
              <a:gd name="connsiteX6" fmla="*/ 4833814 w 10373436"/>
              <a:gd name="connsiteY6" fmla="*/ 991754 h 991925"/>
              <a:gd name="connsiteX7" fmla="*/ 5688312 w 10373436"/>
              <a:gd name="connsiteY7" fmla="*/ 15488 h 991925"/>
              <a:gd name="connsiteX8" fmla="*/ 6557230 w 10373436"/>
              <a:gd name="connsiteY8" fmla="*/ 958502 h 991925"/>
              <a:gd name="connsiteX9" fmla="*/ 7350372 w 10373436"/>
              <a:gd name="connsiteY9" fmla="*/ 39633 h 991925"/>
              <a:gd name="connsiteX10" fmla="*/ 8191956 w 10373436"/>
              <a:gd name="connsiteY10" fmla="*/ 946644 h 991925"/>
              <a:gd name="connsiteX11" fmla="*/ 9050713 w 10373436"/>
              <a:gd name="connsiteY11" fmla="*/ 39633 h 991925"/>
              <a:gd name="connsiteX12" fmla="*/ 9926647 w 10373436"/>
              <a:gd name="connsiteY12" fmla="*/ 911075 h 991925"/>
              <a:gd name="connsiteX13" fmla="*/ 10373201 w 10373436"/>
              <a:gd name="connsiteY13" fmla="*/ 395326 h 991925"/>
              <a:gd name="connsiteX0" fmla="*/ 0 w 10373436"/>
              <a:gd name="connsiteY0" fmla="*/ 529741 h 991961"/>
              <a:gd name="connsiteX1" fmla="*/ 494985 w 10373436"/>
              <a:gd name="connsiteY1" fmla="*/ 19747 h 991961"/>
              <a:gd name="connsiteX2" fmla="*/ 1353678 w 10373436"/>
              <a:gd name="connsiteY2" fmla="*/ 947175 h 991961"/>
              <a:gd name="connsiteX3" fmla="*/ 2209425 w 10373436"/>
              <a:gd name="connsiteY3" fmla="*/ 3123 h 991961"/>
              <a:gd name="connsiteX4" fmla="*/ 3115209 w 10373436"/>
              <a:gd name="connsiteY4" fmla="*/ 961303 h 991961"/>
              <a:gd name="connsiteX5" fmla="*/ 3997595 w 10373436"/>
              <a:gd name="connsiteY5" fmla="*/ 57 h 991961"/>
              <a:gd name="connsiteX6" fmla="*/ 4833814 w 10373436"/>
              <a:gd name="connsiteY6" fmla="*/ 991792 h 991961"/>
              <a:gd name="connsiteX7" fmla="*/ 5688312 w 10373436"/>
              <a:gd name="connsiteY7" fmla="*/ 15526 h 991961"/>
              <a:gd name="connsiteX8" fmla="*/ 6557230 w 10373436"/>
              <a:gd name="connsiteY8" fmla="*/ 958540 h 991961"/>
              <a:gd name="connsiteX9" fmla="*/ 7350372 w 10373436"/>
              <a:gd name="connsiteY9" fmla="*/ 39671 h 991961"/>
              <a:gd name="connsiteX10" fmla="*/ 8191956 w 10373436"/>
              <a:gd name="connsiteY10" fmla="*/ 946682 h 991961"/>
              <a:gd name="connsiteX11" fmla="*/ 9050713 w 10373436"/>
              <a:gd name="connsiteY11" fmla="*/ 39671 h 991961"/>
              <a:gd name="connsiteX12" fmla="*/ 9926647 w 10373436"/>
              <a:gd name="connsiteY12" fmla="*/ 911113 h 991961"/>
              <a:gd name="connsiteX13" fmla="*/ 10373201 w 10373436"/>
              <a:gd name="connsiteY13" fmla="*/ 395364 h 991961"/>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50372 w 10373436"/>
              <a:gd name="connsiteY9" fmla="*/ 39672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9742 h 991798"/>
              <a:gd name="connsiteX1" fmla="*/ 494985 w 10373436"/>
              <a:gd name="connsiteY1" fmla="*/ 19748 h 991798"/>
              <a:gd name="connsiteX2" fmla="*/ 1353678 w 10373436"/>
              <a:gd name="connsiteY2" fmla="*/ 947176 h 991798"/>
              <a:gd name="connsiteX3" fmla="*/ 2209425 w 10373436"/>
              <a:gd name="connsiteY3" fmla="*/ 3124 h 991798"/>
              <a:gd name="connsiteX4" fmla="*/ 3115209 w 10373436"/>
              <a:gd name="connsiteY4" fmla="*/ 961304 h 991798"/>
              <a:gd name="connsiteX5" fmla="*/ 3954866 w 10373436"/>
              <a:gd name="connsiteY5" fmla="*/ 58 h 991798"/>
              <a:gd name="connsiteX6" fmla="*/ 4833814 w 10373436"/>
              <a:gd name="connsiteY6" fmla="*/ 991793 h 991798"/>
              <a:gd name="connsiteX7" fmla="*/ 5688312 w 10373436"/>
              <a:gd name="connsiteY7" fmla="*/ 15527 h 991798"/>
              <a:gd name="connsiteX8" fmla="*/ 6557230 w 10373436"/>
              <a:gd name="connsiteY8" fmla="*/ 958541 h 991798"/>
              <a:gd name="connsiteX9" fmla="*/ 7364616 w 10373436"/>
              <a:gd name="connsiteY9" fmla="*/ 18756 h 991798"/>
              <a:gd name="connsiteX10" fmla="*/ 8191956 w 10373436"/>
              <a:gd name="connsiteY10" fmla="*/ 946683 h 991798"/>
              <a:gd name="connsiteX11" fmla="*/ 9050713 w 10373436"/>
              <a:gd name="connsiteY11" fmla="*/ 39672 h 991798"/>
              <a:gd name="connsiteX12" fmla="*/ 9926647 w 10373436"/>
              <a:gd name="connsiteY12" fmla="*/ 911114 h 991798"/>
              <a:gd name="connsiteX13" fmla="*/ 10373201 w 10373436"/>
              <a:gd name="connsiteY13" fmla="*/ 395365 h 991798"/>
              <a:gd name="connsiteX0" fmla="*/ 0 w 10373436"/>
              <a:gd name="connsiteY0" fmla="*/ 526623 h 988674"/>
              <a:gd name="connsiteX1" fmla="*/ 494985 w 10373436"/>
              <a:gd name="connsiteY1" fmla="*/ 16629 h 988674"/>
              <a:gd name="connsiteX2" fmla="*/ 1353678 w 10373436"/>
              <a:gd name="connsiteY2" fmla="*/ 944057 h 988674"/>
              <a:gd name="connsiteX3" fmla="*/ 2209425 w 10373436"/>
              <a:gd name="connsiteY3" fmla="*/ 5 h 988674"/>
              <a:gd name="connsiteX4" fmla="*/ 3115209 w 10373436"/>
              <a:gd name="connsiteY4" fmla="*/ 958185 h 988674"/>
              <a:gd name="connsiteX5" fmla="*/ 3969110 w 10373436"/>
              <a:gd name="connsiteY5" fmla="*/ 10883 h 988674"/>
              <a:gd name="connsiteX6" fmla="*/ 4833814 w 10373436"/>
              <a:gd name="connsiteY6" fmla="*/ 988674 h 988674"/>
              <a:gd name="connsiteX7" fmla="*/ 5688312 w 10373436"/>
              <a:gd name="connsiteY7" fmla="*/ 12408 h 988674"/>
              <a:gd name="connsiteX8" fmla="*/ 6557230 w 10373436"/>
              <a:gd name="connsiteY8" fmla="*/ 955422 h 988674"/>
              <a:gd name="connsiteX9" fmla="*/ 7364616 w 10373436"/>
              <a:gd name="connsiteY9" fmla="*/ 15637 h 988674"/>
              <a:gd name="connsiteX10" fmla="*/ 8191956 w 10373436"/>
              <a:gd name="connsiteY10" fmla="*/ 943564 h 988674"/>
              <a:gd name="connsiteX11" fmla="*/ 9050713 w 10373436"/>
              <a:gd name="connsiteY11" fmla="*/ 36553 h 988674"/>
              <a:gd name="connsiteX12" fmla="*/ 9926647 w 10373436"/>
              <a:gd name="connsiteY12" fmla="*/ 907995 h 988674"/>
              <a:gd name="connsiteX13" fmla="*/ 10373201 w 10373436"/>
              <a:gd name="connsiteY13" fmla="*/ 392246 h 988674"/>
              <a:gd name="connsiteX0" fmla="*/ 0 w 10373436"/>
              <a:gd name="connsiteY0" fmla="*/ 526623 h 967758"/>
              <a:gd name="connsiteX1" fmla="*/ 494985 w 10373436"/>
              <a:gd name="connsiteY1" fmla="*/ 16629 h 967758"/>
              <a:gd name="connsiteX2" fmla="*/ 1353678 w 10373436"/>
              <a:gd name="connsiteY2" fmla="*/ 944057 h 967758"/>
              <a:gd name="connsiteX3" fmla="*/ 2209425 w 10373436"/>
              <a:gd name="connsiteY3" fmla="*/ 5 h 967758"/>
              <a:gd name="connsiteX4" fmla="*/ 3115209 w 10373436"/>
              <a:gd name="connsiteY4" fmla="*/ 958185 h 967758"/>
              <a:gd name="connsiteX5" fmla="*/ 3969110 w 10373436"/>
              <a:gd name="connsiteY5" fmla="*/ 10883 h 967758"/>
              <a:gd name="connsiteX6" fmla="*/ 4833814 w 10373436"/>
              <a:gd name="connsiteY6" fmla="*/ 967758 h 967758"/>
              <a:gd name="connsiteX7" fmla="*/ 5688312 w 10373436"/>
              <a:gd name="connsiteY7" fmla="*/ 12408 h 967758"/>
              <a:gd name="connsiteX8" fmla="*/ 6557230 w 10373436"/>
              <a:gd name="connsiteY8" fmla="*/ 955422 h 967758"/>
              <a:gd name="connsiteX9" fmla="*/ 7364616 w 10373436"/>
              <a:gd name="connsiteY9" fmla="*/ 15637 h 967758"/>
              <a:gd name="connsiteX10" fmla="*/ 8191956 w 10373436"/>
              <a:gd name="connsiteY10" fmla="*/ 943564 h 967758"/>
              <a:gd name="connsiteX11" fmla="*/ 9050713 w 10373436"/>
              <a:gd name="connsiteY11" fmla="*/ 36553 h 967758"/>
              <a:gd name="connsiteX12" fmla="*/ 9926647 w 10373436"/>
              <a:gd name="connsiteY12" fmla="*/ 907995 h 967758"/>
              <a:gd name="connsiteX13" fmla="*/ 10373201 w 10373436"/>
              <a:gd name="connsiteY13" fmla="*/ 392246 h 967758"/>
              <a:gd name="connsiteX0" fmla="*/ 0 w 10373436"/>
              <a:gd name="connsiteY0" fmla="*/ 526623 h 967758"/>
              <a:gd name="connsiteX1" fmla="*/ 494985 w 10373436"/>
              <a:gd name="connsiteY1" fmla="*/ 16629 h 967758"/>
              <a:gd name="connsiteX2" fmla="*/ 1353678 w 10373436"/>
              <a:gd name="connsiteY2" fmla="*/ 944057 h 967758"/>
              <a:gd name="connsiteX3" fmla="*/ 2209425 w 10373436"/>
              <a:gd name="connsiteY3" fmla="*/ 5 h 967758"/>
              <a:gd name="connsiteX4" fmla="*/ 3115209 w 10373436"/>
              <a:gd name="connsiteY4" fmla="*/ 958185 h 967758"/>
              <a:gd name="connsiteX5" fmla="*/ 3969110 w 10373436"/>
              <a:gd name="connsiteY5" fmla="*/ 10883 h 967758"/>
              <a:gd name="connsiteX6" fmla="*/ 4833814 w 10373436"/>
              <a:gd name="connsiteY6" fmla="*/ 967758 h 967758"/>
              <a:gd name="connsiteX7" fmla="*/ 5688312 w 10373436"/>
              <a:gd name="connsiteY7" fmla="*/ 12408 h 967758"/>
              <a:gd name="connsiteX8" fmla="*/ 6557230 w 10373436"/>
              <a:gd name="connsiteY8" fmla="*/ 955422 h 967758"/>
              <a:gd name="connsiteX9" fmla="*/ 7364616 w 10373436"/>
              <a:gd name="connsiteY9" fmla="*/ 15637 h 967758"/>
              <a:gd name="connsiteX10" fmla="*/ 8191956 w 10373436"/>
              <a:gd name="connsiteY10" fmla="*/ 943564 h 967758"/>
              <a:gd name="connsiteX11" fmla="*/ 9050713 w 10373436"/>
              <a:gd name="connsiteY11" fmla="*/ 36553 h 967758"/>
              <a:gd name="connsiteX12" fmla="*/ 9926647 w 10373436"/>
              <a:gd name="connsiteY12" fmla="*/ 928911 h 967758"/>
              <a:gd name="connsiteX13" fmla="*/ 10373201 w 10373436"/>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23 h 967758"/>
              <a:gd name="connsiteX1" fmla="*/ 494985 w 10373699"/>
              <a:gd name="connsiteY1" fmla="*/ 16629 h 967758"/>
              <a:gd name="connsiteX2" fmla="*/ 1353678 w 10373699"/>
              <a:gd name="connsiteY2" fmla="*/ 944057 h 967758"/>
              <a:gd name="connsiteX3" fmla="*/ 2209425 w 10373699"/>
              <a:gd name="connsiteY3" fmla="*/ 5 h 967758"/>
              <a:gd name="connsiteX4" fmla="*/ 3115209 w 10373699"/>
              <a:gd name="connsiteY4" fmla="*/ 958185 h 967758"/>
              <a:gd name="connsiteX5" fmla="*/ 3969110 w 10373699"/>
              <a:gd name="connsiteY5" fmla="*/ 10883 h 967758"/>
              <a:gd name="connsiteX6" fmla="*/ 4833814 w 10373699"/>
              <a:gd name="connsiteY6" fmla="*/ 967758 h 967758"/>
              <a:gd name="connsiteX7" fmla="*/ 5688312 w 10373699"/>
              <a:gd name="connsiteY7" fmla="*/ 12408 h 967758"/>
              <a:gd name="connsiteX8" fmla="*/ 6557230 w 10373699"/>
              <a:gd name="connsiteY8" fmla="*/ 955422 h 967758"/>
              <a:gd name="connsiteX9" fmla="*/ 7364616 w 10373699"/>
              <a:gd name="connsiteY9" fmla="*/ 15637 h 967758"/>
              <a:gd name="connsiteX10" fmla="*/ 8191956 w 10373699"/>
              <a:gd name="connsiteY10" fmla="*/ 943564 h 967758"/>
              <a:gd name="connsiteX11" fmla="*/ 9050713 w 10373699"/>
              <a:gd name="connsiteY11" fmla="*/ 36553 h 967758"/>
              <a:gd name="connsiteX12" fmla="*/ 9926647 w 10373699"/>
              <a:gd name="connsiteY12" fmla="*/ 928911 h 967758"/>
              <a:gd name="connsiteX13" fmla="*/ 10373201 w 10373699"/>
              <a:gd name="connsiteY13" fmla="*/ 392246 h 967758"/>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373699"/>
              <a:gd name="connsiteY0" fmla="*/ 526634 h 967769"/>
              <a:gd name="connsiteX1" fmla="*/ 494985 w 10373699"/>
              <a:gd name="connsiteY1" fmla="*/ 16640 h 967769"/>
              <a:gd name="connsiteX2" fmla="*/ 1353678 w 10373699"/>
              <a:gd name="connsiteY2" fmla="*/ 944068 h 967769"/>
              <a:gd name="connsiteX3" fmla="*/ 2209425 w 10373699"/>
              <a:gd name="connsiteY3" fmla="*/ 16 h 967769"/>
              <a:gd name="connsiteX4" fmla="*/ 3115209 w 10373699"/>
              <a:gd name="connsiteY4" fmla="*/ 958196 h 967769"/>
              <a:gd name="connsiteX5" fmla="*/ 3969110 w 10373699"/>
              <a:gd name="connsiteY5" fmla="*/ 10894 h 967769"/>
              <a:gd name="connsiteX6" fmla="*/ 4833814 w 10373699"/>
              <a:gd name="connsiteY6" fmla="*/ 967769 h 967769"/>
              <a:gd name="connsiteX7" fmla="*/ 5688312 w 10373699"/>
              <a:gd name="connsiteY7" fmla="*/ 12419 h 967769"/>
              <a:gd name="connsiteX8" fmla="*/ 6557230 w 10373699"/>
              <a:gd name="connsiteY8" fmla="*/ 955433 h 967769"/>
              <a:gd name="connsiteX9" fmla="*/ 7364616 w 10373699"/>
              <a:gd name="connsiteY9" fmla="*/ 15648 h 967769"/>
              <a:gd name="connsiteX10" fmla="*/ 8191956 w 10373699"/>
              <a:gd name="connsiteY10" fmla="*/ 943575 h 967769"/>
              <a:gd name="connsiteX11" fmla="*/ 9050713 w 10373699"/>
              <a:gd name="connsiteY11" fmla="*/ 36564 h 967769"/>
              <a:gd name="connsiteX12" fmla="*/ 9926647 w 10373699"/>
              <a:gd name="connsiteY12" fmla="*/ 928922 h 967769"/>
              <a:gd name="connsiteX13" fmla="*/ 10373201 w 10373699"/>
              <a:gd name="connsiteY13" fmla="*/ 392257 h 967769"/>
              <a:gd name="connsiteX0" fmla="*/ 0 w 10416429"/>
              <a:gd name="connsiteY0" fmla="*/ 526634 h 967769"/>
              <a:gd name="connsiteX1" fmla="*/ 537715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6429"/>
              <a:gd name="connsiteY0" fmla="*/ 526634 h 967769"/>
              <a:gd name="connsiteX1" fmla="*/ 466500 w 10416429"/>
              <a:gd name="connsiteY1" fmla="*/ 16640 h 967769"/>
              <a:gd name="connsiteX2" fmla="*/ 1396408 w 10416429"/>
              <a:gd name="connsiteY2" fmla="*/ 944068 h 967769"/>
              <a:gd name="connsiteX3" fmla="*/ 2252155 w 10416429"/>
              <a:gd name="connsiteY3" fmla="*/ 16 h 967769"/>
              <a:gd name="connsiteX4" fmla="*/ 3157939 w 10416429"/>
              <a:gd name="connsiteY4" fmla="*/ 958196 h 967769"/>
              <a:gd name="connsiteX5" fmla="*/ 4011840 w 10416429"/>
              <a:gd name="connsiteY5" fmla="*/ 10894 h 967769"/>
              <a:gd name="connsiteX6" fmla="*/ 4876544 w 10416429"/>
              <a:gd name="connsiteY6" fmla="*/ 967769 h 967769"/>
              <a:gd name="connsiteX7" fmla="*/ 5731042 w 10416429"/>
              <a:gd name="connsiteY7" fmla="*/ 12419 h 967769"/>
              <a:gd name="connsiteX8" fmla="*/ 6599960 w 10416429"/>
              <a:gd name="connsiteY8" fmla="*/ 955433 h 967769"/>
              <a:gd name="connsiteX9" fmla="*/ 7407346 w 10416429"/>
              <a:gd name="connsiteY9" fmla="*/ 15648 h 967769"/>
              <a:gd name="connsiteX10" fmla="*/ 8234686 w 10416429"/>
              <a:gd name="connsiteY10" fmla="*/ 943575 h 967769"/>
              <a:gd name="connsiteX11" fmla="*/ 9093443 w 10416429"/>
              <a:gd name="connsiteY11" fmla="*/ 36564 h 967769"/>
              <a:gd name="connsiteX12" fmla="*/ 9969377 w 10416429"/>
              <a:gd name="connsiteY12" fmla="*/ 928922 h 967769"/>
              <a:gd name="connsiteX13" fmla="*/ 10415931 w 10416429"/>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5972"/>
              <a:gd name="connsiteY0" fmla="*/ 526634 h 967769"/>
              <a:gd name="connsiteX1" fmla="*/ 466500 w 10415972"/>
              <a:gd name="connsiteY1" fmla="*/ 16640 h 967769"/>
              <a:gd name="connsiteX2" fmla="*/ 1396408 w 10415972"/>
              <a:gd name="connsiteY2" fmla="*/ 944068 h 967769"/>
              <a:gd name="connsiteX3" fmla="*/ 2252155 w 10415972"/>
              <a:gd name="connsiteY3" fmla="*/ 16 h 967769"/>
              <a:gd name="connsiteX4" fmla="*/ 3157939 w 10415972"/>
              <a:gd name="connsiteY4" fmla="*/ 958196 h 967769"/>
              <a:gd name="connsiteX5" fmla="*/ 4011840 w 10415972"/>
              <a:gd name="connsiteY5" fmla="*/ 10894 h 967769"/>
              <a:gd name="connsiteX6" fmla="*/ 4876544 w 10415972"/>
              <a:gd name="connsiteY6" fmla="*/ 967769 h 967769"/>
              <a:gd name="connsiteX7" fmla="*/ 5731042 w 10415972"/>
              <a:gd name="connsiteY7" fmla="*/ 12419 h 967769"/>
              <a:gd name="connsiteX8" fmla="*/ 6599960 w 10415972"/>
              <a:gd name="connsiteY8" fmla="*/ 955433 h 967769"/>
              <a:gd name="connsiteX9" fmla="*/ 7407346 w 10415972"/>
              <a:gd name="connsiteY9" fmla="*/ 15648 h 967769"/>
              <a:gd name="connsiteX10" fmla="*/ 8234686 w 10415972"/>
              <a:gd name="connsiteY10" fmla="*/ 943575 h 967769"/>
              <a:gd name="connsiteX11" fmla="*/ 9093443 w 10415972"/>
              <a:gd name="connsiteY11" fmla="*/ 22620 h 967769"/>
              <a:gd name="connsiteX12" fmla="*/ 9969377 w 10415972"/>
              <a:gd name="connsiteY12" fmla="*/ 928922 h 967769"/>
              <a:gd name="connsiteX13" fmla="*/ 10415931 w 10415972"/>
              <a:gd name="connsiteY13" fmla="*/ 392257 h 967769"/>
              <a:gd name="connsiteX0" fmla="*/ 0 w 10416053"/>
              <a:gd name="connsiteY0" fmla="*/ 526634 h 967769"/>
              <a:gd name="connsiteX1" fmla="*/ 466500 w 10416053"/>
              <a:gd name="connsiteY1" fmla="*/ 16640 h 967769"/>
              <a:gd name="connsiteX2" fmla="*/ 1396408 w 10416053"/>
              <a:gd name="connsiteY2" fmla="*/ 944068 h 967769"/>
              <a:gd name="connsiteX3" fmla="*/ 2252155 w 10416053"/>
              <a:gd name="connsiteY3" fmla="*/ 16 h 967769"/>
              <a:gd name="connsiteX4" fmla="*/ 3157939 w 10416053"/>
              <a:gd name="connsiteY4" fmla="*/ 958196 h 967769"/>
              <a:gd name="connsiteX5" fmla="*/ 4011840 w 10416053"/>
              <a:gd name="connsiteY5" fmla="*/ 10894 h 967769"/>
              <a:gd name="connsiteX6" fmla="*/ 4876544 w 10416053"/>
              <a:gd name="connsiteY6" fmla="*/ 967769 h 967769"/>
              <a:gd name="connsiteX7" fmla="*/ 5731042 w 10416053"/>
              <a:gd name="connsiteY7" fmla="*/ 12419 h 967769"/>
              <a:gd name="connsiteX8" fmla="*/ 6599960 w 10416053"/>
              <a:gd name="connsiteY8" fmla="*/ 955433 h 967769"/>
              <a:gd name="connsiteX9" fmla="*/ 7407346 w 10416053"/>
              <a:gd name="connsiteY9" fmla="*/ 15648 h 967769"/>
              <a:gd name="connsiteX10" fmla="*/ 8234686 w 10416053"/>
              <a:gd name="connsiteY10" fmla="*/ 943575 h 967769"/>
              <a:gd name="connsiteX11" fmla="*/ 9093443 w 10416053"/>
              <a:gd name="connsiteY11" fmla="*/ 22620 h 967769"/>
              <a:gd name="connsiteX12" fmla="*/ 9969377 w 10416053"/>
              <a:gd name="connsiteY12" fmla="*/ 928922 h 967769"/>
              <a:gd name="connsiteX13" fmla="*/ 10415931 w 10416053"/>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116"/>
              <a:gd name="connsiteY0" fmla="*/ 526634 h 967769"/>
              <a:gd name="connsiteX1" fmla="*/ 466500 w 10416116"/>
              <a:gd name="connsiteY1" fmla="*/ 16640 h 967769"/>
              <a:gd name="connsiteX2" fmla="*/ 1396408 w 10416116"/>
              <a:gd name="connsiteY2" fmla="*/ 944068 h 967769"/>
              <a:gd name="connsiteX3" fmla="*/ 2252155 w 10416116"/>
              <a:gd name="connsiteY3" fmla="*/ 16 h 967769"/>
              <a:gd name="connsiteX4" fmla="*/ 3157939 w 10416116"/>
              <a:gd name="connsiteY4" fmla="*/ 958196 h 967769"/>
              <a:gd name="connsiteX5" fmla="*/ 4011840 w 10416116"/>
              <a:gd name="connsiteY5" fmla="*/ 10894 h 967769"/>
              <a:gd name="connsiteX6" fmla="*/ 4876544 w 10416116"/>
              <a:gd name="connsiteY6" fmla="*/ 967769 h 967769"/>
              <a:gd name="connsiteX7" fmla="*/ 5731042 w 10416116"/>
              <a:gd name="connsiteY7" fmla="*/ 12419 h 967769"/>
              <a:gd name="connsiteX8" fmla="*/ 6599960 w 10416116"/>
              <a:gd name="connsiteY8" fmla="*/ 955433 h 967769"/>
              <a:gd name="connsiteX9" fmla="*/ 7407346 w 10416116"/>
              <a:gd name="connsiteY9" fmla="*/ 15648 h 967769"/>
              <a:gd name="connsiteX10" fmla="*/ 8234686 w 10416116"/>
              <a:gd name="connsiteY10" fmla="*/ 943575 h 967769"/>
              <a:gd name="connsiteX11" fmla="*/ 9093443 w 10416116"/>
              <a:gd name="connsiteY11" fmla="*/ 22620 h 967769"/>
              <a:gd name="connsiteX12" fmla="*/ 9969377 w 10416116"/>
              <a:gd name="connsiteY12" fmla="*/ 928922 h 967769"/>
              <a:gd name="connsiteX13" fmla="*/ 10415931 w 10416116"/>
              <a:gd name="connsiteY13" fmla="*/ 392257 h 967769"/>
              <a:gd name="connsiteX0" fmla="*/ 0 w 10416028"/>
              <a:gd name="connsiteY0" fmla="*/ 526634 h 967769"/>
              <a:gd name="connsiteX1" fmla="*/ 466500 w 10416028"/>
              <a:gd name="connsiteY1" fmla="*/ 16640 h 967769"/>
              <a:gd name="connsiteX2" fmla="*/ 1396408 w 10416028"/>
              <a:gd name="connsiteY2" fmla="*/ 944068 h 967769"/>
              <a:gd name="connsiteX3" fmla="*/ 2252155 w 10416028"/>
              <a:gd name="connsiteY3" fmla="*/ 16 h 967769"/>
              <a:gd name="connsiteX4" fmla="*/ 3157939 w 10416028"/>
              <a:gd name="connsiteY4" fmla="*/ 958196 h 967769"/>
              <a:gd name="connsiteX5" fmla="*/ 4011840 w 10416028"/>
              <a:gd name="connsiteY5" fmla="*/ 10894 h 967769"/>
              <a:gd name="connsiteX6" fmla="*/ 4876544 w 10416028"/>
              <a:gd name="connsiteY6" fmla="*/ 967769 h 967769"/>
              <a:gd name="connsiteX7" fmla="*/ 5731042 w 10416028"/>
              <a:gd name="connsiteY7" fmla="*/ 12419 h 967769"/>
              <a:gd name="connsiteX8" fmla="*/ 6599960 w 10416028"/>
              <a:gd name="connsiteY8" fmla="*/ 955433 h 967769"/>
              <a:gd name="connsiteX9" fmla="*/ 7407346 w 10416028"/>
              <a:gd name="connsiteY9" fmla="*/ 15648 h 967769"/>
              <a:gd name="connsiteX10" fmla="*/ 8234686 w 10416028"/>
              <a:gd name="connsiteY10" fmla="*/ 943575 h 967769"/>
              <a:gd name="connsiteX11" fmla="*/ 9093443 w 10416028"/>
              <a:gd name="connsiteY11" fmla="*/ 22620 h 967769"/>
              <a:gd name="connsiteX12" fmla="*/ 9969377 w 10416028"/>
              <a:gd name="connsiteY12" fmla="*/ 928922 h 967769"/>
              <a:gd name="connsiteX13" fmla="*/ 10415931 w 10416028"/>
              <a:gd name="connsiteY13" fmla="*/ 392257 h 967769"/>
              <a:gd name="connsiteX0" fmla="*/ 0 w 10416028"/>
              <a:gd name="connsiteY0" fmla="*/ 526634 h 967769"/>
              <a:gd name="connsiteX1" fmla="*/ 466500 w 10416028"/>
              <a:gd name="connsiteY1" fmla="*/ 16640 h 967769"/>
              <a:gd name="connsiteX2" fmla="*/ 1396408 w 10416028"/>
              <a:gd name="connsiteY2" fmla="*/ 944068 h 967769"/>
              <a:gd name="connsiteX3" fmla="*/ 2252155 w 10416028"/>
              <a:gd name="connsiteY3" fmla="*/ 16 h 967769"/>
              <a:gd name="connsiteX4" fmla="*/ 3157939 w 10416028"/>
              <a:gd name="connsiteY4" fmla="*/ 958196 h 967769"/>
              <a:gd name="connsiteX5" fmla="*/ 4011840 w 10416028"/>
              <a:gd name="connsiteY5" fmla="*/ 10894 h 967769"/>
              <a:gd name="connsiteX6" fmla="*/ 4876544 w 10416028"/>
              <a:gd name="connsiteY6" fmla="*/ 967769 h 967769"/>
              <a:gd name="connsiteX7" fmla="*/ 5731042 w 10416028"/>
              <a:gd name="connsiteY7" fmla="*/ 12419 h 967769"/>
              <a:gd name="connsiteX8" fmla="*/ 6599960 w 10416028"/>
              <a:gd name="connsiteY8" fmla="*/ 955433 h 967769"/>
              <a:gd name="connsiteX9" fmla="*/ 7407346 w 10416028"/>
              <a:gd name="connsiteY9" fmla="*/ 15648 h 967769"/>
              <a:gd name="connsiteX10" fmla="*/ 8234686 w 10416028"/>
              <a:gd name="connsiteY10" fmla="*/ 943575 h 967769"/>
              <a:gd name="connsiteX11" fmla="*/ 9093443 w 10416028"/>
              <a:gd name="connsiteY11" fmla="*/ 22620 h 967769"/>
              <a:gd name="connsiteX12" fmla="*/ 9969377 w 10416028"/>
              <a:gd name="connsiteY12" fmla="*/ 928922 h 967769"/>
              <a:gd name="connsiteX13" fmla="*/ 10415931 w 10416028"/>
              <a:gd name="connsiteY13" fmla="*/ 392257 h 967769"/>
              <a:gd name="connsiteX0" fmla="*/ 0 w 10415974"/>
              <a:gd name="connsiteY0" fmla="*/ 526634 h 967769"/>
              <a:gd name="connsiteX1" fmla="*/ 466500 w 10415974"/>
              <a:gd name="connsiteY1" fmla="*/ 16640 h 967769"/>
              <a:gd name="connsiteX2" fmla="*/ 1396408 w 10415974"/>
              <a:gd name="connsiteY2" fmla="*/ 944068 h 967769"/>
              <a:gd name="connsiteX3" fmla="*/ 2252155 w 10415974"/>
              <a:gd name="connsiteY3" fmla="*/ 16 h 967769"/>
              <a:gd name="connsiteX4" fmla="*/ 3157939 w 10415974"/>
              <a:gd name="connsiteY4" fmla="*/ 958196 h 967769"/>
              <a:gd name="connsiteX5" fmla="*/ 4011840 w 10415974"/>
              <a:gd name="connsiteY5" fmla="*/ 10894 h 967769"/>
              <a:gd name="connsiteX6" fmla="*/ 4876544 w 10415974"/>
              <a:gd name="connsiteY6" fmla="*/ 967769 h 967769"/>
              <a:gd name="connsiteX7" fmla="*/ 5731042 w 10415974"/>
              <a:gd name="connsiteY7" fmla="*/ 12419 h 967769"/>
              <a:gd name="connsiteX8" fmla="*/ 6599960 w 10415974"/>
              <a:gd name="connsiteY8" fmla="*/ 955433 h 967769"/>
              <a:gd name="connsiteX9" fmla="*/ 7407346 w 10415974"/>
              <a:gd name="connsiteY9" fmla="*/ 15648 h 967769"/>
              <a:gd name="connsiteX10" fmla="*/ 8234686 w 10415974"/>
              <a:gd name="connsiteY10" fmla="*/ 943575 h 967769"/>
              <a:gd name="connsiteX11" fmla="*/ 9093443 w 10415974"/>
              <a:gd name="connsiteY11" fmla="*/ 22620 h 967769"/>
              <a:gd name="connsiteX12" fmla="*/ 9969377 w 10415974"/>
              <a:gd name="connsiteY12" fmla="*/ 928922 h 967769"/>
              <a:gd name="connsiteX13" fmla="*/ 10415931 w 10415974"/>
              <a:gd name="connsiteY13" fmla="*/ 392257 h 967769"/>
              <a:gd name="connsiteX0" fmla="*/ 0 w 10415974"/>
              <a:gd name="connsiteY0" fmla="*/ 526634 h 967769"/>
              <a:gd name="connsiteX1" fmla="*/ 466500 w 10415974"/>
              <a:gd name="connsiteY1" fmla="*/ 16640 h 967769"/>
              <a:gd name="connsiteX2" fmla="*/ 1396408 w 10415974"/>
              <a:gd name="connsiteY2" fmla="*/ 944068 h 967769"/>
              <a:gd name="connsiteX3" fmla="*/ 2252155 w 10415974"/>
              <a:gd name="connsiteY3" fmla="*/ 16 h 967769"/>
              <a:gd name="connsiteX4" fmla="*/ 3157939 w 10415974"/>
              <a:gd name="connsiteY4" fmla="*/ 958196 h 967769"/>
              <a:gd name="connsiteX5" fmla="*/ 4011840 w 10415974"/>
              <a:gd name="connsiteY5" fmla="*/ 10894 h 967769"/>
              <a:gd name="connsiteX6" fmla="*/ 4876544 w 10415974"/>
              <a:gd name="connsiteY6" fmla="*/ 967769 h 967769"/>
              <a:gd name="connsiteX7" fmla="*/ 5731042 w 10415974"/>
              <a:gd name="connsiteY7" fmla="*/ 12419 h 967769"/>
              <a:gd name="connsiteX8" fmla="*/ 6599960 w 10415974"/>
              <a:gd name="connsiteY8" fmla="*/ 955433 h 967769"/>
              <a:gd name="connsiteX9" fmla="*/ 7407346 w 10415974"/>
              <a:gd name="connsiteY9" fmla="*/ 15648 h 967769"/>
              <a:gd name="connsiteX10" fmla="*/ 8234686 w 10415974"/>
              <a:gd name="connsiteY10" fmla="*/ 943575 h 967769"/>
              <a:gd name="connsiteX11" fmla="*/ 9093443 w 10415974"/>
              <a:gd name="connsiteY11" fmla="*/ 22620 h 967769"/>
              <a:gd name="connsiteX12" fmla="*/ 9969377 w 10415974"/>
              <a:gd name="connsiteY12" fmla="*/ 928922 h 967769"/>
              <a:gd name="connsiteX13" fmla="*/ 10415931 w 10415974"/>
              <a:gd name="connsiteY13" fmla="*/ 392257 h 96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5974" h="967769">
                <a:moveTo>
                  <a:pt x="0" y="526634"/>
                </a:moveTo>
                <a:cubicBezTo>
                  <a:pt x="32665" y="473830"/>
                  <a:pt x="181897" y="18877"/>
                  <a:pt x="466500" y="16640"/>
                </a:cubicBezTo>
                <a:cubicBezTo>
                  <a:pt x="912874" y="13131"/>
                  <a:pt x="885154" y="946839"/>
                  <a:pt x="1396408" y="944068"/>
                </a:cubicBezTo>
                <a:cubicBezTo>
                  <a:pt x="1907662" y="941297"/>
                  <a:pt x="1695494" y="4634"/>
                  <a:pt x="2252155" y="16"/>
                </a:cubicBezTo>
                <a:cubicBezTo>
                  <a:pt x="2808816" y="-4602"/>
                  <a:pt x="2608286" y="956383"/>
                  <a:pt x="3157939" y="958196"/>
                </a:cubicBezTo>
                <a:cubicBezTo>
                  <a:pt x="3707592" y="960009"/>
                  <a:pt x="3497517" y="9299"/>
                  <a:pt x="4011840" y="10894"/>
                </a:cubicBezTo>
                <a:cubicBezTo>
                  <a:pt x="4526163" y="12489"/>
                  <a:pt x="4362123" y="967515"/>
                  <a:pt x="4876544" y="967769"/>
                </a:cubicBezTo>
                <a:cubicBezTo>
                  <a:pt x="5390965" y="968023"/>
                  <a:pt x="5158946" y="14475"/>
                  <a:pt x="5731042" y="12419"/>
                </a:cubicBezTo>
                <a:cubicBezTo>
                  <a:pt x="6303138" y="10363"/>
                  <a:pt x="6064200" y="947923"/>
                  <a:pt x="6599960" y="955433"/>
                </a:cubicBezTo>
                <a:cubicBezTo>
                  <a:pt x="7135720" y="962943"/>
                  <a:pt x="6834535" y="10654"/>
                  <a:pt x="7407346" y="15648"/>
                </a:cubicBezTo>
                <a:cubicBezTo>
                  <a:pt x="7980157" y="20642"/>
                  <a:pt x="7754268" y="949385"/>
                  <a:pt x="8234686" y="943575"/>
                </a:cubicBezTo>
                <a:cubicBezTo>
                  <a:pt x="8715104" y="937765"/>
                  <a:pt x="8562196" y="18090"/>
                  <a:pt x="9093443" y="22620"/>
                </a:cubicBezTo>
                <a:cubicBezTo>
                  <a:pt x="9624690" y="27150"/>
                  <a:pt x="9538901" y="927466"/>
                  <a:pt x="9969377" y="928922"/>
                </a:cubicBezTo>
                <a:cubicBezTo>
                  <a:pt x="10200727" y="929704"/>
                  <a:pt x="10419510" y="395962"/>
                  <a:pt x="10415931" y="392257"/>
                </a:cubicBezTo>
              </a:path>
            </a:pathLst>
          </a:custGeom>
          <a:noFill/>
          <a:ln w="38100" cap="rnd">
            <a:solidFill>
              <a:srgbClr val="9900CC"/>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28" name="Group 46">
            <a:extLst>
              <a:ext uri="{FF2B5EF4-FFF2-40B4-BE49-F238E27FC236}">
                <a16:creationId xmlns:a16="http://schemas.microsoft.com/office/drawing/2014/main" id="{FC819AF7-8742-F7C3-8911-B5634A7D2DCD}"/>
              </a:ext>
            </a:extLst>
          </p:cNvPr>
          <p:cNvGrpSpPr>
            <a:grpSpLocks/>
          </p:cNvGrpSpPr>
          <p:nvPr/>
        </p:nvGrpSpPr>
        <p:grpSpPr bwMode="auto">
          <a:xfrm>
            <a:off x="5575951" y="645026"/>
            <a:ext cx="3230563" cy="1827213"/>
            <a:chOff x="5364480" y="1196341"/>
            <a:chExt cx="3230880" cy="2228551"/>
          </a:xfrm>
        </p:grpSpPr>
        <p:cxnSp>
          <p:nvCxnSpPr>
            <p:cNvPr id="29" name="Straight Arrow Connector 47">
              <a:extLst>
                <a:ext uri="{FF2B5EF4-FFF2-40B4-BE49-F238E27FC236}">
                  <a16:creationId xmlns:a16="http://schemas.microsoft.com/office/drawing/2014/main" id="{08799EA7-B8FC-6723-6569-D03B3682D3F4}"/>
                </a:ext>
              </a:extLst>
            </p:cNvPr>
            <p:cNvCxnSpPr>
              <a:cxnSpLocks/>
            </p:cNvCxnSpPr>
            <p:nvPr/>
          </p:nvCxnSpPr>
          <p:spPr>
            <a:xfrm flipV="1">
              <a:off x="6872753" y="1196341"/>
              <a:ext cx="0" cy="222855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48">
              <a:extLst>
                <a:ext uri="{FF2B5EF4-FFF2-40B4-BE49-F238E27FC236}">
                  <a16:creationId xmlns:a16="http://schemas.microsoft.com/office/drawing/2014/main" id="{129366F7-1707-F096-1E58-D5D9A08B6517}"/>
                </a:ext>
              </a:extLst>
            </p:cNvPr>
            <p:cNvCxnSpPr/>
            <p:nvPr/>
          </p:nvCxnSpPr>
          <p:spPr>
            <a:xfrm>
              <a:off x="5364480" y="2476161"/>
              <a:ext cx="323088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31" name="Straight Arrow Connector 53">
            <a:extLst>
              <a:ext uri="{FF2B5EF4-FFF2-40B4-BE49-F238E27FC236}">
                <a16:creationId xmlns:a16="http://schemas.microsoft.com/office/drawing/2014/main" id="{65ECA287-6A1B-27D5-4695-832FE7EF7FF6}"/>
              </a:ext>
            </a:extLst>
          </p:cNvPr>
          <p:cNvCxnSpPr>
            <a:cxnSpLocks/>
          </p:cNvCxnSpPr>
          <p:nvPr/>
        </p:nvCxnSpPr>
        <p:spPr bwMode="auto">
          <a:xfrm flipV="1">
            <a:off x="7096776" y="4715409"/>
            <a:ext cx="0" cy="182721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54">
            <a:extLst>
              <a:ext uri="{FF2B5EF4-FFF2-40B4-BE49-F238E27FC236}">
                <a16:creationId xmlns:a16="http://schemas.microsoft.com/office/drawing/2014/main" id="{0B6223AD-6475-A5A7-7436-C48242290DAC}"/>
              </a:ext>
            </a:extLst>
          </p:cNvPr>
          <p:cNvCxnSpPr/>
          <p:nvPr/>
        </p:nvCxnSpPr>
        <p:spPr bwMode="auto">
          <a:xfrm>
            <a:off x="5587064" y="5764747"/>
            <a:ext cx="323215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4" name="Group 55">
            <a:extLst>
              <a:ext uri="{FF2B5EF4-FFF2-40B4-BE49-F238E27FC236}">
                <a16:creationId xmlns:a16="http://schemas.microsoft.com/office/drawing/2014/main" id="{49238CF2-D9C2-FDDA-BC69-E1B13EA384EE}"/>
              </a:ext>
            </a:extLst>
          </p:cNvPr>
          <p:cNvGrpSpPr>
            <a:grpSpLocks/>
          </p:cNvGrpSpPr>
          <p:nvPr/>
        </p:nvGrpSpPr>
        <p:grpSpPr bwMode="auto">
          <a:xfrm>
            <a:off x="5587064" y="2672981"/>
            <a:ext cx="3230562" cy="1828800"/>
            <a:chOff x="5364480" y="1196341"/>
            <a:chExt cx="3230880" cy="2228551"/>
          </a:xfrm>
        </p:grpSpPr>
        <p:cxnSp>
          <p:nvCxnSpPr>
            <p:cNvPr id="35" name="Straight Arrow Connector 56">
              <a:extLst>
                <a:ext uri="{FF2B5EF4-FFF2-40B4-BE49-F238E27FC236}">
                  <a16:creationId xmlns:a16="http://schemas.microsoft.com/office/drawing/2014/main" id="{B5641CCA-5D90-9A42-02F4-9DA5AC284266}"/>
                </a:ext>
              </a:extLst>
            </p:cNvPr>
            <p:cNvCxnSpPr>
              <a:cxnSpLocks/>
            </p:cNvCxnSpPr>
            <p:nvPr/>
          </p:nvCxnSpPr>
          <p:spPr>
            <a:xfrm flipV="1">
              <a:off x="6872753" y="1196341"/>
              <a:ext cx="0" cy="222855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57">
              <a:extLst>
                <a:ext uri="{FF2B5EF4-FFF2-40B4-BE49-F238E27FC236}">
                  <a16:creationId xmlns:a16="http://schemas.microsoft.com/office/drawing/2014/main" id="{46F83415-8A33-9713-7A42-129B2E72DF35}"/>
                </a:ext>
              </a:extLst>
            </p:cNvPr>
            <p:cNvCxnSpPr/>
            <p:nvPr/>
          </p:nvCxnSpPr>
          <p:spPr>
            <a:xfrm>
              <a:off x="5364480" y="2476984"/>
              <a:ext cx="323088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7" name="Freeform 19">
            <a:extLst>
              <a:ext uri="{FF2B5EF4-FFF2-40B4-BE49-F238E27FC236}">
                <a16:creationId xmlns:a16="http://schemas.microsoft.com/office/drawing/2014/main" id="{1E19AFE0-C5F1-A9DA-7C39-762E89CC63AA}"/>
              </a:ext>
            </a:extLst>
          </p:cNvPr>
          <p:cNvSpPr>
            <a:spLocks noChangeAspect="1"/>
          </p:cNvSpPr>
          <p:nvPr/>
        </p:nvSpPr>
        <p:spPr bwMode="auto">
          <a:xfrm>
            <a:off x="6331601" y="1084764"/>
            <a:ext cx="2076450" cy="1136650"/>
          </a:xfrm>
          <a:custGeom>
            <a:avLst/>
            <a:gdLst>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401824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7744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7226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85355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327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1 w 4352543"/>
              <a:gd name="connsiteY0" fmla="*/ 2401824 h 2401824"/>
              <a:gd name="connsiteX1" fmla="*/ 1536191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74101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2543" h="2401824">
                <a:moveTo>
                  <a:pt x="-1" y="2401824"/>
                </a:moveTo>
                <a:lnTo>
                  <a:pt x="1576775" y="2401824"/>
                </a:lnTo>
                <a:cubicBezTo>
                  <a:pt x="1575884" y="1601216"/>
                  <a:pt x="1574992" y="800608"/>
                  <a:pt x="1574101" y="0"/>
                </a:cubicBezTo>
                <a:lnTo>
                  <a:pt x="3094093" y="12780"/>
                </a:lnTo>
                <a:cubicBezTo>
                  <a:pt x="3094984" y="806277"/>
                  <a:pt x="3095876" y="1599773"/>
                  <a:pt x="3096767" y="2393270"/>
                </a:cubicBezTo>
                <a:lnTo>
                  <a:pt x="4352543" y="2401824"/>
                </a:lnTo>
                <a:lnTo>
                  <a:pt x="4352543" y="2401824"/>
                </a:lnTo>
                <a:lnTo>
                  <a:pt x="4352543" y="2401824"/>
                </a:lnTo>
              </a:path>
            </a:pathLst>
          </a:custGeom>
          <a:ln w="38100">
            <a:solidFill>
              <a:srgbClr val="5CA419"/>
            </a:solidFill>
          </a:ln>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US">
              <a:solidFill>
                <a:srgbClr val="000000"/>
              </a:solidFill>
            </a:endParaRPr>
          </a:p>
        </p:txBody>
      </p:sp>
      <p:sp>
        <p:nvSpPr>
          <p:cNvPr id="38" name="Freeform 19">
            <a:extLst>
              <a:ext uri="{FF2B5EF4-FFF2-40B4-BE49-F238E27FC236}">
                <a16:creationId xmlns:a16="http://schemas.microsoft.com/office/drawing/2014/main" id="{8A311795-B349-3E4B-2D03-4104323F2A04}"/>
              </a:ext>
            </a:extLst>
          </p:cNvPr>
          <p:cNvSpPr>
            <a:spLocks noChangeAspect="1"/>
          </p:cNvSpPr>
          <p:nvPr/>
        </p:nvSpPr>
        <p:spPr bwMode="auto">
          <a:xfrm>
            <a:off x="6345889" y="5112284"/>
            <a:ext cx="2085975" cy="1204913"/>
          </a:xfrm>
          <a:custGeom>
            <a:avLst/>
            <a:gdLst>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401824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7744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7226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85355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327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1 w 4352543"/>
              <a:gd name="connsiteY0" fmla="*/ 2401824 h 2401824"/>
              <a:gd name="connsiteX1" fmla="*/ 1536191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74101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2543" h="2401824">
                <a:moveTo>
                  <a:pt x="-1" y="2401824"/>
                </a:moveTo>
                <a:lnTo>
                  <a:pt x="1576775" y="2401824"/>
                </a:lnTo>
                <a:cubicBezTo>
                  <a:pt x="1575884" y="1601216"/>
                  <a:pt x="1574992" y="800608"/>
                  <a:pt x="1574101" y="0"/>
                </a:cubicBezTo>
                <a:lnTo>
                  <a:pt x="3094093" y="12780"/>
                </a:lnTo>
                <a:cubicBezTo>
                  <a:pt x="3094984" y="806277"/>
                  <a:pt x="3095876" y="1599773"/>
                  <a:pt x="3096767" y="2393270"/>
                </a:cubicBezTo>
                <a:lnTo>
                  <a:pt x="4352543" y="2401824"/>
                </a:lnTo>
                <a:lnTo>
                  <a:pt x="4352543" y="2401824"/>
                </a:lnTo>
                <a:lnTo>
                  <a:pt x="4352543" y="2401824"/>
                </a:lnTo>
              </a:path>
            </a:pathLst>
          </a:custGeom>
          <a:ln w="38100">
            <a:solidFill>
              <a:srgbClr val="5CA419"/>
            </a:solidFill>
          </a:ln>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US">
              <a:solidFill>
                <a:srgbClr val="000000"/>
              </a:solidFill>
            </a:endParaRPr>
          </a:p>
        </p:txBody>
      </p:sp>
      <p:sp>
        <p:nvSpPr>
          <p:cNvPr id="39" name="Freeform 19">
            <a:extLst>
              <a:ext uri="{FF2B5EF4-FFF2-40B4-BE49-F238E27FC236}">
                <a16:creationId xmlns:a16="http://schemas.microsoft.com/office/drawing/2014/main" id="{FC28979D-96F8-EC9A-D37E-9A35ECC42EF6}"/>
              </a:ext>
            </a:extLst>
          </p:cNvPr>
          <p:cNvSpPr>
            <a:spLocks noChangeAspect="1"/>
          </p:cNvSpPr>
          <p:nvPr/>
        </p:nvSpPr>
        <p:spPr bwMode="auto">
          <a:xfrm>
            <a:off x="6344301" y="3096844"/>
            <a:ext cx="2076450" cy="1173162"/>
          </a:xfrm>
          <a:custGeom>
            <a:avLst/>
            <a:gdLst>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401824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65248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7744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7226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85355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0 w 4364736"/>
              <a:gd name="connsiteY0" fmla="*/ 1194816 h 2401824"/>
              <a:gd name="connsiteX1" fmla="*/ 12192 w 4364736"/>
              <a:gd name="connsiteY1" fmla="*/ 2401824 h 2401824"/>
              <a:gd name="connsiteX2" fmla="*/ 1548384 w 4364736"/>
              <a:gd name="connsiteY2" fmla="*/ 2401824 h 2401824"/>
              <a:gd name="connsiteX3" fmla="*/ 1572768 w 4364736"/>
              <a:gd name="connsiteY3" fmla="*/ 0 h 2401824"/>
              <a:gd name="connsiteX4" fmla="*/ 3133344 w 4364736"/>
              <a:gd name="connsiteY4" fmla="*/ 0 h 2401824"/>
              <a:gd name="connsiteX5" fmla="*/ 3108960 w 4364736"/>
              <a:gd name="connsiteY5" fmla="*/ 2393270 h 2401824"/>
              <a:gd name="connsiteX6" fmla="*/ 4364736 w 4364736"/>
              <a:gd name="connsiteY6" fmla="*/ 2401824 h 2401824"/>
              <a:gd name="connsiteX7" fmla="*/ 4364736 w 4364736"/>
              <a:gd name="connsiteY7" fmla="*/ 2401824 h 2401824"/>
              <a:gd name="connsiteX8" fmla="*/ 4364736 w 4364736"/>
              <a:gd name="connsiteY8" fmla="*/ 2401824 h 2401824"/>
              <a:gd name="connsiteX0" fmla="*/ -1 w 4352543"/>
              <a:gd name="connsiteY0" fmla="*/ 2401824 h 2401824"/>
              <a:gd name="connsiteX1" fmla="*/ 1536191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121151 w 4352543"/>
              <a:gd name="connsiteY3" fmla="*/ 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60575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 name="connsiteX0" fmla="*/ -1 w 4352543"/>
              <a:gd name="connsiteY0" fmla="*/ 2401824 h 2401824"/>
              <a:gd name="connsiteX1" fmla="*/ 1576775 w 4352543"/>
              <a:gd name="connsiteY1" fmla="*/ 2401824 h 2401824"/>
              <a:gd name="connsiteX2" fmla="*/ 1574101 w 4352543"/>
              <a:gd name="connsiteY2" fmla="*/ 0 h 2401824"/>
              <a:gd name="connsiteX3" fmla="*/ 3094093 w 4352543"/>
              <a:gd name="connsiteY3" fmla="*/ 12780 h 2401824"/>
              <a:gd name="connsiteX4" fmla="*/ 3096767 w 4352543"/>
              <a:gd name="connsiteY4" fmla="*/ 2393270 h 2401824"/>
              <a:gd name="connsiteX5" fmla="*/ 4352543 w 4352543"/>
              <a:gd name="connsiteY5" fmla="*/ 2401824 h 2401824"/>
              <a:gd name="connsiteX6" fmla="*/ 4352543 w 4352543"/>
              <a:gd name="connsiteY6" fmla="*/ 2401824 h 2401824"/>
              <a:gd name="connsiteX7" fmla="*/ 4352543 w 4352543"/>
              <a:gd name="connsiteY7" fmla="*/ 2401824 h 240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2543" h="2401824">
                <a:moveTo>
                  <a:pt x="-1" y="2401824"/>
                </a:moveTo>
                <a:lnTo>
                  <a:pt x="1576775" y="2401824"/>
                </a:lnTo>
                <a:cubicBezTo>
                  <a:pt x="1575884" y="1601216"/>
                  <a:pt x="1574992" y="800608"/>
                  <a:pt x="1574101" y="0"/>
                </a:cubicBezTo>
                <a:lnTo>
                  <a:pt x="3094093" y="12780"/>
                </a:lnTo>
                <a:cubicBezTo>
                  <a:pt x="3094984" y="806277"/>
                  <a:pt x="3095876" y="1599773"/>
                  <a:pt x="3096767" y="2393270"/>
                </a:cubicBezTo>
                <a:lnTo>
                  <a:pt x="4352543" y="2401824"/>
                </a:lnTo>
                <a:lnTo>
                  <a:pt x="4352543" y="2401824"/>
                </a:lnTo>
                <a:lnTo>
                  <a:pt x="4352543" y="2401824"/>
                </a:lnTo>
              </a:path>
            </a:pathLst>
          </a:custGeom>
          <a:ln w="38100">
            <a:solidFill>
              <a:srgbClr val="5CA419"/>
            </a:solidFill>
          </a:ln>
        </p:spPr>
        <p:style>
          <a:lnRef idx="1">
            <a:schemeClr val="accent2"/>
          </a:lnRef>
          <a:fillRef idx="0">
            <a:schemeClr val="accent2"/>
          </a:fillRef>
          <a:effectRef idx="0">
            <a:schemeClr val="accent2"/>
          </a:effectRef>
          <a:fontRef idx="minor">
            <a:schemeClr val="tx1"/>
          </a:fontRef>
        </p:style>
        <p:txBody>
          <a:bodyPr anchor="ctr"/>
          <a:lstStyle/>
          <a:p>
            <a:pPr algn="ctr">
              <a:defRPr/>
            </a:pPr>
            <a:endParaRPr lang="en-US">
              <a:solidFill>
                <a:srgbClr val="000000"/>
              </a:solidFill>
            </a:endParaRPr>
          </a:p>
        </p:txBody>
      </p:sp>
      <p:sp>
        <p:nvSpPr>
          <p:cNvPr id="40" name="TextBox 2">
            <a:extLst>
              <a:ext uri="{FF2B5EF4-FFF2-40B4-BE49-F238E27FC236}">
                <a16:creationId xmlns:a16="http://schemas.microsoft.com/office/drawing/2014/main" id="{F571346B-6B64-0BDA-C847-5281B9A45222}"/>
              </a:ext>
            </a:extLst>
          </p:cNvPr>
          <p:cNvSpPr txBox="1">
            <a:spLocks noChangeArrowheads="1"/>
          </p:cNvSpPr>
          <p:nvPr/>
        </p:nvSpPr>
        <p:spPr bwMode="auto">
          <a:xfrm>
            <a:off x="5761689" y="791076"/>
            <a:ext cx="10604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rPr>
              <a:t>One term:</a:t>
            </a:r>
          </a:p>
        </p:txBody>
      </p:sp>
      <p:sp>
        <p:nvSpPr>
          <p:cNvPr id="41" name="TextBox 61">
            <a:extLst>
              <a:ext uri="{FF2B5EF4-FFF2-40B4-BE49-F238E27FC236}">
                <a16:creationId xmlns:a16="http://schemas.microsoft.com/office/drawing/2014/main" id="{73F260C5-BC16-9188-02F3-E8C0688C44B1}"/>
              </a:ext>
            </a:extLst>
          </p:cNvPr>
          <p:cNvSpPr txBox="1">
            <a:spLocks noChangeArrowheads="1"/>
          </p:cNvSpPr>
          <p:nvPr/>
        </p:nvSpPr>
        <p:spPr bwMode="auto">
          <a:xfrm>
            <a:off x="5761689" y="4818597"/>
            <a:ext cx="1060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dirty="0">
                <a:solidFill>
                  <a:srgbClr val="000000"/>
                </a:solidFill>
              </a:rPr>
              <a:t>Three terms:</a:t>
            </a:r>
          </a:p>
        </p:txBody>
      </p:sp>
      <p:sp>
        <p:nvSpPr>
          <p:cNvPr id="42" name="TextBox 62">
            <a:extLst>
              <a:ext uri="{FF2B5EF4-FFF2-40B4-BE49-F238E27FC236}">
                <a16:creationId xmlns:a16="http://schemas.microsoft.com/office/drawing/2014/main" id="{BB6DBECF-94DD-2AB2-2615-5795CA764B01}"/>
              </a:ext>
            </a:extLst>
          </p:cNvPr>
          <p:cNvSpPr txBox="1">
            <a:spLocks noChangeArrowheads="1"/>
          </p:cNvSpPr>
          <p:nvPr/>
        </p:nvSpPr>
        <p:spPr bwMode="auto">
          <a:xfrm>
            <a:off x="5774389" y="2847606"/>
            <a:ext cx="10604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rPr>
              <a:t>Two terms:</a:t>
            </a:r>
          </a:p>
        </p:txBody>
      </p:sp>
      <p:sp>
        <p:nvSpPr>
          <p:cNvPr id="43" name="TextBox 4">
            <a:extLst>
              <a:ext uri="{FF2B5EF4-FFF2-40B4-BE49-F238E27FC236}">
                <a16:creationId xmlns:a16="http://schemas.microsoft.com/office/drawing/2014/main" id="{72429A04-224B-E5CC-AC2C-40EA7DC9028F}"/>
              </a:ext>
            </a:extLst>
          </p:cNvPr>
          <p:cNvSpPr txBox="1">
            <a:spLocks noChangeArrowheads="1"/>
          </p:cNvSpPr>
          <p:nvPr/>
        </p:nvSpPr>
        <p:spPr bwMode="auto">
          <a:xfrm>
            <a:off x="6811026" y="849814"/>
            <a:ext cx="139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latin typeface="Times" panose="02020603050405020304" pitchFamily="18" charset="0"/>
              </a:rPr>
              <a:t>1</a:t>
            </a:r>
          </a:p>
        </p:txBody>
      </p:sp>
      <p:sp>
        <p:nvSpPr>
          <p:cNvPr id="44" name="TextBox 65">
            <a:extLst>
              <a:ext uri="{FF2B5EF4-FFF2-40B4-BE49-F238E27FC236}">
                <a16:creationId xmlns:a16="http://schemas.microsoft.com/office/drawing/2014/main" id="{028EDD9E-CF1A-502F-90B0-21AD3C5E2EDC}"/>
              </a:ext>
            </a:extLst>
          </p:cNvPr>
          <p:cNvSpPr txBox="1">
            <a:spLocks noChangeArrowheads="1"/>
          </p:cNvSpPr>
          <p:nvPr/>
        </p:nvSpPr>
        <p:spPr bwMode="auto">
          <a:xfrm>
            <a:off x="7795276" y="5331359"/>
            <a:ext cx="534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dirty="0">
                <a:solidFill>
                  <a:srgbClr val="000000"/>
                </a:solidFill>
                <a:latin typeface="Symbol" panose="05050102010706020507" pitchFamily="18" charset="2"/>
              </a:rPr>
              <a:t>p</a:t>
            </a:r>
            <a:r>
              <a:rPr lang="en-US" altLang="en-US" sz="1800" dirty="0">
                <a:solidFill>
                  <a:srgbClr val="000000"/>
                </a:solidFill>
                <a:latin typeface="Times" panose="02020603050405020304" pitchFamily="18" charset="0"/>
              </a:rPr>
              <a:t>/</a:t>
            </a:r>
            <a:r>
              <a:rPr lang="en-US" altLang="en-US" sz="1800" i="1" dirty="0">
                <a:solidFill>
                  <a:srgbClr val="000000"/>
                </a:solidFill>
                <a:latin typeface="Symbol" panose="05050102010706020507" pitchFamily="18" charset="2"/>
              </a:rPr>
              <a:t>w</a:t>
            </a:r>
          </a:p>
        </p:txBody>
      </p:sp>
      <p:sp>
        <p:nvSpPr>
          <p:cNvPr id="45" name="TextBox 66">
            <a:extLst>
              <a:ext uri="{FF2B5EF4-FFF2-40B4-BE49-F238E27FC236}">
                <a16:creationId xmlns:a16="http://schemas.microsoft.com/office/drawing/2014/main" id="{41B21251-EEA4-9D8D-5153-1258C7F18FBD}"/>
              </a:ext>
            </a:extLst>
          </p:cNvPr>
          <p:cNvSpPr txBox="1">
            <a:spLocks noChangeArrowheads="1"/>
          </p:cNvSpPr>
          <p:nvPr/>
        </p:nvSpPr>
        <p:spPr bwMode="auto">
          <a:xfrm>
            <a:off x="7782576" y="3231781"/>
            <a:ext cx="560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dirty="0">
                <a:solidFill>
                  <a:srgbClr val="000000"/>
                </a:solidFill>
                <a:latin typeface="Symbol" panose="05050102010706020507" pitchFamily="18" charset="2"/>
              </a:rPr>
              <a:t>p</a:t>
            </a:r>
            <a:r>
              <a:rPr lang="en-US" altLang="en-US" sz="1800" dirty="0">
                <a:solidFill>
                  <a:srgbClr val="000000"/>
                </a:solidFill>
                <a:latin typeface="Times" panose="02020603050405020304" pitchFamily="18" charset="0"/>
              </a:rPr>
              <a:t>/</a:t>
            </a:r>
            <a:r>
              <a:rPr lang="en-US" altLang="en-US" sz="1800" i="1" dirty="0">
                <a:solidFill>
                  <a:srgbClr val="000000"/>
                </a:solidFill>
                <a:latin typeface="Symbol" panose="05050102010706020507" pitchFamily="18" charset="2"/>
              </a:rPr>
              <a:t>w</a:t>
            </a:r>
          </a:p>
        </p:txBody>
      </p:sp>
      <p:sp>
        <p:nvSpPr>
          <p:cNvPr id="46" name="TextBox 67">
            <a:extLst>
              <a:ext uri="{FF2B5EF4-FFF2-40B4-BE49-F238E27FC236}">
                <a16:creationId xmlns:a16="http://schemas.microsoft.com/office/drawing/2014/main" id="{FBD348C0-E355-EF9F-C804-FB944BE1D27C}"/>
              </a:ext>
            </a:extLst>
          </p:cNvPr>
          <p:cNvSpPr txBox="1">
            <a:spLocks noChangeArrowheads="1"/>
          </p:cNvSpPr>
          <p:nvPr/>
        </p:nvSpPr>
        <p:spPr bwMode="auto">
          <a:xfrm>
            <a:off x="6811026" y="4955122"/>
            <a:ext cx="139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latin typeface="Times" panose="02020603050405020304" pitchFamily="18" charset="0"/>
              </a:rPr>
              <a:t>1</a:t>
            </a:r>
          </a:p>
        </p:txBody>
      </p:sp>
      <p:sp>
        <p:nvSpPr>
          <p:cNvPr id="47" name="TextBox 68">
            <a:extLst>
              <a:ext uri="{FF2B5EF4-FFF2-40B4-BE49-F238E27FC236}">
                <a16:creationId xmlns:a16="http://schemas.microsoft.com/office/drawing/2014/main" id="{7E6EF463-A038-45A5-240E-428BEC826C81}"/>
              </a:ext>
            </a:extLst>
          </p:cNvPr>
          <p:cNvSpPr txBox="1">
            <a:spLocks noChangeArrowheads="1"/>
          </p:cNvSpPr>
          <p:nvPr/>
        </p:nvSpPr>
        <p:spPr bwMode="auto">
          <a:xfrm>
            <a:off x="6823726" y="2930156"/>
            <a:ext cx="139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latin typeface="Times" panose="02020603050405020304" pitchFamily="18" charset="0"/>
              </a:rPr>
              <a:t>1</a:t>
            </a:r>
          </a:p>
        </p:txBody>
      </p:sp>
      <p:sp>
        <p:nvSpPr>
          <p:cNvPr id="48" name="TextBox 69">
            <a:extLst>
              <a:ext uri="{FF2B5EF4-FFF2-40B4-BE49-F238E27FC236}">
                <a16:creationId xmlns:a16="http://schemas.microsoft.com/office/drawing/2014/main" id="{D7FA3EDB-8CD6-A5EB-1751-8378117F95E0}"/>
              </a:ext>
            </a:extLst>
          </p:cNvPr>
          <p:cNvSpPr txBox="1">
            <a:spLocks noChangeArrowheads="1"/>
          </p:cNvSpPr>
          <p:nvPr/>
        </p:nvSpPr>
        <p:spPr bwMode="auto">
          <a:xfrm>
            <a:off x="7830201" y="1643564"/>
            <a:ext cx="552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1800">
                <a:solidFill>
                  <a:srgbClr val="000000"/>
                </a:solidFill>
                <a:latin typeface="Symbol" panose="05050102010706020507" pitchFamily="18" charset="2"/>
              </a:rPr>
              <a:t>p</a:t>
            </a:r>
            <a:r>
              <a:rPr lang="en-US" altLang="en-US" sz="1800">
                <a:solidFill>
                  <a:srgbClr val="000000"/>
                </a:solidFill>
                <a:latin typeface="Times" panose="02020603050405020304" pitchFamily="18" charset="0"/>
              </a:rPr>
              <a:t>/</a:t>
            </a:r>
            <a:r>
              <a:rPr lang="en-US" altLang="en-US" sz="1800" i="1">
                <a:solidFill>
                  <a:srgbClr val="000000"/>
                </a:solidFill>
                <a:latin typeface="Symbol" panose="05050102010706020507" pitchFamily="18" charset="2"/>
              </a:rPr>
              <a:t>w</a:t>
            </a:r>
          </a:p>
        </p:txBody>
      </p:sp>
      <p:sp>
        <p:nvSpPr>
          <p:cNvPr id="49" name="TextBox 5">
            <a:extLst>
              <a:ext uri="{FF2B5EF4-FFF2-40B4-BE49-F238E27FC236}">
                <a16:creationId xmlns:a16="http://schemas.microsoft.com/office/drawing/2014/main" id="{35F43EF7-117C-4E66-58DD-7CD7500DA033}"/>
              </a:ext>
            </a:extLst>
          </p:cNvPr>
          <p:cNvSpPr txBox="1">
            <a:spLocks noChangeArrowheads="1"/>
          </p:cNvSpPr>
          <p:nvPr/>
        </p:nvSpPr>
        <p:spPr bwMode="auto">
          <a:xfrm>
            <a:off x="8522351" y="1705476"/>
            <a:ext cx="333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2400" i="1">
                <a:solidFill>
                  <a:srgbClr val="000000"/>
                </a:solidFill>
                <a:latin typeface="Times" panose="02020603050405020304" pitchFamily="18" charset="0"/>
              </a:rPr>
              <a:t>t</a:t>
            </a:r>
          </a:p>
        </p:txBody>
      </p:sp>
      <p:sp>
        <p:nvSpPr>
          <p:cNvPr id="50" name="TextBox 71">
            <a:extLst>
              <a:ext uri="{FF2B5EF4-FFF2-40B4-BE49-F238E27FC236}">
                <a16:creationId xmlns:a16="http://schemas.microsoft.com/office/drawing/2014/main" id="{6CF40A23-BE50-CDDF-2405-802787EC0626}"/>
              </a:ext>
            </a:extLst>
          </p:cNvPr>
          <p:cNvSpPr txBox="1">
            <a:spLocks noChangeArrowheads="1"/>
          </p:cNvSpPr>
          <p:nvPr/>
        </p:nvSpPr>
        <p:spPr bwMode="auto">
          <a:xfrm>
            <a:off x="8522351" y="5734584"/>
            <a:ext cx="333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2400" i="1">
                <a:solidFill>
                  <a:srgbClr val="000000"/>
                </a:solidFill>
                <a:latin typeface="Times" panose="02020603050405020304" pitchFamily="18" charset="0"/>
              </a:rPr>
              <a:t>t</a:t>
            </a:r>
          </a:p>
        </p:txBody>
      </p:sp>
      <p:sp>
        <p:nvSpPr>
          <p:cNvPr id="51" name="TextBox 72">
            <a:extLst>
              <a:ext uri="{FF2B5EF4-FFF2-40B4-BE49-F238E27FC236}">
                <a16:creationId xmlns:a16="http://schemas.microsoft.com/office/drawing/2014/main" id="{8949A59A-882E-983D-198F-132465D648A7}"/>
              </a:ext>
            </a:extLst>
          </p:cNvPr>
          <p:cNvSpPr txBox="1">
            <a:spLocks noChangeArrowheads="1"/>
          </p:cNvSpPr>
          <p:nvPr/>
        </p:nvSpPr>
        <p:spPr bwMode="auto">
          <a:xfrm>
            <a:off x="8535051" y="3708031"/>
            <a:ext cx="333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a:spcBef>
                <a:spcPct val="0"/>
              </a:spcBef>
            </a:pPr>
            <a:r>
              <a:rPr lang="en-US" altLang="en-US" sz="2400" i="1" dirty="0">
                <a:solidFill>
                  <a:srgbClr val="000000"/>
                </a:solidFill>
                <a:latin typeface="Times" panose="02020603050405020304" pitchFamily="18" charset="0"/>
              </a:rPr>
              <a:t>t</a:t>
            </a:r>
          </a:p>
        </p:txBody>
      </p:sp>
      <p:sp>
        <p:nvSpPr>
          <p:cNvPr id="52" name="Text Box 13">
            <a:extLst>
              <a:ext uri="{FF2B5EF4-FFF2-40B4-BE49-F238E27FC236}">
                <a16:creationId xmlns:a16="http://schemas.microsoft.com/office/drawing/2014/main" id="{5E3108EA-E97D-9437-25BC-32161F92BDDE}"/>
              </a:ext>
            </a:extLst>
          </p:cNvPr>
          <p:cNvSpPr txBox="1">
            <a:spLocks noChangeArrowheads="1"/>
          </p:cNvSpPr>
          <p:nvPr/>
        </p:nvSpPr>
        <p:spPr bwMode="auto">
          <a:xfrm>
            <a:off x="748649" y="3983471"/>
            <a:ext cx="208597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defRPr sz="2000">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sz="1600">
                <a:solidFill>
                  <a:schemeClr val="tx1"/>
                </a:solidFill>
                <a:latin typeface="+mn-lt"/>
              </a:defRPr>
            </a:lvl3pPr>
            <a:lvl4pPr marL="1600200" indent="-228600" algn="l" rtl="0" eaLnBrk="0" fontAlgn="base" hangingPunct="0">
              <a:spcBef>
                <a:spcPct val="20000"/>
              </a:spcBef>
              <a:spcAft>
                <a:spcPct val="0"/>
              </a:spcAft>
              <a:defRPr sz="1400">
                <a:solidFill>
                  <a:schemeClr val="tx1"/>
                </a:solidFill>
                <a:latin typeface="+mn-lt"/>
              </a:defRPr>
            </a:lvl4pPr>
            <a:lvl5pPr marL="2057400" indent="-228600" algn="l" rtl="0" eaLnBrk="0" fontAlgn="base" hangingPunct="0">
              <a:spcBef>
                <a:spcPct val="20000"/>
              </a:spcBef>
              <a:spcAft>
                <a:spcPct val="0"/>
              </a:spcAft>
              <a:defRPr sz="1400">
                <a:solidFill>
                  <a:schemeClr val="tx1"/>
                </a:solidFill>
                <a:latin typeface="+mn-lt"/>
              </a:defRPr>
            </a:lvl5pPr>
            <a:lvl6pPr marL="2514600" indent="-228600" algn="l" rtl="0" fontAlgn="base">
              <a:spcBef>
                <a:spcPct val="20000"/>
              </a:spcBef>
              <a:spcAft>
                <a:spcPct val="0"/>
              </a:spcAft>
              <a:defRPr sz="1400">
                <a:solidFill>
                  <a:schemeClr val="tx1"/>
                </a:solidFill>
                <a:latin typeface="+mn-lt"/>
              </a:defRPr>
            </a:lvl6pPr>
            <a:lvl7pPr marL="2971800" indent="-228600" algn="l" rtl="0" fontAlgn="base">
              <a:spcBef>
                <a:spcPct val="20000"/>
              </a:spcBef>
              <a:spcAft>
                <a:spcPct val="0"/>
              </a:spcAft>
              <a:defRPr sz="1400">
                <a:solidFill>
                  <a:schemeClr val="tx1"/>
                </a:solidFill>
                <a:latin typeface="+mn-lt"/>
              </a:defRPr>
            </a:lvl7pPr>
            <a:lvl8pPr marL="3429000" indent="-228600" algn="l" rtl="0" fontAlgn="base">
              <a:spcBef>
                <a:spcPct val="20000"/>
              </a:spcBef>
              <a:spcAft>
                <a:spcPct val="0"/>
              </a:spcAft>
              <a:defRPr sz="1400">
                <a:solidFill>
                  <a:schemeClr val="tx1"/>
                </a:solidFill>
                <a:latin typeface="+mn-lt"/>
              </a:defRPr>
            </a:lvl8pPr>
            <a:lvl9pPr marL="3886200" indent="-228600" algn="l" rtl="0" fontAlgn="base">
              <a:spcBef>
                <a:spcPct val="20000"/>
              </a:spcBef>
              <a:spcAft>
                <a:spcPct val="0"/>
              </a:spcAft>
              <a:defRPr sz="1400">
                <a:solidFill>
                  <a:schemeClr val="tx1"/>
                </a:solidFill>
                <a:latin typeface="+mn-lt"/>
              </a:defRPr>
            </a:lvl9pPr>
          </a:lstStyle>
          <a:p>
            <a:pPr marL="0" indent="0" eaLnBrk="1" hangingPunct="1">
              <a:spcBef>
                <a:spcPct val="0"/>
              </a:spcBef>
              <a:defRPr/>
            </a:pPr>
            <a:r>
              <a:rPr lang="en-US" altLang="en-US" kern="0" dirty="0"/>
              <a:t>The sharp corners require very high frequencies.</a:t>
            </a:r>
          </a:p>
        </p:txBody>
      </p:sp>
    </p:spTree>
    <p:extLst>
      <p:ext uri="{BB962C8B-B14F-4D97-AF65-F5344CB8AC3E}">
        <p14:creationId xmlns:p14="http://schemas.microsoft.com/office/powerpoint/2010/main" val="537354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videoplayback">
            <a:hlinkClick r:id="" action="ppaction://media"/>
            <a:extLst>
              <a:ext uri="{FF2B5EF4-FFF2-40B4-BE49-F238E27FC236}">
                <a16:creationId xmlns:a16="http://schemas.microsoft.com/office/drawing/2014/main" id="{FDEC0B66-286E-9F65-60D6-8B510E73D8C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2960" y="605055"/>
            <a:ext cx="8798079" cy="4949402"/>
          </a:xfrm>
          <a:prstGeom prst="rect">
            <a:avLst/>
          </a:prstGeom>
        </p:spPr>
      </p:pic>
      <p:sp>
        <p:nvSpPr>
          <p:cNvPr id="2" name="标题 2">
            <a:extLst>
              <a:ext uri="{FF2B5EF4-FFF2-40B4-BE49-F238E27FC236}">
                <a16:creationId xmlns:a16="http://schemas.microsoft.com/office/drawing/2014/main" id="{B56B240E-B86B-0A0D-31A2-FFCE27E6ADF4}"/>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series</a:t>
            </a:r>
          </a:p>
        </p:txBody>
      </p:sp>
      <p:sp>
        <p:nvSpPr>
          <p:cNvPr id="3" name="文本框 2">
            <a:extLst>
              <a:ext uri="{FF2B5EF4-FFF2-40B4-BE49-F238E27FC236}">
                <a16:creationId xmlns:a16="http://schemas.microsoft.com/office/drawing/2014/main" id="{1ED93C3C-90C6-BEE6-AE98-8F3148540477}"/>
              </a:ext>
            </a:extLst>
          </p:cNvPr>
          <p:cNvSpPr txBox="1"/>
          <p:nvPr/>
        </p:nvSpPr>
        <p:spPr>
          <a:xfrm>
            <a:off x="2576946" y="6413581"/>
            <a:ext cx="1685077" cy="369332"/>
          </a:xfrm>
          <a:prstGeom prst="rect">
            <a:avLst/>
          </a:prstGeom>
          <a:noFill/>
        </p:spPr>
        <p:txBody>
          <a:bodyPr wrap="none" rtlCol="0">
            <a:spAutoFit/>
          </a:bodyPr>
          <a:lstStyle/>
          <a:p>
            <a:r>
              <a:rPr lang="zh-CN" altLang="en-US" dirty="0"/>
              <a:t>到</a:t>
            </a:r>
            <a:r>
              <a:rPr lang="en-US" altLang="zh-CN" dirty="0"/>
              <a:t>10:17</a:t>
            </a:r>
            <a:r>
              <a:rPr lang="zh-CN" altLang="en-US" dirty="0"/>
              <a:t>秒停止</a:t>
            </a:r>
          </a:p>
        </p:txBody>
      </p:sp>
      <p:sp>
        <p:nvSpPr>
          <p:cNvPr id="5" name="文本框 4">
            <a:extLst>
              <a:ext uri="{FF2B5EF4-FFF2-40B4-BE49-F238E27FC236}">
                <a16:creationId xmlns:a16="http://schemas.microsoft.com/office/drawing/2014/main" id="{2C34A154-625C-EBA0-A1BB-01E96316A8D4}"/>
              </a:ext>
            </a:extLst>
          </p:cNvPr>
          <p:cNvSpPr txBox="1"/>
          <p:nvPr/>
        </p:nvSpPr>
        <p:spPr>
          <a:xfrm>
            <a:off x="680260" y="5700732"/>
            <a:ext cx="7930376" cy="646331"/>
          </a:xfrm>
          <a:prstGeom prst="rect">
            <a:avLst/>
          </a:prstGeom>
          <a:noFill/>
        </p:spPr>
        <p:txBody>
          <a:bodyPr wrap="none" rtlCol="0">
            <a:spAutoFit/>
          </a:bodyPr>
          <a:lstStyle/>
          <a:p>
            <a:r>
              <a:rPr lang="en-US" altLang="zh-CN" dirty="0"/>
              <a:t>e</a:t>
            </a:r>
            <a:r>
              <a:rPr lang="zh-CN" altLang="en-US" dirty="0"/>
              <a:t>指数是旋转，三角函数是波，两个同频的三角函数合成出来还是三角函数，</a:t>
            </a:r>
            <a:endParaRPr lang="en-US" altLang="zh-CN" dirty="0"/>
          </a:p>
          <a:p>
            <a:r>
              <a:rPr lang="zh-CN" altLang="en-US" dirty="0"/>
              <a:t>解释光在玻璃里变慢原因</a:t>
            </a:r>
          </a:p>
        </p:txBody>
      </p:sp>
    </p:spTree>
    <p:extLst>
      <p:ext uri="{BB962C8B-B14F-4D97-AF65-F5344CB8AC3E}">
        <p14:creationId xmlns:p14="http://schemas.microsoft.com/office/powerpoint/2010/main" val="108596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449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42683">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series and Fourier transform</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1FEEEFA-BB83-5CBA-4527-FFEB46859238}"/>
                  </a:ext>
                </a:extLst>
              </p:cNvPr>
              <p:cNvSpPr txBox="1"/>
              <p:nvPr/>
            </p:nvSpPr>
            <p:spPr>
              <a:xfrm>
                <a:off x="3178132" y="772885"/>
                <a:ext cx="3417474" cy="755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0" smtClean="0">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𝑡</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0</m:t>
                          </m:r>
                        </m:sub>
                      </m:sSub>
                      <m:r>
                        <a:rPr lang="zh-CN" altLang="en-US" i="0">
                          <a:latin typeface="Cambria Math" panose="02040503050406030204" pitchFamily="18" charset="0"/>
                        </a:rPr>
                        <m:t>+</m:t>
                      </m:r>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𝑛</m:t>
                                  </m:r>
                                  <m:r>
                                    <a:rPr lang="zh-CN" altLang="en-US" i="1">
                                      <a:latin typeface="Cambria Math" panose="02040503050406030204" pitchFamily="18" charset="0"/>
                                    </a:rPr>
                                    <m:t>𝜔</m:t>
                                  </m:r>
                                  <m:r>
                                    <a:rPr lang="zh-CN" altLang="en-US" i="1">
                                      <a:latin typeface="Cambria Math" panose="02040503050406030204" pitchFamily="18" charset="0"/>
                                    </a:rPr>
                                    <m:t>𝑡</m:t>
                                  </m:r>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𝜑</m:t>
                                      </m:r>
                                    </m:e>
                                    <m:sub>
                                      <m:r>
                                        <a:rPr lang="zh-CN" altLang="en-US" i="1">
                                          <a:latin typeface="Cambria Math" panose="02040503050406030204" pitchFamily="18" charset="0"/>
                                        </a:rPr>
                                        <m:t>𝑛</m:t>
                                      </m:r>
                                    </m:sub>
                                  </m:sSub>
                                </m:e>
                              </m:d>
                            </m:e>
                          </m:func>
                        </m:e>
                      </m:nary>
                    </m:oMath>
                  </m:oMathPara>
                </a14:m>
                <a:endParaRPr lang="zh-CN" altLang="en-US" dirty="0"/>
              </a:p>
            </p:txBody>
          </p:sp>
        </mc:Choice>
        <mc:Fallback xmlns="">
          <p:sp>
            <p:nvSpPr>
              <p:cNvPr id="4" name="文本框 3">
                <a:extLst>
                  <a:ext uri="{FF2B5EF4-FFF2-40B4-BE49-F238E27FC236}">
                    <a16:creationId xmlns:a16="http://schemas.microsoft.com/office/drawing/2014/main" id="{91FEEEFA-BB83-5CBA-4527-FFEB46859238}"/>
                  </a:ext>
                </a:extLst>
              </p:cNvPr>
              <p:cNvSpPr txBox="1">
                <a:spLocks noRot="1" noChangeAspect="1" noMove="1" noResize="1" noEditPoints="1" noAdjustHandles="1" noChangeArrowheads="1" noChangeShapeType="1" noTextEdit="1"/>
              </p:cNvSpPr>
              <p:nvPr/>
            </p:nvSpPr>
            <p:spPr>
              <a:xfrm>
                <a:off x="3178132" y="772885"/>
                <a:ext cx="3417474" cy="755271"/>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A76C6DFE-AB00-E1BD-E268-608121FEB5D3}"/>
              </a:ext>
            </a:extLst>
          </p:cNvPr>
          <p:cNvSpPr txBox="1"/>
          <p:nvPr/>
        </p:nvSpPr>
        <p:spPr>
          <a:xfrm>
            <a:off x="808797" y="1658509"/>
            <a:ext cx="1938559" cy="369332"/>
          </a:xfrm>
          <a:prstGeom prst="rect">
            <a:avLst/>
          </a:prstGeom>
          <a:noFill/>
        </p:spPr>
        <p:txBody>
          <a:bodyPr wrap="square">
            <a:spAutoFit/>
          </a:bodyPr>
          <a:lstStyle/>
          <a:p>
            <a:r>
              <a:rPr lang="zh-CN" altLang="en-US" dirty="0"/>
              <a:t>利用三角恒等式：</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CACDA0C-A595-8D32-ED5E-CA6CB04BAAD2}"/>
                  </a:ext>
                </a:extLst>
              </p:cNvPr>
              <p:cNvSpPr txBox="1"/>
              <p:nvPr/>
            </p:nvSpPr>
            <p:spPr>
              <a:xfrm>
                <a:off x="2896986" y="1704676"/>
                <a:ext cx="35796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zh-CN" altLang="en-US" i="1" smtClean="0">
                              <a:latin typeface="Cambria Math" panose="02040503050406030204" pitchFamily="18" charset="0"/>
                            </a:rPr>
                          </m:ctrlPr>
                        </m:funcPr>
                        <m:fName>
                          <m:r>
                            <m:rPr>
                              <m:sty m:val="p"/>
                            </m:rPr>
                            <a:rPr lang="zh-CN" altLang="en-US">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𝛽</m:t>
                              </m:r>
                            </m:e>
                          </m:d>
                        </m:e>
                      </m:func>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acos</m:t>
                              </m:r>
                            </m:fName>
                            <m:e>
                              <m:r>
                                <a:rPr lang="zh-CN" altLang="en-US" i="1">
                                  <a:latin typeface="Cambria Math" panose="02040503050406030204" pitchFamily="18" charset="0"/>
                                </a:rPr>
                                <m:t>𝛽</m:t>
                              </m:r>
                            </m:e>
                          </m:func>
                        </m:e>
                      </m:func>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asin</m:t>
                              </m:r>
                            </m:fName>
                            <m:e>
                              <m:r>
                                <a:rPr lang="zh-CN" altLang="en-US" i="1">
                                  <a:latin typeface="Cambria Math" panose="02040503050406030204" pitchFamily="18" charset="0"/>
                                </a:rPr>
                                <m:t>𝛽</m:t>
                              </m:r>
                            </m:e>
                          </m:func>
                        </m:e>
                      </m:func>
                    </m:oMath>
                  </m:oMathPara>
                </a14:m>
                <a:endParaRPr lang="zh-CN" altLang="en-US" dirty="0"/>
              </a:p>
            </p:txBody>
          </p:sp>
        </mc:Choice>
        <mc:Fallback xmlns="">
          <p:sp>
            <p:nvSpPr>
              <p:cNvPr id="8" name="文本框 7">
                <a:extLst>
                  <a:ext uri="{FF2B5EF4-FFF2-40B4-BE49-F238E27FC236}">
                    <a16:creationId xmlns:a16="http://schemas.microsoft.com/office/drawing/2014/main" id="{2CACDA0C-A595-8D32-ED5E-CA6CB04BAAD2}"/>
                  </a:ext>
                </a:extLst>
              </p:cNvPr>
              <p:cNvSpPr txBox="1">
                <a:spLocks noRot="1" noChangeAspect="1" noMove="1" noResize="1" noEditPoints="1" noAdjustHandles="1" noChangeArrowheads="1" noChangeShapeType="1" noTextEdit="1"/>
              </p:cNvSpPr>
              <p:nvPr/>
            </p:nvSpPr>
            <p:spPr>
              <a:xfrm>
                <a:off x="2896986" y="1704676"/>
                <a:ext cx="3579698" cy="276999"/>
              </a:xfrm>
              <a:prstGeom prst="rect">
                <a:avLst/>
              </a:prstGeom>
              <a:blipFill>
                <a:blip r:embed="rId4"/>
                <a:stretch>
                  <a:fillRect l="-852" t="-2222" r="-1533" b="-3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EA5EA64-3B43-467A-2001-09AD139CFB44}"/>
                  </a:ext>
                </a:extLst>
              </p:cNvPr>
              <p:cNvSpPr txBox="1"/>
              <p:nvPr/>
            </p:nvSpPr>
            <p:spPr>
              <a:xfrm>
                <a:off x="2289479" y="2236179"/>
                <a:ext cx="4794711" cy="755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0">
                              <a:latin typeface="Cambria Math" panose="02040503050406030204" pitchFamily="18" charset="0"/>
                            </a:rPr>
                            <m:t>0</m:t>
                          </m:r>
                        </m:sub>
                      </m:sSub>
                      <m:r>
                        <a:rPr lang="zh-CN" altLang="en-US" i="0">
                          <a:latin typeface="Cambria Math" panose="02040503050406030204" pitchFamily="18" charset="0"/>
                        </a:rPr>
                        <m:t>+</m:t>
                      </m:r>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m:t>
                          </m:r>
                        </m:sup>
                        <m:e>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𝜑</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r>
                                        <a:rPr lang="zh-CN" altLang="en-US" i="1">
                                          <a:latin typeface="Cambria Math" panose="02040503050406030204" pitchFamily="18" charset="0"/>
                                        </a:rPr>
                                        <m:t>𝑛</m:t>
                                      </m:r>
                                      <m:r>
                                        <a:rPr lang="zh-CN" altLang="en-US" i="1">
                                          <a:latin typeface="Cambria Math" panose="02040503050406030204" pitchFamily="18" charset="0"/>
                                        </a:rPr>
                                        <m:t>𝜔</m:t>
                                      </m:r>
                                      <m:r>
                                        <a:rPr lang="zh-CN" altLang="en-US" i="1">
                                          <a:latin typeface="Cambria Math" panose="02040503050406030204" pitchFamily="18" charset="0"/>
                                        </a:rPr>
                                        <m:t>𝑡</m:t>
                                      </m:r>
                                    </m:e>
                                  </m:func>
                                </m:e>
                              </m:func>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𝜑</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r>
                                        <a:rPr lang="zh-CN" altLang="en-US" i="1">
                                          <a:latin typeface="Cambria Math" panose="02040503050406030204" pitchFamily="18" charset="0"/>
                                        </a:rPr>
                                        <m:t>𝑛</m:t>
                                      </m:r>
                                      <m:r>
                                        <a:rPr lang="zh-CN" altLang="en-US" i="1">
                                          <a:latin typeface="Cambria Math" panose="02040503050406030204" pitchFamily="18" charset="0"/>
                                        </a:rPr>
                                        <m:t>𝜔</m:t>
                                      </m:r>
                                      <m:r>
                                        <a:rPr lang="zh-CN" altLang="en-US" i="1">
                                          <a:latin typeface="Cambria Math" panose="02040503050406030204" pitchFamily="18" charset="0"/>
                                        </a:rPr>
                                        <m:t>𝑡</m:t>
                                      </m:r>
                                    </m:e>
                                  </m:func>
                                </m:e>
                              </m:func>
                            </m:e>
                          </m:d>
                        </m:e>
                      </m:nary>
                    </m:oMath>
                  </m:oMathPara>
                </a14:m>
                <a:endParaRPr lang="zh-CN" altLang="en-US" dirty="0"/>
              </a:p>
            </p:txBody>
          </p:sp>
        </mc:Choice>
        <mc:Fallback xmlns="">
          <p:sp>
            <p:nvSpPr>
              <p:cNvPr id="10" name="文本框 9">
                <a:extLst>
                  <a:ext uri="{FF2B5EF4-FFF2-40B4-BE49-F238E27FC236}">
                    <a16:creationId xmlns:a16="http://schemas.microsoft.com/office/drawing/2014/main" id="{AEA5EA64-3B43-467A-2001-09AD139CFB44}"/>
                  </a:ext>
                </a:extLst>
              </p:cNvPr>
              <p:cNvSpPr txBox="1">
                <a:spLocks noRot="1" noChangeAspect="1" noMove="1" noResize="1" noEditPoints="1" noAdjustHandles="1" noChangeArrowheads="1" noChangeShapeType="1" noTextEdit="1"/>
              </p:cNvSpPr>
              <p:nvPr/>
            </p:nvSpPr>
            <p:spPr>
              <a:xfrm>
                <a:off x="2289479" y="2236179"/>
                <a:ext cx="4794711" cy="75527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5A65A2B-E939-0209-4AFB-4626013F7BB6}"/>
                  </a:ext>
                </a:extLst>
              </p:cNvPr>
              <p:cNvSpPr txBox="1"/>
              <p:nvPr/>
            </p:nvSpPr>
            <p:spPr>
              <a:xfrm>
                <a:off x="1911927" y="3333403"/>
                <a:ext cx="15206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𝜑</m:t>
                              </m:r>
                            </m:e>
                            <m:sub>
                              <m:r>
                                <a:rPr lang="zh-CN" altLang="en-US" i="1">
                                  <a:latin typeface="Cambria Math" panose="02040503050406030204" pitchFamily="18" charset="0"/>
                                </a:rPr>
                                <m:t>𝑛</m:t>
                              </m:r>
                            </m:sub>
                          </m:sSub>
                        </m:e>
                      </m:func>
                    </m:oMath>
                  </m:oMathPara>
                </a14:m>
                <a:endParaRPr lang="zh-CN" altLang="en-US" dirty="0"/>
              </a:p>
            </p:txBody>
          </p:sp>
        </mc:Choice>
        <mc:Fallback xmlns="">
          <p:sp>
            <p:nvSpPr>
              <p:cNvPr id="11" name="文本框 10">
                <a:extLst>
                  <a:ext uri="{FF2B5EF4-FFF2-40B4-BE49-F238E27FC236}">
                    <a16:creationId xmlns:a16="http://schemas.microsoft.com/office/drawing/2014/main" id="{95A65A2B-E939-0209-4AFB-4626013F7BB6}"/>
                  </a:ext>
                </a:extLst>
              </p:cNvPr>
              <p:cNvSpPr txBox="1">
                <a:spLocks noRot="1" noChangeAspect="1" noMove="1" noResize="1" noEditPoints="1" noAdjustHandles="1" noChangeArrowheads="1" noChangeShapeType="1" noTextEdit="1"/>
              </p:cNvSpPr>
              <p:nvPr/>
            </p:nvSpPr>
            <p:spPr>
              <a:xfrm>
                <a:off x="1911927" y="3333403"/>
                <a:ext cx="1520673" cy="276999"/>
              </a:xfrm>
              <a:prstGeom prst="rect">
                <a:avLst/>
              </a:prstGeom>
              <a:blipFill>
                <a:blip r:embed="rId6"/>
                <a:stretch>
                  <a:fillRect l="-1606" b="-2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8EAEED3-91BE-39A4-25D6-898DE799ADB6}"/>
                  </a:ext>
                </a:extLst>
              </p:cNvPr>
              <p:cNvSpPr txBox="1"/>
              <p:nvPr/>
            </p:nvSpPr>
            <p:spPr>
              <a:xfrm>
                <a:off x="3732414" y="3333403"/>
                <a:ext cx="15406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𝑛</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𝜑</m:t>
                              </m:r>
                            </m:e>
                            <m:sub>
                              <m:r>
                                <a:rPr lang="zh-CN" altLang="en-US" i="1">
                                  <a:latin typeface="Cambria Math" panose="02040503050406030204" pitchFamily="18" charset="0"/>
                                </a:rPr>
                                <m:t>𝑛</m:t>
                              </m:r>
                            </m:sub>
                          </m:sSub>
                        </m:e>
                      </m:func>
                    </m:oMath>
                  </m:oMathPara>
                </a14:m>
                <a:endParaRPr lang="zh-CN" altLang="en-US" dirty="0"/>
              </a:p>
            </p:txBody>
          </p:sp>
        </mc:Choice>
        <mc:Fallback xmlns="">
          <p:sp>
            <p:nvSpPr>
              <p:cNvPr id="12" name="文本框 11">
                <a:extLst>
                  <a:ext uri="{FF2B5EF4-FFF2-40B4-BE49-F238E27FC236}">
                    <a16:creationId xmlns:a16="http://schemas.microsoft.com/office/drawing/2014/main" id="{68EAEED3-91BE-39A4-25D6-898DE799ADB6}"/>
                  </a:ext>
                </a:extLst>
              </p:cNvPr>
              <p:cNvSpPr txBox="1">
                <a:spLocks noRot="1" noChangeAspect="1" noMove="1" noResize="1" noEditPoints="1" noAdjustHandles="1" noChangeArrowheads="1" noChangeShapeType="1" noTextEdit="1"/>
              </p:cNvSpPr>
              <p:nvPr/>
            </p:nvSpPr>
            <p:spPr>
              <a:xfrm>
                <a:off x="3732414" y="3333403"/>
                <a:ext cx="1540615" cy="276999"/>
              </a:xfrm>
              <a:prstGeom prst="rect">
                <a:avLst/>
              </a:prstGeom>
              <a:blipFill>
                <a:blip r:embed="rId7"/>
                <a:stretch>
                  <a:fillRect l="-3162" b="-2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4455636-70D6-AAA3-BF46-95AB655BEC6F}"/>
                  </a:ext>
                </a:extLst>
              </p:cNvPr>
              <p:cNvSpPr txBox="1"/>
              <p:nvPr/>
            </p:nvSpPr>
            <p:spPr>
              <a:xfrm>
                <a:off x="1459249" y="3928142"/>
                <a:ext cx="4526047" cy="755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0" smtClean="0">
                          <a:latin typeface="Cambria Math" panose="02040503050406030204" pitchFamily="18" charset="0"/>
                        </a:rPr>
                        <m:t>𝑓</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𝑡</m:t>
                          </m:r>
                        </m:e>
                      </m:d>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r>
                                <a:rPr lang="zh-CN" altLang="en-US" i="0">
                                  <a:latin typeface="Cambria Math" panose="02040503050406030204" pitchFamily="18" charset="0"/>
                                </a:rPr>
                                <m:t>𝑎</m:t>
                              </m:r>
                            </m:e>
                            <m:sub>
                              <m:r>
                                <a:rPr lang="zh-CN" altLang="en-US" i="0">
                                  <a:latin typeface="Cambria Math" panose="02040503050406030204" pitchFamily="18" charset="0"/>
                                </a:rPr>
                                <m:t>0</m:t>
                              </m:r>
                            </m:sub>
                          </m:sSub>
                        </m:num>
                        <m:den>
                          <m:r>
                            <a:rPr lang="zh-CN" altLang="en-US" i="0">
                              <a:latin typeface="Cambria Math" panose="02040503050406030204" pitchFamily="18" charset="0"/>
                            </a:rPr>
                            <m:t>2</m:t>
                          </m:r>
                        </m:den>
                      </m:f>
                      <m:r>
                        <a:rPr lang="zh-CN" altLang="en-US" i="0">
                          <a:latin typeface="Cambria Math" panose="02040503050406030204" pitchFamily="18" charset="0"/>
                        </a:rPr>
                        <m:t>+</m:t>
                      </m:r>
                      <m:nary>
                        <m:naryPr>
                          <m:chr m:val="∑"/>
                          <m:limLoc m:val="undOvr"/>
                          <m:grow m:val="on"/>
                          <m:ctrlPr>
                            <a:rPr lang="zh-CN" altLang="en-US" i="1">
                              <a:latin typeface="Cambria Math" panose="02040503050406030204" pitchFamily="18" charset="0"/>
                            </a:rPr>
                          </m:ctrlPr>
                        </m:naryPr>
                        <m:sub>
                          <m:r>
                            <a:rPr lang="zh-CN" altLang="en-US" i="1">
                              <a:latin typeface="Cambria Math" panose="02040503050406030204" pitchFamily="18" charset="0"/>
                            </a:rPr>
                            <m:t>𝑛</m:t>
                          </m:r>
                          <m:r>
                            <a:rPr lang="zh-CN" altLang="en-US" i="0">
                              <a:latin typeface="Cambria Math" panose="02040503050406030204" pitchFamily="18" charset="0"/>
                            </a:rPr>
                            <m:t>=1</m:t>
                          </m:r>
                        </m:sub>
                        <m:sup>
                          <m:r>
                            <a:rPr lang="zh-CN" altLang="en-US" i="0">
                              <a:latin typeface="Cambria Math" panose="02040503050406030204" pitchFamily="18" charset="0"/>
                            </a:rPr>
                            <m:t>∞</m:t>
                          </m:r>
                        </m:sup>
                        <m:e>
                          <m:d>
                            <m:dPr>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r>
                                    <a:rPr lang="zh-CN" altLang="en-US" i="1" smtClean="0">
                                      <a:latin typeface="Cambria Math" panose="02040503050406030204" pitchFamily="18" charset="0"/>
                                    </a:rPr>
                                    <m:t>2</m:t>
                                  </m:r>
                                  <m:r>
                                    <a:rPr lang="zh-CN" altLang="en-US" i="1" smtClean="0">
                                      <a:latin typeface="Cambria Math" panose="02040503050406030204" pitchFamily="18" charset="0"/>
                                    </a:rPr>
                                    <m:t>𝜋</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𝑛</m:t>
                                      </m:r>
                                    </m:e>
                                    <m:sub>
                                      <m:acc>
                                        <m:accPr>
                                          <m:chr m:val="̅"/>
                                          <m:ctrlPr>
                                            <a:rPr lang="zh-CN" altLang="en-US" i="1">
                                              <a:solidFill>
                                                <a:srgbClr val="836967"/>
                                              </a:solidFill>
                                              <a:latin typeface="Cambria Math" panose="02040503050406030204" pitchFamily="18" charset="0"/>
                                            </a:rPr>
                                          </m:ctrlPr>
                                        </m:accPr>
                                        <m:e>
                                          <m:r>
                                            <a:rPr lang="zh-CN" altLang="en-US" i="1">
                                              <a:latin typeface="Cambria Math" panose="02040503050406030204" pitchFamily="18" charset="0"/>
                                            </a:rPr>
                                            <m:t>𝑇</m:t>
                                          </m:r>
                                        </m:e>
                                      </m:acc>
                                    </m:sub>
                                    <m:sup>
                                      <m:r>
                                        <a:rPr lang="zh-CN" altLang="en-US" i="1">
                                          <a:latin typeface="Cambria Math" panose="02040503050406030204" pitchFamily="18" charset="0"/>
                                        </a:rPr>
                                        <m:t>𝑡</m:t>
                                      </m:r>
                                    </m:sup>
                                  </m:sSubSup>
                                </m:e>
                              </m:func>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𝑛</m:t>
                                  </m:r>
                                </m:sub>
                              </m:sSub>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r>
                                    <a:rPr lang="zh-CN" altLang="en-US" i="1">
                                      <a:latin typeface="Cambria Math" panose="02040503050406030204" pitchFamily="18" charset="0"/>
                                    </a:rPr>
                                    <m:t>2</m:t>
                                  </m:r>
                                  <m:r>
                                    <a:rPr lang="zh-CN" altLang="en-US" i="1">
                                      <a:latin typeface="Cambria Math" panose="02040503050406030204" pitchFamily="18" charset="0"/>
                                    </a:rPr>
                                    <m:t>𝜋</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𝑛</m:t>
                                      </m:r>
                                    </m:e>
                                    <m:sub>
                                      <m:acc>
                                        <m:accPr>
                                          <m:chr m:val="̅"/>
                                          <m:ctrlPr>
                                            <a:rPr lang="zh-CN" altLang="en-US" i="1">
                                              <a:solidFill>
                                                <a:srgbClr val="836967"/>
                                              </a:solidFill>
                                              <a:latin typeface="Cambria Math" panose="02040503050406030204" pitchFamily="18" charset="0"/>
                                            </a:rPr>
                                          </m:ctrlPr>
                                        </m:accPr>
                                        <m:e>
                                          <m:r>
                                            <a:rPr lang="zh-CN" altLang="en-US" i="1">
                                              <a:latin typeface="Cambria Math" panose="02040503050406030204" pitchFamily="18" charset="0"/>
                                            </a:rPr>
                                            <m:t>𝑇</m:t>
                                          </m:r>
                                        </m:e>
                                      </m:acc>
                                    </m:sub>
                                    <m:sup>
                                      <m:r>
                                        <a:rPr lang="zh-CN" altLang="en-US" i="1">
                                          <a:latin typeface="Cambria Math" panose="02040503050406030204" pitchFamily="18" charset="0"/>
                                        </a:rPr>
                                        <m:t>𝑡</m:t>
                                      </m:r>
                                    </m:sup>
                                  </m:sSubSup>
                                </m:e>
                              </m:func>
                            </m:e>
                          </m:d>
                        </m:e>
                      </m:nary>
                    </m:oMath>
                  </m:oMathPara>
                </a14:m>
                <a:endParaRPr lang="zh-CN" altLang="en-US" dirty="0"/>
              </a:p>
            </p:txBody>
          </p:sp>
        </mc:Choice>
        <mc:Fallback xmlns="">
          <p:sp>
            <p:nvSpPr>
              <p:cNvPr id="14" name="文本框 13">
                <a:extLst>
                  <a:ext uri="{FF2B5EF4-FFF2-40B4-BE49-F238E27FC236}">
                    <a16:creationId xmlns:a16="http://schemas.microsoft.com/office/drawing/2014/main" id="{04455636-70D6-AAA3-BF46-95AB655BEC6F}"/>
                  </a:ext>
                </a:extLst>
              </p:cNvPr>
              <p:cNvSpPr txBox="1">
                <a:spLocks noRot="1" noChangeAspect="1" noMove="1" noResize="1" noEditPoints="1" noAdjustHandles="1" noChangeArrowheads="1" noChangeShapeType="1" noTextEdit="1"/>
              </p:cNvSpPr>
              <p:nvPr/>
            </p:nvSpPr>
            <p:spPr>
              <a:xfrm>
                <a:off x="1459249" y="3928142"/>
                <a:ext cx="4526047" cy="755271"/>
              </a:xfrm>
              <a:prstGeom prst="rect">
                <a:avLst/>
              </a:prstGeom>
              <a:blipFill>
                <a:blip r:embed="rId8"/>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EC41ACD-B9E0-D2A2-26F5-0095B09D4156}"/>
              </a:ext>
            </a:extLst>
          </p:cNvPr>
          <p:cNvSpPr txBox="1"/>
          <p:nvPr/>
        </p:nvSpPr>
        <p:spPr>
          <a:xfrm>
            <a:off x="808797" y="5032340"/>
            <a:ext cx="4831388" cy="923330"/>
          </a:xfrm>
          <a:prstGeom prst="rect">
            <a:avLst/>
          </a:prstGeom>
          <a:noFill/>
        </p:spPr>
        <p:txBody>
          <a:bodyPr wrap="square">
            <a:spAutoFit/>
          </a:bodyPr>
          <a:lstStyle/>
          <a:p>
            <a:r>
              <a:rPr lang="zh-CN" altLang="en-US" dirty="0"/>
              <a:t>在周期无限大的极限下，系数 </a:t>
            </a:r>
            <a:r>
              <a:rPr lang="en-US" altLang="zh-CN" dirty="0"/>
              <a:t>a</a:t>
            </a:r>
            <a:r>
              <a:rPr lang="en-US" altLang="zh-CN" baseline="-25000" dirty="0"/>
              <a:t>n</a:t>
            </a:r>
            <a:r>
              <a:rPr lang="en-US" altLang="zh-CN" dirty="0"/>
              <a:t> </a:t>
            </a:r>
            <a:r>
              <a:rPr lang="zh-CN" altLang="en-US" dirty="0"/>
              <a:t>和 </a:t>
            </a:r>
            <a:r>
              <a:rPr lang="en-US" altLang="zh-CN" dirty="0"/>
              <a:t>b</a:t>
            </a:r>
            <a:r>
              <a:rPr lang="en-US" altLang="zh-CN" baseline="-25000" dirty="0"/>
              <a:t>n</a:t>
            </a:r>
            <a:r>
              <a:rPr lang="zh-CN" altLang="en-US" baseline="-25000" dirty="0"/>
              <a:t> </a:t>
            </a:r>
            <a:r>
              <a:rPr lang="zh-CN" altLang="en-US" dirty="0"/>
              <a:t>转化为函数 </a:t>
            </a:r>
            <a:r>
              <a:rPr lang="en-US" altLang="zh-CN" dirty="0"/>
              <a:t>F(ω) </a:t>
            </a:r>
            <a:r>
              <a:rPr lang="zh-CN" altLang="en-US" dirty="0"/>
              <a:t>的形式，这个函数称为傅里叶变换，它描述了在所有连续频率上的幅度和相位。</a:t>
            </a:r>
          </a:p>
        </p:txBody>
      </p:sp>
      <p:pic>
        <p:nvPicPr>
          <p:cNvPr id="6" name="图片 5">
            <a:extLst>
              <a:ext uri="{FF2B5EF4-FFF2-40B4-BE49-F238E27FC236}">
                <a16:creationId xmlns:a16="http://schemas.microsoft.com/office/drawing/2014/main" id="{14B338EC-17D9-3ADE-CA43-CD7797AF3594}"/>
              </a:ext>
            </a:extLst>
          </p:cNvPr>
          <p:cNvPicPr>
            <a:picLocks noChangeAspect="1"/>
          </p:cNvPicPr>
          <p:nvPr/>
        </p:nvPicPr>
        <p:blipFill>
          <a:blip r:embed="rId9"/>
          <a:stretch>
            <a:fillRect/>
          </a:stretch>
        </p:blipFill>
        <p:spPr>
          <a:xfrm>
            <a:off x="5985296" y="4896764"/>
            <a:ext cx="2349907" cy="1204624"/>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A987100-B02B-6A5A-5F10-BD1E63390351}"/>
                  </a:ext>
                </a:extLst>
              </p:cNvPr>
              <p:cNvSpPr txBox="1"/>
              <p:nvPr/>
            </p:nvSpPr>
            <p:spPr>
              <a:xfrm>
                <a:off x="5507543" y="3180869"/>
                <a:ext cx="806696"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𝜔</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2</m:t>
                          </m:r>
                          <m:r>
                            <a:rPr lang="zh-CN" altLang="en-US" i="1">
                              <a:latin typeface="Cambria Math" panose="02040503050406030204" pitchFamily="18" charset="0"/>
                            </a:rPr>
                            <m:t>𝜋</m:t>
                          </m:r>
                        </m:num>
                        <m:den>
                          <m:r>
                            <a:rPr lang="zh-CN" altLang="en-US" i="1">
                              <a:latin typeface="Cambria Math" panose="02040503050406030204" pitchFamily="18" charset="0"/>
                            </a:rPr>
                            <m:t>𝑇</m:t>
                          </m:r>
                        </m:den>
                      </m:f>
                    </m:oMath>
                  </m:oMathPara>
                </a14:m>
                <a:endParaRPr lang="zh-CN" altLang="en-US" dirty="0"/>
              </a:p>
            </p:txBody>
          </p:sp>
        </mc:Choice>
        <mc:Fallback xmlns="">
          <p:sp>
            <p:nvSpPr>
              <p:cNvPr id="7" name="文本框 6">
                <a:extLst>
                  <a:ext uri="{FF2B5EF4-FFF2-40B4-BE49-F238E27FC236}">
                    <a16:creationId xmlns:a16="http://schemas.microsoft.com/office/drawing/2014/main" id="{2A987100-B02B-6A5A-5F10-BD1E63390351}"/>
                  </a:ext>
                </a:extLst>
              </p:cNvPr>
              <p:cNvSpPr txBox="1">
                <a:spLocks noRot="1" noChangeAspect="1" noMove="1" noResize="1" noEditPoints="1" noAdjustHandles="1" noChangeArrowheads="1" noChangeShapeType="1" noTextEdit="1"/>
              </p:cNvSpPr>
              <p:nvPr/>
            </p:nvSpPr>
            <p:spPr>
              <a:xfrm>
                <a:off x="5507543" y="3180869"/>
                <a:ext cx="806696" cy="518604"/>
              </a:xfrm>
              <a:prstGeom prst="rect">
                <a:avLst/>
              </a:prstGeom>
              <a:blipFill>
                <a:blip r:embed="rId10"/>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DB2A9A7C-42DA-2EB5-B0DE-482769561482}"/>
              </a:ext>
            </a:extLst>
          </p:cNvPr>
          <p:cNvSpPr txBox="1"/>
          <p:nvPr/>
        </p:nvSpPr>
        <p:spPr>
          <a:xfrm>
            <a:off x="6223457" y="3974953"/>
            <a:ext cx="2783383" cy="646331"/>
          </a:xfrm>
          <a:prstGeom prst="rect">
            <a:avLst/>
          </a:prstGeom>
          <a:noFill/>
        </p:spPr>
        <p:txBody>
          <a:bodyPr wrap="square">
            <a:spAutoFit/>
          </a:bodyPr>
          <a:lstStyle/>
          <a:p>
            <a:r>
              <a:rPr lang="en-US" altLang="zh-CN" dirty="0"/>
              <a:t>a</a:t>
            </a:r>
            <a:r>
              <a:rPr lang="en-US" altLang="zh-CN" baseline="-25000" dirty="0"/>
              <a:t>0</a:t>
            </a:r>
            <a:r>
              <a:rPr lang="en-US" altLang="zh-CN" dirty="0"/>
              <a:t>/2 is the average value of the function f(t)</a:t>
            </a:r>
            <a:endParaRPr lang="zh-CN" altLang="en-US" dirty="0"/>
          </a:p>
        </p:txBody>
      </p:sp>
      <p:sp>
        <p:nvSpPr>
          <p:cNvPr id="15" name="矩形 14">
            <a:extLst>
              <a:ext uri="{FF2B5EF4-FFF2-40B4-BE49-F238E27FC236}">
                <a16:creationId xmlns:a16="http://schemas.microsoft.com/office/drawing/2014/main" id="{CC8A0CAF-94FD-C6D1-24C4-65C13A884C3A}"/>
              </a:ext>
            </a:extLst>
          </p:cNvPr>
          <p:cNvSpPr/>
          <p:nvPr/>
        </p:nvSpPr>
        <p:spPr>
          <a:xfrm>
            <a:off x="1342505" y="3888892"/>
            <a:ext cx="4688379" cy="82510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8250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series and Fourier transform</a:t>
            </a:r>
          </a:p>
        </p:txBody>
      </p:sp>
      <p:pic>
        <p:nvPicPr>
          <p:cNvPr id="3" name="图片 2">
            <a:extLst>
              <a:ext uri="{FF2B5EF4-FFF2-40B4-BE49-F238E27FC236}">
                <a16:creationId xmlns:a16="http://schemas.microsoft.com/office/drawing/2014/main" id="{975DF0FE-3B18-E924-4B7C-DB05E6A8200C}"/>
              </a:ext>
            </a:extLst>
          </p:cNvPr>
          <p:cNvPicPr>
            <a:picLocks noChangeAspect="1"/>
          </p:cNvPicPr>
          <p:nvPr/>
        </p:nvPicPr>
        <p:blipFill>
          <a:blip r:embed="rId3"/>
          <a:stretch>
            <a:fillRect/>
          </a:stretch>
        </p:blipFill>
        <p:spPr>
          <a:xfrm>
            <a:off x="911749" y="1531806"/>
            <a:ext cx="7472898" cy="4636327"/>
          </a:xfrm>
          <a:prstGeom prst="rect">
            <a:avLst/>
          </a:prstGeom>
        </p:spPr>
      </p:pic>
      <p:sp>
        <p:nvSpPr>
          <p:cNvPr id="6" name="文本框 5">
            <a:extLst>
              <a:ext uri="{FF2B5EF4-FFF2-40B4-BE49-F238E27FC236}">
                <a16:creationId xmlns:a16="http://schemas.microsoft.com/office/drawing/2014/main" id="{8A624DEF-AD97-3374-74B1-49A3F30EBBCB}"/>
              </a:ext>
            </a:extLst>
          </p:cNvPr>
          <p:cNvSpPr txBox="1"/>
          <p:nvPr/>
        </p:nvSpPr>
        <p:spPr>
          <a:xfrm>
            <a:off x="480596" y="756404"/>
            <a:ext cx="8335203" cy="646331"/>
          </a:xfrm>
          <a:prstGeom prst="rect">
            <a:avLst/>
          </a:prstGeom>
          <a:noFill/>
        </p:spPr>
        <p:txBody>
          <a:bodyPr wrap="square">
            <a:spAutoFit/>
          </a:bodyPr>
          <a:lstStyle/>
          <a:p>
            <a:r>
              <a:rPr lang="en-US" altLang="zh-CN" dirty="0"/>
              <a:t>Fourier series for periodic functions, and Fourier transform for functions that are not periodic. The Fourier transform is a generalization of Fourier series.</a:t>
            </a:r>
          </a:p>
        </p:txBody>
      </p:sp>
    </p:spTree>
    <p:extLst>
      <p:ext uri="{BB962C8B-B14F-4D97-AF65-F5344CB8AC3E}">
        <p14:creationId xmlns:p14="http://schemas.microsoft.com/office/powerpoint/2010/main" val="1571481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pic>
        <p:nvPicPr>
          <p:cNvPr id="5" name="图片 4">
            <a:extLst>
              <a:ext uri="{FF2B5EF4-FFF2-40B4-BE49-F238E27FC236}">
                <a16:creationId xmlns:a16="http://schemas.microsoft.com/office/drawing/2014/main" id="{B88EFDDD-7297-C45A-5F7D-67E5E994BEF6}"/>
              </a:ext>
            </a:extLst>
          </p:cNvPr>
          <p:cNvPicPr>
            <a:picLocks noChangeAspect="1"/>
          </p:cNvPicPr>
          <p:nvPr/>
        </p:nvPicPr>
        <p:blipFill>
          <a:blip r:embed="rId3"/>
          <a:stretch>
            <a:fillRect/>
          </a:stretch>
        </p:blipFill>
        <p:spPr>
          <a:xfrm>
            <a:off x="3051944" y="936427"/>
            <a:ext cx="3148435" cy="1500528"/>
          </a:xfrm>
          <a:prstGeom prst="rect">
            <a:avLst/>
          </a:prstGeom>
        </p:spPr>
      </p:pic>
      <p:pic>
        <p:nvPicPr>
          <p:cNvPr id="6" name="图片 5">
            <a:extLst>
              <a:ext uri="{FF2B5EF4-FFF2-40B4-BE49-F238E27FC236}">
                <a16:creationId xmlns:a16="http://schemas.microsoft.com/office/drawing/2014/main" id="{09DDA4A0-DD0E-FBC8-B101-797C6D9CC0C5}"/>
              </a:ext>
            </a:extLst>
          </p:cNvPr>
          <p:cNvPicPr>
            <a:picLocks noChangeAspect="1"/>
          </p:cNvPicPr>
          <p:nvPr/>
        </p:nvPicPr>
        <p:blipFill rotWithShape="1">
          <a:blip r:embed="rId4">
            <a:extLst>
              <a:ext uri="{28A0092B-C50C-407E-A947-70E740481C1C}">
                <a14:useLocalDpi xmlns:a14="http://schemas.microsoft.com/office/drawing/2010/main" val="0"/>
              </a:ext>
            </a:extLst>
          </a:blip>
          <a:srcRect l="36859" t="43656" r="15243" b="46101"/>
          <a:stretch/>
        </p:blipFill>
        <p:spPr>
          <a:xfrm>
            <a:off x="3269480" y="2510401"/>
            <a:ext cx="2620087" cy="198516"/>
          </a:xfrm>
          <a:prstGeom prst="rect">
            <a:avLst/>
          </a:prstGeom>
        </p:spPr>
      </p:pic>
      <p:sp>
        <p:nvSpPr>
          <p:cNvPr id="3" name="文本框 2">
            <a:extLst>
              <a:ext uri="{FF2B5EF4-FFF2-40B4-BE49-F238E27FC236}">
                <a16:creationId xmlns:a16="http://schemas.microsoft.com/office/drawing/2014/main" id="{07FDCC9B-01D3-CFA9-25EA-A27E5E879589}"/>
              </a:ext>
            </a:extLst>
          </p:cNvPr>
          <p:cNvSpPr txBox="1"/>
          <p:nvPr/>
        </p:nvSpPr>
        <p:spPr>
          <a:xfrm>
            <a:off x="735674" y="3370194"/>
            <a:ext cx="7838903" cy="2535951"/>
          </a:xfrm>
          <a:prstGeom prst="rect">
            <a:avLst/>
          </a:prstGeom>
          <a:noFill/>
        </p:spPr>
        <p:txBody>
          <a:bodyPr wrap="square">
            <a:spAutoFit/>
          </a:bodyPr>
          <a:lstStyle/>
          <a:p>
            <a:pPr>
              <a:lnSpc>
                <a:spcPct val="150000"/>
              </a:lnSpc>
            </a:pPr>
            <a:r>
              <a:rPr lang="zh-CN" altLang="en-US" dirty="0"/>
              <a:t>拍频（</a:t>
            </a:r>
            <a:r>
              <a:rPr lang="en-US" altLang="zh-CN" dirty="0"/>
              <a:t>Beat frequency</a:t>
            </a:r>
            <a:r>
              <a:rPr lang="zh-CN" altLang="en-US" dirty="0"/>
              <a:t>）现象是指当两个频率接近但不完全相同的波形相互叠加时，产生的结果波形会显示出一种振幅随时间缓慢变化的模式。这种效果源于两个波形的相位差随时间变化，导致在某些时刻它们相长干涉（增强），而在其他时刻相消干涉（减弱）。</a:t>
            </a:r>
            <a:endParaRPr lang="en-US" altLang="zh-CN" dirty="0"/>
          </a:p>
          <a:p>
            <a:pPr>
              <a:lnSpc>
                <a:spcPct val="150000"/>
              </a:lnSpc>
            </a:pPr>
            <a:r>
              <a:rPr lang="zh-CN" altLang="en-US" b="1" dirty="0"/>
              <a:t>当两个频率相近的信号混合时，它们的拍频可以用来提取原始信号的频率和相位信息。</a:t>
            </a:r>
          </a:p>
        </p:txBody>
      </p:sp>
    </p:spTree>
    <p:extLst>
      <p:ext uri="{BB962C8B-B14F-4D97-AF65-F5344CB8AC3E}">
        <p14:creationId xmlns:p14="http://schemas.microsoft.com/office/powerpoint/2010/main" val="292585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pic>
        <p:nvPicPr>
          <p:cNvPr id="8" name="图片 7">
            <a:extLst>
              <a:ext uri="{FF2B5EF4-FFF2-40B4-BE49-F238E27FC236}">
                <a16:creationId xmlns:a16="http://schemas.microsoft.com/office/drawing/2014/main" id="{0C5EFCBC-C816-9D34-DF3E-8EC4E867485B}"/>
              </a:ext>
            </a:extLst>
          </p:cNvPr>
          <p:cNvPicPr>
            <a:picLocks noChangeAspect="1"/>
          </p:cNvPicPr>
          <p:nvPr/>
        </p:nvPicPr>
        <p:blipFill rotWithShape="1">
          <a:blip r:embed="rId3"/>
          <a:srcRect t="2345" b="2041"/>
          <a:stretch/>
        </p:blipFill>
        <p:spPr>
          <a:xfrm>
            <a:off x="1643045" y="589834"/>
            <a:ext cx="7337640" cy="4152900"/>
          </a:xfrm>
          <a:prstGeom prst="rect">
            <a:avLst/>
          </a:prstGeom>
        </p:spPr>
      </p:pic>
      <p:pic>
        <p:nvPicPr>
          <p:cNvPr id="10" name="图片 9">
            <a:extLst>
              <a:ext uri="{FF2B5EF4-FFF2-40B4-BE49-F238E27FC236}">
                <a16:creationId xmlns:a16="http://schemas.microsoft.com/office/drawing/2014/main" id="{9EEF002B-52AB-B0E9-27DA-FC16A804E124}"/>
              </a:ext>
            </a:extLst>
          </p:cNvPr>
          <p:cNvPicPr>
            <a:picLocks noChangeAspect="1"/>
          </p:cNvPicPr>
          <p:nvPr/>
        </p:nvPicPr>
        <p:blipFill rotWithShape="1">
          <a:blip r:embed="rId4"/>
          <a:srcRect l="1204" t="9637" r="6072" b="7299"/>
          <a:stretch/>
        </p:blipFill>
        <p:spPr>
          <a:xfrm>
            <a:off x="4155678" y="4898003"/>
            <a:ext cx="4898004" cy="1370163"/>
          </a:xfrm>
          <a:prstGeom prst="rect">
            <a:avLst/>
          </a:prstGeom>
        </p:spPr>
      </p:pic>
      <p:sp>
        <p:nvSpPr>
          <p:cNvPr id="11" name="文本框 10">
            <a:extLst>
              <a:ext uri="{FF2B5EF4-FFF2-40B4-BE49-F238E27FC236}">
                <a16:creationId xmlns:a16="http://schemas.microsoft.com/office/drawing/2014/main" id="{56FCF811-2A36-8478-AA3D-52915E089B58}"/>
              </a:ext>
            </a:extLst>
          </p:cNvPr>
          <p:cNvSpPr txBox="1"/>
          <p:nvPr/>
        </p:nvSpPr>
        <p:spPr>
          <a:xfrm>
            <a:off x="303763" y="3713621"/>
            <a:ext cx="3851915" cy="2554545"/>
          </a:xfrm>
          <a:prstGeom prst="rect">
            <a:avLst/>
          </a:prstGeom>
          <a:noFill/>
        </p:spPr>
        <p:txBody>
          <a:bodyPr wrap="square">
            <a:spAutoFit/>
          </a:bodyPr>
          <a:lstStyle/>
          <a:p>
            <a:r>
              <a:rPr lang="en-US" altLang="zh-CN" sz="2000" dirty="0"/>
              <a:t>Integrate all the values over time.</a:t>
            </a:r>
          </a:p>
          <a:p>
            <a:endParaRPr lang="en-US" altLang="zh-CN" sz="2000" dirty="0"/>
          </a:p>
          <a:p>
            <a:r>
              <a:rPr lang="en-US" altLang="zh-CN" sz="2000" dirty="0"/>
              <a:t>If the frequency under examination is not present in the signal, the sum will be zero because the positive and negative values will cancel each other out over time.</a:t>
            </a:r>
            <a:endParaRPr lang="zh-CN" altLang="en-US" sz="2000" dirty="0"/>
          </a:p>
        </p:txBody>
      </p:sp>
    </p:spTree>
    <p:extLst>
      <p:ext uri="{BB962C8B-B14F-4D97-AF65-F5344CB8AC3E}">
        <p14:creationId xmlns:p14="http://schemas.microsoft.com/office/powerpoint/2010/main" val="248245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7BC7D4C-50F4-B154-14A9-2130CBA13A7A}"/>
              </a:ext>
            </a:extLst>
          </p:cNvPr>
          <p:cNvPicPr>
            <a:picLocks noChangeAspect="1"/>
          </p:cNvPicPr>
          <p:nvPr/>
        </p:nvPicPr>
        <p:blipFill>
          <a:blip r:embed="rId3"/>
          <a:stretch>
            <a:fillRect/>
          </a:stretch>
        </p:blipFill>
        <p:spPr>
          <a:xfrm>
            <a:off x="1177923" y="883941"/>
            <a:ext cx="7022070" cy="4171840"/>
          </a:xfrm>
          <a:prstGeom prst="rect">
            <a:avLst/>
          </a:prstGeom>
        </p:spPr>
      </p:pic>
      <p:sp>
        <p:nvSpPr>
          <p:cNvPr id="4" name="文本框 3">
            <a:extLst>
              <a:ext uri="{FF2B5EF4-FFF2-40B4-BE49-F238E27FC236}">
                <a16:creationId xmlns:a16="http://schemas.microsoft.com/office/drawing/2014/main" id="{1C4B51B1-6FD5-57A4-EC5E-F26D8CAB3258}"/>
              </a:ext>
            </a:extLst>
          </p:cNvPr>
          <p:cNvSpPr txBox="1"/>
          <p:nvPr/>
        </p:nvSpPr>
        <p:spPr>
          <a:xfrm>
            <a:off x="516414" y="5266173"/>
            <a:ext cx="8536474" cy="707886"/>
          </a:xfrm>
          <a:prstGeom prst="rect">
            <a:avLst/>
          </a:prstGeom>
          <a:noFill/>
        </p:spPr>
        <p:txBody>
          <a:bodyPr wrap="square">
            <a:spAutoFit/>
          </a:bodyPr>
          <a:lstStyle/>
          <a:p>
            <a:r>
              <a:rPr lang="en-US" altLang="zh-CN" sz="2000" dirty="0"/>
              <a:t>Do the same integration for a frequency which actually is present in the signal, the net value will be much larger.</a:t>
            </a:r>
            <a:endParaRPr lang="zh-CN" altLang="en-US" sz="2000" dirty="0"/>
          </a:p>
        </p:txBody>
      </p:sp>
      <p:sp>
        <p:nvSpPr>
          <p:cNvPr id="5" name="标题 2">
            <a:extLst>
              <a:ext uri="{FF2B5EF4-FFF2-40B4-BE49-F238E27FC236}">
                <a16:creationId xmlns:a16="http://schemas.microsoft.com/office/drawing/2014/main" id="{0FC66822-392B-C68E-2DB6-EEDC1559E59D}"/>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spTree>
    <p:extLst>
      <p:ext uri="{BB962C8B-B14F-4D97-AF65-F5344CB8AC3E}">
        <p14:creationId xmlns:p14="http://schemas.microsoft.com/office/powerpoint/2010/main" val="3063193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994BEA-3895-9143-5B3B-09FA9D6252AF}"/>
              </a:ext>
            </a:extLst>
          </p:cNvPr>
          <p:cNvPicPr>
            <a:picLocks noChangeAspect="1"/>
          </p:cNvPicPr>
          <p:nvPr/>
        </p:nvPicPr>
        <p:blipFill rotWithShape="1">
          <a:blip r:embed="rId3"/>
          <a:srcRect t="15599"/>
          <a:stretch/>
        </p:blipFill>
        <p:spPr>
          <a:xfrm>
            <a:off x="223706" y="1060644"/>
            <a:ext cx="8696587" cy="4074882"/>
          </a:xfrm>
          <a:prstGeom prst="rect">
            <a:avLst/>
          </a:prstGeom>
        </p:spPr>
      </p:pic>
      <p:sp>
        <p:nvSpPr>
          <p:cNvPr id="4" name="文本框 3">
            <a:extLst>
              <a:ext uri="{FF2B5EF4-FFF2-40B4-BE49-F238E27FC236}">
                <a16:creationId xmlns:a16="http://schemas.microsoft.com/office/drawing/2014/main" id="{4A720301-E81F-4DD7-D267-519535CDD596}"/>
              </a:ext>
            </a:extLst>
          </p:cNvPr>
          <p:cNvSpPr txBox="1"/>
          <p:nvPr/>
        </p:nvSpPr>
        <p:spPr>
          <a:xfrm>
            <a:off x="383819" y="5443413"/>
            <a:ext cx="8536474" cy="707886"/>
          </a:xfrm>
          <a:prstGeom prst="rect">
            <a:avLst/>
          </a:prstGeom>
          <a:noFill/>
        </p:spPr>
        <p:txBody>
          <a:bodyPr wrap="square">
            <a:spAutoFit/>
          </a:bodyPr>
          <a:lstStyle/>
          <a:p>
            <a:r>
              <a:rPr lang="en-US" altLang="zh-CN" sz="2000" dirty="0"/>
              <a:t>By repeating this multiplication and integration process for a large number of frequencies, we can construct a frequency spectrum.</a:t>
            </a:r>
            <a:endParaRPr lang="zh-CN" altLang="en-US" sz="2000" dirty="0"/>
          </a:p>
        </p:txBody>
      </p:sp>
      <p:sp>
        <p:nvSpPr>
          <p:cNvPr id="6" name="标题 2">
            <a:extLst>
              <a:ext uri="{FF2B5EF4-FFF2-40B4-BE49-F238E27FC236}">
                <a16:creationId xmlns:a16="http://schemas.microsoft.com/office/drawing/2014/main" id="{D8F1FE04-B3B6-6FCB-1652-0BB0ED5B6A92}"/>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spTree>
    <p:extLst>
      <p:ext uri="{BB962C8B-B14F-4D97-AF65-F5344CB8AC3E}">
        <p14:creationId xmlns:p14="http://schemas.microsoft.com/office/powerpoint/2010/main" val="2482661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639D458-302D-5888-8468-F386312CDB89}"/>
              </a:ext>
            </a:extLst>
          </p:cNvPr>
          <p:cNvPicPr>
            <a:picLocks noChangeAspect="1"/>
          </p:cNvPicPr>
          <p:nvPr/>
        </p:nvPicPr>
        <p:blipFill rotWithShape="1">
          <a:blip r:embed="rId3"/>
          <a:srcRect t="12517"/>
          <a:stretch/>
        </p:blipFill>
        <p:spPr>
          <a:xfrm>
            <a:off x="590853" y="960694"/>
            <a:ext cx="7962293" cy="4114437"/>
          </a:xfrm>
          <a:prstGeom prst="rect">
            <a:avLst/>
          </a:prstGeom>
        </p:spPr>
      </p:pic>
      <p:sp>
        <p:nvSpPr>
          <p:cNvPr id="2" name="文本框 1">
            <a:extLst>
              <a:ext uri="{FF2B5EF4-FFF2-40B4-BE49-F238E27FC236}">
                <a16:creationId xmlns:a16="http://schemas.microsoft.com/office/drawing/2014/main" id="{CAB90A22-D7C1-C8C8-3A9C-A6D65D3CD51F}"/>
              </a:ext>
            </a:extLst>
          </p:cNvPr>
          <p:cNvSpPr txBox="1"/>
          <p:nvPr/>
        </p:nvSpPr>
        <p:spPr>
          <a:xfrm>
            <a:off x="812280" y="575721"/>
            <a:ext cx="7519437" cy="400110"/>
          </a:xfrm>
          <a:prstGeom prst="rect">
            <a:avLst/>
          </a:prstGeom>
          <a:noFill/>
        </p:spPr>
        <p:txBody>
          <a:bodyPr wrap="square">
            <a:spAutoFit/>
          </a:bodyPr>
          <a:lstStyle/>
          <a:p>
            <a:r>
              <a:rPr lang="en-US" altLang="zh-CN" sz="2000" dirty="0"/>
              <a:t>This process can be described by the Fourier Transform formula.</a:t>
            </a:r>
            <a:endParaRPr lang="zh-CN" altLang="en-US" sz="2000" dirty="0"/>
          </a:p>
        </p:txBody>
      </p:sp>
      <p:sp>
        <p:nvSpPr>
          <p:cNvPr id="3" name="文本框 2">
            <a:extLst>
              <a:ext uri="{FF2B5EF4-FFF2-40B4-BE49-F238E27FC236}">
                <a16:creationId xmlns:a16="http://schemas.microsoft.com/office/drawing/2014/main" id="{F179A40D-6E47-5E5D-D951-5238FD98E54A}"/>
              </a:ext>
            </a:extLst>
          </p:cNvPr>
          <p:cNvSpPr txBox="1"/>
          <p:nvPr/>
        </p:nvSpPr>
        <p:spPr>
          <a:xfrm>
            <a:off x="5717162" y="5126162"/>
            <a:ext cx="3290257" cy="1015663"/>
          </a:xfrm>
          <a:prstGeom prst="rect">
            <a:avLst/>
          </a:prstGeom>
          <a:noFill/>
        </p:spPr>
        <p:txBody>
          <a:bodyPr wrap="square">
            <a:spAutoFit/>
          </a:bodyPr>
          <a:lstStyle/>
          <a:p>
            <a:r>
              <a:rPr lang="en-US" altLang="zh-CN" sz="2000" dirty="0"/>
              <a:t>Complex harmonic function with frequency </a:t>
            </a:r>
            <a:r>
              <a:rPr lang="en-US" altLang="zh-CN" sz="2000" b="1" i="1" dirty="0">
                <a:latin typeface="Calibri" panose="020F0502020204030204" pitchFamily="34" charset="0"/>
                <a:ea typeface="Cambria Math" panose="02040503050406030204" pitchFamily="18" charset="0"/>
                <a:cs typeface="Calibri" panose="020F0502020204030204" pitchFamily="34" charset="0"/>
              </a:rPr>
              <a:t>f </a:t>
            </a:r>
            <a:r>
              <a:rPr lang="en-US" altLang="zh-CN" sz="2000" dirty="0"/>
              <a:t>, also include phase information</a:t>
            </a:r>
            <a:endParaRPr lang="zh-CN" altLang="en-US" sz="2000" dirty="0"/>
          </a:p>
        </p:txBody>
      </p:sp>
      <p:sp>
        <p:nvSpPr>
          <p:cNvPr id="6" name="文本框 5">
            <a:extLst>
              <a:ext uri="{FF2B5EF4-FFF2-40B4-BE49-F238E27FC236}">
                <a16:creationId xmlns:a16="http://schemas.microsoft.com/office/drawing/2014/main" id="{F7FE9DFB-43BF-7433-B4B6-01F9EFC7753A}"/>
              </a:ext>
            </a:extLst>
          </p:cNvPr>
          <p:cNvSpPr txBox="1"/>
          <p:nvPr/>
        </p:nvSpPr>
        <p:spPr>
          <a:xfrm>
            <a:off x="590853" y="5171205"/>
            <a:ext cx="2393951" cy="1015663"/>
          </a:xfrm>
          <a:prstGeom prst="rect">
            <a:avLst/>
          </a:prstGeom>
          <a:noFill/>
        </p:spPr>
        <p:txBody>
          <a:bodyPr wrap="square">
            <a:spAutoFit/>
          </a:bodyPr>
          <a:lstStyle/>
          <a:p>
            <a:r>
              <a:rPr lang="en-US" altLang="zh-CN" sz="2000" dirty="0"/>
              <a:t>Spectrum as a function of the frequency </a:t>
            </a:r>
            <a:r>
              <a:rPr lang="en-US" altLang="zh-CN" sz="2000" b="1" dirty="0">
                <a:latin typeface="Calibri" panose="020F0502020204030204" pitchFamily="34" charset="0"/>
                <a:ea typeface="Cambria Math" panose="02040503050406030204" pitchFamily="18" charset="0"/>
                <a:cs typeface="Calibri" panose="020F0502020204030204" pitchFamily="34" charset="0"/>
              </a:rPr>
              <a:t>G(</a:t>
            </a:r>
            <a:r>
              <a:rPr lang="en-US" altLang="zh-CN" sz="2000" b="1" i="1" dirty="0">
                <a:latin typeface="Calibri" panose="020F0502020204030204" pitchFamily="34" charset="0"/>
                <a:ea typeface="Cambria Math" panose="02040503050406030204" pitchFamily="18" charset="0"/>
                <a:cs typeface="Calibri" panose="020F0502020204030204" pitchFamily="34" charset="0"/>
              </a:rPr>
              <a:t>f</a:t>
            </a:r>
            <a:r>
              <a:rPr lang="en-US" altLang="zh-CN" sz="2000" b="1" dirty="0">
                <a:latin typeface="Calibri" panose="020F0502020204030204" pitchFamily="34" charset="0"/>
                <a:ea typeface="Cambria Math" panose="02040503050406030204" pitchFamily="18" charset="0"/>
                <a:cs typeface="Calibri" panose="020F0502020204030204" pitchFamily="34" charset="0"/>
              </a:rPr>
              <a:t>) </a:t>
            </a:r>
            <a:endParaRPr lang="zh-CN" altLang="en-US" b="1" dirty="0">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1B995F17-8A07-0930-C682-FE21C1E46FBE}"/>
              </a:ext>
            </a:extLst>
          </p:cNvPr>
          <p:cNvSpPr txBox="1"/>
          <p:nvPr/>
        </p:nvSpPr>
        <p:spPr>
          <a:xfrm>
            <a:off x="3200401" y="5114382"/>
            <a:ext cx="2429478" cy="1323439"/>
          </a:xfrm>
          <a:prstGeom prst="rect">
            <a:avLst/>
          </a:prstGeom>
          <a:noFill/>
        </p:spPr>
        <p:txBody>
          <a:bodyPr wrap="square">
            <a:spAutoFit/>
          </a:bodyPr>
          <a:lstStyle/>
          <a:p>
            <a:r>
              <a:rPr lang="en-US" altLang="zh-CN" sz="2000" dirty="0"/>
              <a:t>Signal as a function of time </a:t>
            </a:r>
            <a:r>
              <a:rPr lang="en-US" altLang="zh-CN" sz="2000" b="1" dirty="0">
                <a:latin typeface="Calibri" panose="020F0502020204030204" pitchFamily="34" charset="0"/>
                <a:ea typeface="Cambria Math" panose="02040503050406030204" pitchFamily="18" charset="0"/>
                <a:cs typeface="Calibri" panose="020F0502020204030204" pitchFamily="34" charset="0"/>
              </a:rPr>
              <a:t>g(</a:t>
            </a:r>
            <a:r>
              <a:rPr lang="en-US" altLang="zh-CN" sz="2000" b="1" i="1" dirty="0">
                <a:latin typeface="Calibri" panose="020F0502020204030204" pitchFamily="34" charset="0"/>
                <a:ea typeface="Cambria Math" panose="02040503050406030204" pitchFamily="18" charset="0"/>
                <a:cs typeface="Calibri" panose="020F0502020204030204" pitchFamily="34" charset="0"/>
              </a:rPr>
              <a:t>t</a:t>
            </a:r>
            <a:r>
              <a:rPr lang="en-US" altLang="zh-CN" sz="2000" b="1" dirty="0">
                <a:latin typeface="Calibri" panose="020F0502020204030204" pitchFamily="34" charset="0"/>
                <a:ea typeface="Cambria Math" panose="02040503050406030204" pitchFamily="18" charset="0"/>
                <a:cs typeface="Calibri" panose="020F0502020204030204" pitchFamily="34" charset="0"/>
              </a:rPr>
              <a:t>), </a:t>
            </a:r>
            <a:r>
              <a:rPr lang="en-US" altLang="zh-CN" sz="2000" dirty="0">
                <a:latin typeface="Calibri" panose="020F0502020204030204" pitchFamily="34" charset="0"/>
                <a:ea typeface="Cambria Math" panose="02040503050406030204" pitchFamily="18" charset="0"/>
                <a:cs typeface="Calibri" panose="020F0502020204030204" pitchFamily="34" charset="0"/>
              </a:rPr>
              <a:t>which includes phase </a:t>
            </a:r>
            <a:r>
              <a:rPr lang="zh-CN" altLang="en-US" sz="2000" dirty="0">
                <a:latin typeface="Calibri" panose="020F0502020204030204" pitchFamily="34" charset="0"/>
                <a:ea typeface="Cambria Math" panose="02040503050406030204" pitchFamily="18" charset="0"/>
                <a:cs typeface="Calibri" panose="020F0502020204030204" pitchFamily="34" charset="0"/>
              </a:rPr>
              <a:t>𝜑 </a:t>
            </a:r>
            <a:r>
              <a:rPr lang="en-US" altLang="zh-CN" sz="2000" dirty="0">
                <a:latin typeface="Calibri" panose="020F0502020204030204" pitchFamily="34" charset="0"/>
                <a:ea typeface="Cambria Math" panose="02040503050406030204" pitchFamily="18" charset="0"/>
                <a:cs typeface="Calibri" panose="020F0502020204030204" pitchFamily="34" charset="0"/>
              </a:rPr>
              <a:t>of each frequency</a:t>
            </a:r>
            <a:endParaRPr lang="zh-CN" altLang="en-US" sz="2000" dirty="0">
              <a:latin typeface="Calibri" panose="020F0502020204030204" pitchFamily="34" charset="0"/>
              <a:cs typeface="Calibri" panose="020F0502020204030204" pitchFamily="34" charset="0"/>
            </a:endParaRPr>
          </a:p>
        </p:txBody>
      </p:sp>
      <p:sp>
        <p:nvSpPr>
          <p:cNvPr id="9" name="文本框 8">
            <a:extLst>
              <a:ext uri="{FF2B5EF4-FFF2-40B4-BE49-F238E27FC236}">
                <a16:creationId xmlns:a16="http://schemas.microsoft.com/office/drawing/2014/main" id="{962606C0-00E4-7DFE-22B0-1B8FD5FC0780}"/>
              </a:ext>
            </a:extLst>
          </p:cNvPr>
          <p:cNvSpPr txBox="1"/>
          <p:nvPr/>
        </p:nvSpPr>
        <p:spPr>
          <a:xfrm>
            <a:off x="5189019" y="1360804"/>
            <a:ext cx="2634181" cy="707886"/>
          </a:xfrm>
          <a:prstGeom prst="rect">
            <a:avLst/>
          </a:prstGeom>
          <a:noFill/>
        </p:spPr>
        <p:txBody>
          <a:bodyPr wrap="square">
            <a:spAutoFit/>
          </a:bodyPr>
          <a:lstStyle/>
          <a:p>
            <a:r>
              <a:rPr lang="en-US" altLang="zh-CN" sz="2000" dirty="0"/>
              <a:t>This multiplication is integrated over time.</a:t>
            </a:r>
            <a:endParaRPr lang="zh-CN" altLang="en-US" sz="2000" b="1" i="1" dirty="0">
              <a:latin typeface="Calibri" panose="020F0502020204030204" pitchFamily="34" charset="0"/>
              <a:cs typeface="Calibri" panose="020F0502020204030204" pitchFamily="34" charset="0"/>
            </a:endParaRPr>
          </a:p>
        </p:txBody>
      </p:sp>
      <p:sp>
        <p:nvSpPr>
          <p:cNvPr id="10" name="标题 2">
            <a:extLst>
              <a:ext uri="{FF2B5EF4-FFF2-40B4-BE49-F238E27FC236}">
                <a16:creationId xmlns:a16="http://schemas.microsoft.com/office/drawing/2014/main" id="{DDC50902-69E2-2227-8B8C-1E184AF14AFA}"/>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sp>
        <p:nvSpPr>
          <p:cNvPr id="11" name="文本框 10">
            <a:extLst>
              <a:ext uri="{FF2B5EF4-FFF2-40B4-BE49-F238E27FC236}">
                <a16:creationId xmlns:a16="http://schemas.microsoft.com/office/drawing/2014/main" id="{0F820F7F-109A-0D19-1CC5-3EC1350DC1E3}"/>
              </a:ext>
            </a:extLst>
          </p:cNvPr>
          <p:cNvSpPr txBox="1"/>
          <p:nvPr/>
        </p:nvSpPr>
        <p:spPr>
          <a:xfrm>
            <a:off x="7823200" y="4062400"/>
            <a:ext cx="1184219" cy="707886"/>
          </a:xfrm>
          <a:prstGeom prst="rect">
            <a:avLst/>
          </a:prstGeom>
          <a:noFill/>
        </p:spPr>
        <p:txBody>
          <a:bodyPr wrap="square">
            <a:spAutoFit/>
          </a:bodyPr>
          <a:lstStyle/>
          <a:p>
            <a:r>
              <a:rPr lang="en-US" altLang="zh-CN" sz="2000" dirty="0"/>
              <a:t>Euler’s formula!</a:t>
            </a:r>
            <a:endParaRPr lang="zh-CN" altLang="en-US" sz="20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425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A720301-E81F-4DD7-D267-519535CDD596}"/>
              </a:ext>
            </a:extLst>
          </p:cNvPr>
          <p:cNvSpPr txBox="1"/>
          <p:nvPr/>
        </p:nvSpPr>
        <p:spPr>
          <a:xfrm>
            <a:off x="1000506" y="5804920"/>
            <a:ext cx="7984005" cy="400110"/>
          </a:xfrm>
          <a:prstGeom prst="rect">
            <a:avLst/>
          </a:prstGeom>
          <a:noFill/>
        </p:spPr>
        <p:txBody>
          <a:bodyPr wrap="square">
            <a:spAutoFit/>
          </a:bodyPr>
          <a:lstStyle/>
          <a:p>
            <a:r>
              <a:rPr lang="en-US" altLang="zh-CN" sz="2000" dirty="0"/>
              <a:t>Fourier transform contains both amplitude and phase information.</a:t>
            </a:r>
            <a:endParaRPr lang="zh-CN" altLang="en-US" sz="2000" dirty="0"/>
          </a:p>
        </p:txBody>
      </p:sp>
      <p:sp>
        <p:nvSpPr>
          <p:cNvPr id="6" name="标题 2">
            <a:extLst>
              <a:ext uri="{FF2B5EF4-FFF2-40B4-BE49-F238E27FC236}">
                <a16:creationId xmlns:a16="http://schemas.microsoft.com/office/drawing/2014/main" id="{D8F1FE04-B3B6-6FCB-1652-0BB0ED5B6A92}"/>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Essence of Fourier Transform</a:t>
            </a:r>
          </a:p>
        </p:txBody>
      </p:sp>
      <p:pic>
        <p:nvPicPr>
          <p:cNvPr id="5" name="图片 4">
            <a:extLst>
              <a:ext uri="{FF2B5EF4-FFF2-40B4-BE49-F238E27FC236}">
                <a16:creationId xmlns:a16="http://schemas.microsoft.com/office/drawing/2014/main" id="{923D9CA6-817A-80DC-AFF9-0F17D1EE366F}"/>
              </a:ext>
            </a:extLst>
          </p:cNvPr>
          <p:cNvPicPr>
            <a:picLocks noChangeAspect="1"/>
          </p:cNvPicPr>
          <p:nvPr/>
        </p:nvPicPr>
        <p:blipFill>
          <a:blip r:embed="rId3"/>
          <a:stretch>
            <a:fillRect/>
          </a:stretch>
        </p:blipFill>
        <p:spPr>
          <a:xfrm>
            <a:off x="1460940" y="3565050"/>
            <a:ext cx="6222117" cy="2180701"/>
          </a:xfrm>
          <a:prstGeom prst="rect">
            <a:avLst/>
          </a:prstGeom>
        </p:spPr>
      </p:pic>
      <p:pic>
        <p:nvPicPr>
          <p:cNvPr id="8" name="图片 7">
            <a:extLst>
              <a:ext uri="{FF2B5EF4-FFF2-40B4-BE49-F238E27FC236}">
                <a16:creationId xmlns:a16="http://schemas.microsoft.com/office/drawing/2014/main" id="{46CFFAF0-B6CB-4469-9E2A-C68EB33B5EF8}"/>
              </a:ext>
            </a:extLst>
          </p:cNvPr>
          <p:cNvPicPr>
            <a:picLocks noChangeAspect="1"/>
          </p:cNvPicPr>
          <p:nvPr/>
        </p:nvPicPr>
        <p:blipFill rotWithShape="1">
          <a:blip r:embed="rId4"/>
          <a:srcRect l="1" r="44447"/>
          <a:stretch/>
        </p:blipFill>
        <p:spPr>
          <a:xfrm>
            <a:off x="4748469" y="572803"/>
            <a:ext cx="2934588" cy="2779314"/>
          </a:xfrm>
          <a:prstGeom prst="rect">
            <a:avLst/>
          </a:prstGeom>
        </p:spPr>
      </p:pic>
      <p:pic>
        <p:nvPicPr>
          <p:cNvPr id="10" name="图片 9">
            <a:extLst>
              <a:ext uri="{FF2B5EF4-FFF2-40B4-BE49-F238E27FC236}">
                <a16:creationId xmlns:a16="http://schemas.microsoft.com/office/drawing/2014/main" id="{B0F8AF94-5127-860F-C0AC-3852896A9F03}"/>
              </a:ext>
            </a:extLst>
          </p:cNvPr>
          <p:cNvPicPr>
            <a:picLocks noChangeAspect="1"/>
          </p:cNvPicPr>
          <p:nvPr/>
        </p:nvPicPr>
        <p:blipFill>
          <a:blip r:embed="rId5"/>
          <a:stretch>
            <a:fillRect/>
          </a:stretch>
        </p:blipFill>
        <p:spPr>
          <a:xfrm>
            <a:off x="1511508" y="572803"/>
            <a:ext cx="2823579" cy="2335352"/>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4FA8214-81C7-77F6-C58D-E16B6493AA84}"/>
                  </a:ext>
                </a:extLst>
              </p:cNvPr>
              <p:cNvSpPr txBox="1"/>
              <p:nvPr/>
            </p:nvSpPr>
            <p:spPr>
              <a:xfrm>
                <a:off x="1694112" y="3000387"/>
                <a:ext cx="2458369" cy="3213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Cambria Math" panose="02040503050406030204" pitchFamily="18" charset="0"/>
                            </a:rPr>
                          </m:ctrlPr>
                        </m:sSupPr>
                        <m:e>
                          <m:r>
                            <a:rPr lang="en-US" altLang="zh-CN" sz="2000" i="1" dirty="0" smtClean="0">
                              <a:latin typeface="Cambria Math" panose="02040503050406030204" pitchFamily="18" charset="0"/>
                              <a:ea typeface="Cambria Math" panose="02040503050406030204" pitchFamily="18" charset="0"/>
                            </a:rPr>
                            <m:t>𝑒</m:t>
                          </m:r>
                        </m:e>
                        <m:sup>
                          <m:r>
                            <a:rPr lang="en-US" altLang="zh-CN" sz="2000" b="0" i="1" dirty="0" smtClean="0">
                              <a:latin typeface="Cambria Math" panose="02040503050406030204" pitchFamily="18" charset="0"/>
                              <a:ea typeface="Cambria Math" panose="02040503050406030204" pitchFamily="18" charset="0"/>
                            </a:rPr>
                            <m:t>𝑖</m:t>
                          </m:r>
                          <m:r>
                            <a:rPr lang="zh-CN" altLang="en-US" sz="2000" i="1" dirty="0">
                              <a:latin typeface="Cambria Math" panose="02040503050406030204" pitchFamily="18" charset="0"/>
                              <a:ea typeface="Cambria Math" panose="02040503050406030204" pitchFamily="18" charset="0"/>
                            </a:rPr>
                            <m:t>𝜑</m:t>
                          </m:r>
                        </m:sup>
                      </m:sSup>
                      <m:r>
                        <a:rPr lang="en-US" altLang="zh-CN" sz="200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𝑐𝑜𝑠</m:t>
                      </m:r>
                      <m:r>
                        <a:rPr lang="zh-CN" altLang="en-US" sz="2000" i="1" dirty="0">
                          <a:latin typeface="Cambria Math" panose="02040503050406030204" pitchFamily="18" charset="0"/>
                          <a:ea typeface="Cambria Math" panose="02040503050406030204" pitchFamily="18" charset="0"/>
                        </a:rPr>
                        <m:t>𝜑</m:t>
                      </m:r>
                      <m:r>
                        <a:rPr lang="en-US" altLang="zh-CN" sz="2000" b="0" i="1" dirty="0" smtClean="0">
                          <a:latin typeface="Cambria Math" panose="02040503050406030204" pitchFamily="18" charset="0"/>
                          <a:ea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𝑖𝑠𝑖𝑛</m:t>
                      </m:r>
                      <m:r>
                        <a:rPr lang="zh-CN" altLang="en-US" sz="2000" i="1" dirty="0" smtClean="0">
                          <a:latin typeface="Cambria Math" panose="02040503050406030204" pitchFamily="18" charset="0"/>
                          <a:ea typeface="Cambria Math" panose="02040503050406030204" pitchFamily="18" charset="0"/>
                        </a:rPr>
                        <m:t>𝜑</m:t>
                      </m:r>
                    </m:oMath>
                  </m:oMathPara>
                </a14:m>
                <a:endParaRPr lang="zh-CN" altLang="en-US" sz="2000" dirty="0">
                  <a:latin typeface="Bodoni MT" panose="02070603080606020203" pitchFamily="18" charset="0"/>
                </a:endParaRPr>
              </a:p>
            </p:txBody>
          </p:sp>
        </mc:Choice>
        <mc:Fallback xmlns="">
          <p:sp>
            <p:nvSpPr>
              <p:cNvPr id="2" name="文本框 1">
                <a:extLst>
                  <a:ext uri="{FF2B5EF4-FFF2-40B4-BE49-F238E27FC236}">
                    <a16:creationId xmlns:a16="http://schemas.microsoft.com/office/drawing/2014/main" id="{94FA8214-81C7-77F6-C58D-E16B6493AA84}"/>
                  </a:ext>
                </a:extLst>
              </p:cNvPr>
              <p:cNvSpPr txBox="1">
                <a:spLocks noRot="1" noChangeAspect="1" noMove="1" noResize="1" noEditPoints="1" noAdjustHandles="1" noChangeArrowheads="1" noChangeShapeType="1" noTextEdit="1"/>
              </p:cNvSpPr>
              <p:nvPr/>
            </p:nvSpPr>
            <p:spPr>
              <a:xfrm>
                <a:off x="1694112" y="3000387"/>
                <a:ext cx="2458369" cy="321370"/>
              </a:xfrm>
              <a:prstGeom prst="rect">
                <a:avLst/>
              </a:prstGeom>
              <a:blipFill>
                <a:blip r:embed="rId6"/>
                <a:stretch>
                  <a:fillRect t="-3774" b="-207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9471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Inverse Fourier Transform</a:t>
            </a:r>
          </a:p>
        </p:txBody>
      </p:sp>
      <p:pic>
        <p:nvPicPr>
          <p:cNvPr id="4" name="图片 3">
            <a:extLst>
              <a:ext uri="{FF2B5EF4-FFF2-40B4-BE49-F238E27FC236}">
                <a16:creationId xmlns:a16="http://schemas.microsoft.com/office/drawing/2014/main" id="{925712D8-36C3-EC45-E368-C5EEDD53818A}"/>
              </a:ext>
            </a:extLst>
          </p:cNvPr>
          <p:cNvPicPr>
            <a:picLocks noChangeAspect="1"/>
          </p:cNvPicPr>
          <p:nvPr/>
        </p:nvPicPr>
        <p:blipFill rotWithShape="1">
          <a:blip r:embed="rId3"/>
          <a:srcRect t="13955"/>
          <a:stretch/>
        </p:blipFill>
        <p:spPr>
          <a:xfrm>
            <a:off x="1370868" y="557134"/>
            <a:ext cx="6402263" cy="3064586"/>
          </a:xfrm>
          <a:prstGeom prst="rect">
            <a:avLst/>
          </a:prstGeom>
        </p:spPr>
      </p:pic>
      <p:sp>
        <p:nvSpPr>
          <p:cNvPr id="2" name="Text Box 4">
            <a:extLst>
              <a:ext uri="{FF2B5EF4-FFF2-40B4-BE49-F238E27FC236}">
                <a16:creationId xmlns:a16="http://schemas.microsoft.com/office/drawing/2014/main" id="{27C6C9C5-DB82-30AC-6BDA-A257CCF4081B}"/>
              </a:ext>
            </a:extLst>
          </p:cNvPr>
          <p:cNvSpPr txBox="1">
            <a:spLocks noChangeArrowheads="1"/>
          </p:cNvSpPr>
          <p:nvPr/>
        </p:nvSpPr>
        <p:spPr bwMode="auto">
          <a:xfrm>
            <a:off x="722380" y="6198539"/>
            <a:ext cx="3053080"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eaLnBrk="1" hangingPunct="1">
              <a:lnSpc>
                <a:spcPct val="90000"/>
              </a:lnSpc>
            </a:pPr>
            <a:r>
              <a:rPr lang="en-US" altLang="en-US" sz="1800" b="1" i="1" dirty="0">
                <a:solidFill>
                  <a:srgbClr val="009999"/>
                </a:solidFill>
                <a:cs typeface="Times New Roman" panose="02020603050405020304" pitchFamily="18" charset="0"/>
              </a:rPr>
              <a:t>Inverse Fourier Transform</a:t>
            </a:r>
            <a:endParaRPr lang="en-US" altLang="en-US" sz="1800" b="1" i="1" dirty="0">
              <a:solidFill>
                <a:srgbClr val="009999"/>
              </a:solidFill>
            </a:endParaRPr>
          </a:p>
        </p:txBody>
      </p:sp>
      <p:sp>
        <p:nvSpPr>
          <p:cNvPr id="3" name="Text Box 5">
            <a:extLst>
              <a:ext uri="{FF2B5EF4-FFF2-40B4-BE49-F238E27FC236}">
                <a16:creationId xmlns:a16="http://schemas.microsoft.com/office/drawing/2014/main" id="{562194BA-2ECF-3169-C8F3-3AB6C908D79F}"/>
              </a:ext>
            </a:extLst>
          </p:cNvPr>
          <p:cNvSpPr txBox="1">
            <a:spLocks noChangeArrowheads="1"/>
          </p:cNvSpPr>
          <p:nvPr/>
        </p:nvSpPr>
        <p:spPr bwMode="auto">
          <a:xfrm>
            <a:off x="1042348" y="4713952"/>
            <a:ext cx="2309287"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pPr eaLnBrk="1" hangingPunct="1">
              <a:lnSpc>
                <a:spcPct val="90000"/>
              </a:lnSpc>
            </a:pPr>
            <a:r>
              <a:rPr lang="en-US" altLang="en-US" sz="1800" b="1" i="1" dirty="0">
                <a:solidFill>
                  <a:srgbClr val="009999"/>
                </a:solidFill>
                <a:cs typeface="Times New Roman" panose="02020603050405020304" pitchFamily="18" charset="0"/>
              </a:rPr>
              <a:t>Fourier Transform </a:t>
            </a:r>
            <a:r>
              <a:rPr lang="en-US" altLang="en-US" sz="1800" b="1" dirty="0">
                <a:solidFill>
                  <a:srgbClr val="009999"/>
                </a:solidFill>
              </a:rPr>
              <a:t> </a:t>
            </a:r>
            <a:endParaRPr lang="en-US" altLang="en-US" sz="1800" dirty="0">
              <a:solidFill>
                <a:srgbClr val="009999"/>
              </a:solidFill>
            </a:endParaRPr>
          </a:p>
        </p:txBody>
      </p:sp>
      <p:graphicFrame>
        <p:nvGraphicFramePr>
          <p:cNvPr id="5" name="Object 6">
            <a:extLst>
              <a:ext uri="{FF2B5EF4-FFF2-40B4-BE49-F238E27FC236}">
                <a16:creationId xmlns:a16="http://schemas.microsoft.com/office/drawing/2014/main" id="{1A596030-8BAC-CB19-83B6-494B001204E5}"/>
              </a:ext>
            </a:extLst>
          </p:cNvPr>
          <p:cNvGraphicFramePr>
            <a:graphicFrameLocks noChangeAspect="1"/>
          </p:cNvGraphicFramePr>
          <p:nvPr>
            <p:extLst>
              <p:ext uri="{D42A27DB-BD31-4B8C-83A1-F6EECF244321}">
                <p14:modId xmlns:p14="http://schemas.microsoft.com/office/powerpoint/2010/main" val="3861849383"/>
              </p:ext>
            </p:extLst>
          </p:nvPr>
        </p:nvGraphicFramePr>
        <p:xfrm>
          <a:off x="446088" y="3743325"/>
          <a:ext cx="3367087" cy="949325"/>
        </p:xfrm>
        <a:graphic>
          <a:graphicData uri="http://schemas.openxmlformats.org/presentationml/2006/ole">
            <mc:AlternateContent xmlns:mc="http://schemas.openxmlformats.org/markup-compatibility/2006">
              <mc:Choice xmlns:v="urn:schemas-microsoft-com:vml" Requires="v">
                <p:oleObj name="Equation" r:id="rId4" imgW="1892300" imgH="533400" progId="Equation.DSMT4">
                  <p:embed/>
                </p:oleObj>
              </mc:Choice>
              <mc:Fallback>
                <p:oleObj name="Equation" r:id="rId4" imgW="1892300" imgH="533400" progId="Equation.DSMT4">
                  <p:embed/>
                  <p:pic>
                    <p:nvPicPr>
                      <p:cNvPr id="40965" name="Object 6">
                        <a:extLst>
                          <a:ext uri="{FF2B5EF4-FFF2-40B4-BE49-F238E27FC236}">
                            <a16:creationId xmlns:a16="http://schemas.microsoft.com/office/drawing/2014/main" id="{3F0CF9B0-24BF-49E3-8233-5AA686452F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088" y="3743325"/>
                        <a:ext cx="3367087" cy="949325"/>
                      </a:xfrm>
                      <a:prstGeom prst="rect">
                        <a:avLst/>
                      </a:prstGeom>
                      <a:solidFill>
                        <a:schemeClr val="bg1"/>
                      </a:solidFill>
                      <a:ln w="57150">
                        <a:solidFill>
                          <a:srgbClr val="009999"/>
                        </a:solidFill>
                        <a:miter lim="800000"/>
                        <a:headEnd/>
                        <a:tailEnd/>
                      </a:ln>
                    </p:spPr>
                  </p:pic>
                </p:oleObj>
              </mc:Fallback>
            </mc:AlternateContent>
          </a:graphicData>
        </a:graphic>
      </p:graphicFrame>
      <p:graphicFrame>
        <p:nvGraphicFramePr>
          <p:cNvPr id="6" name="Object 7">
            <a:extLst>
              <a:ext uri="{FF2B5EF4-FFF2-40B4-BE49-F238E27FC236}">
                <a16:creationId xmlns:a16="http://schemas.microsoft.com/office/drawing/2014/main" id="{5C298B8F-1CD3-E12C-E5C0-6FB9818AE735}"/>
              </a:ext>
            </a:extLst>
          </p:cNvPr>
          <p:cNvGraphicFramePr>
            <a:graphicFrameLocks noChangeAspect="1"/>
          </p:cNvGraphicFramePr>
          <p:nvPr>
            <p:extLst>
              <p:ext uri="{D42A27DB-BD31-4B8C-83A1-F6EECF244321}">
                <p14:modId xmlns:p14="http://schemas.microsoft.com/office/powerpoint/2010/main" val="1443114608"/>
              </p:ext>
            </p:extLst>
          </p:nvPr>
        </p:nvGraphicFramePr>
        <p:xfrm>
          <a:off x="446314" y="5215804"/>
          <a:ext cx="3605212" cy="938212"/>
        </p:xfrm>
        <a:graphic>
          <a:graphicData uri="http://schemas.openxmlformats.org/presentationml/2006/ole">
            <mc:AlternateContent xmlns:mc="http://schemas.openxmlformats.org/markup-compatibility/2006">
              <mc:Choice xmlns:v="urn:schemas-microsoft-com:vml" Requires="v">
                <p:oleObj name="Equation" r:id="rId6" imgW="2070000" imgH="533160" progId="Equation.DSMT4">
                  <p:embed/>
                </p:oleObj>
              </mc:Choice>
              <mc:Fallback>
                <p:oleObj name="Equation" r:id="rId6" imgW="2070000" imgH="533160" progId="Equation.DSMT4">
                  <p:embed/>
                  <p:pic>
                    <p:nvPicPr>
                      <p:cNvPr id="40966" name="Object 7">
                        <a:extLst>
                          <a:ext uri="{FF2B5EF4-FFF2-40B4-BE49-F238E27FC236}">
                            <a16:creationId xmlns:a16="http://schemas.microsoft.com/office/drawing/2014/main" id="{2FB15D68-964E-483F-B2D2-FD3A0B487F76}"/>
                          </a:ext>
                        </a:extLst>
                      </p:cNvPr>
                      <p:cNvPicPr>
                        <a:picLocks noChangeAspect="1" noChangeArrowheads="1"/>
                      </p:cNvPicPr>
                      <p:nvPr/>
                    </p:nvPicPr>
                    <p:blipFill>
                      <a:blip r:embed="rId7"/>
                      <a:srcRect/>
                      <a:stretch>
                        <a:fillRect/>
                      </a:stretch>
                    </p:blipFill>
                    <p:spPr bwMode="auto">
                      <a:xfrm>
                        <a:off x="446314" y="5215804"/>
                        <a:ext cx="3605212" cy="938212"/>
                      </a:xfrm>
                      <a:prstGeom prst="rect">
                        <a:avLst/>
                      </a:prstGeom>
                      <a:solidFill>
                        <a:schemeClr val="bg1"/>
                      </a:solidFill>
                      <a:ln w="57150">
                        <a:solidFill>
                          <a:srgbClr val="009999"/>
                        </a:solidFill>
                        <a:miter lim="800000"/>
                        <a:headEnd/>
                        <a:tailEnd/>
                      </a:ln>
                    </p:spPr>
                  </p:pic>
                </p:oleObj>
              </mc:Fallback>
            </mc:AlternateContent>
          </a:graphicData>
        </a:graphic>
      </p:graphicFrame>
      <p:sp>
        <p:nvSpPr>
          <p:cNvPr id="7" name="Text Box 8">
            <a:extLst>
              <a:ext uri="{FF2B5EF4-FFF2-40B4-BE49-F238E27FC236}">
                <a16:creationId xmlns:a16="http://schemas.microsoft.com/office/drawing/2014/main" id="{DD58B299-343B-16A1-4269-3A513E4F3A9D}"/>
              </a:ext>
            </a:extLst>
          </p:cNvPr>
          <p:cNvSpPr txBox="1">
            <a:spLocks noChangeArrowheads="1"/>
          </p:cNvSpPr>
          <p:nvPr/>
        </p:nvSpPr>
        <p:spPr bwMode="auto">
          <a:xfrm>
            <a:off x="4299409" y="3820153"/>
            <a:ext cx="465339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400">
                <a:solidFill>
                  <a:schemeClr val="tx1"/>
                </a:solidFill>
                <a:latin typeface="Arial" panose="020B0604020202020204" pitchFamily="34" charset="0"/>
              </a:defRPr>
            </a:lvl5pPr>
            <a:lvl6pPr marL="2514600" indent="-228600" eaLnBrk="0" fontAlgn="base" hangingPunct="0">
              <a:spcBef>
                <a:spcPct val="20000"/>
              </a:spcBef>
              <a:spcAft>
                <a:spcPct val="0"/>
              </a:spcAft>
              <a:defRPr sz="1400">
                <a:solidFill>
                  <a:schemeClr val="tx1"/>
                </a:solidFill>
                <a:latin typeface="Arial" panose="020B0604020202020204" pitchFamily="34" charset="0"/>
              </a:defRPr>
            </a:lvl6pPr>
            <a:lvl7pPr marL="2971800" indent="-228600" eaLnBrk="0" fontAlgn="base" hangingPunct="0">
              <a:spcBef>
                <a:spcPct val="20000"/>
              </a:spcBef>
              <a:spcAft>
                <a:spcPct val="0"/>
              </a:spcAft>
              <a:defRPr sz="1400">
                <a:solidFill>
                  <a:schemeClr val="tx1"/>
                </a:solidFill>
                <a:latin typeface="Arial" panose="020B0604020202020204" pitchFamily="34" charset="0"/>
              </a:defRPr>
            </a:lvl7pPr>
            <a:lvl8pPr marL="3429000" indent="-228600" eaLnBrk="0" fontAlgn="base" hangingPunct="0">
              <a:spcBef>
                <a:spcPct val="20000"/>
              </a:spcBef>
              <a:spcAft>
                <a:spcPct val="0"/>
              </a:spcAft>
              <a:defRPr sz="1400">
                <a:solidFill>
                  <a:schemeClr val="tx1"/>
                </a:solidFill>
                <a:latin typeface="Arial" panose="020B0604020202020204" pitchFamily="34" charset="0"/>
              </a:defRPr>
            </a:lvl8pPr>
            <a:lvl9pPr marL="3886200" indent="-228600" eaLnBrk="0" fontAlgn="base" hangingPunct="0">
              <a:spcBef>
                <a:spcPct val="20000"/>
              </a:spcBef>
              <a:spcAft>
                <a:spcPct val="0"/>
              </a:spcAft>
              <a:defRPr sz="1400">
                <a:solidFill>
                  <a:schemeClr val="tx1"/>
                </a:solidFill>
                <a:latin typeface="Arial" panose="020B0604020202020204" pitchFamily="34" charset="0"/>
              </a:defRPr>
            </a:lvl9pPr>
          </a:lstStyle>
          <a:p>
            <a:r>
              <a:rPr lang="en-US" altLang="en-US" dirty="0">
                <a:solidFill>
                  <a:srgbClr val="000000"/>
                </a:solidFill>
                <a:cs typeface="Times New Roman" panose="02020603050405020304" pitchFamily="18" charset="0"/>
              </a:rPr>
              <a:t>So, we can transform to the frequency domain and back. </a:t>
            </a:r>
            <a:r>
              <a:rPr lang="en-US" altLang="en-US" dirty="0">
                <a:solidFill>
                  <a:srgbClr val="000000"/>
                </a:solidFill>
                <a:cs typeface="Arial" panose="020B0604020202020204" pitchFamily="34" charset="0"/>
              </a:rPr>
              <a:t>Interestingly, these transformations are very similar. </a:t>
            </a:r>
            <a:endParaRPr lang="en-US" altLang="zh-CN" dirty="0">
              <a:cs typeface="Arial" panose="020B0604020202020204" pitchFamily="34" charset="0"/>
            </a:endParaRPr>
          </a:p>
        </p:txBody>
      </p:sp>
      <p:sp>
        <p:nvSpPr>
          <p:cNvPr id="8" name="Rectangle 3">
            <a:extLst>
              <a:ext uri="{FF2B5EF4-FFF2-40B4-BE49-F238E27FC236}">
                <a16:creationId xmlns:a16="http://schemas.microsoft.com/office/drawing/2014/main" id="{742F0B96-F248-0508-BD15-452A329521F8}"/>
              </a:ext>
            </a:extLst>
          </p:cNvPr>
          <p:cNvSpPr/>
          <p:nvPr/>
        </p:nvSpPr>
        <p:spPr>
          <a:xfrm>
            <a:off x="4370067" y="5330967"/>
            <a:ext cx="4433107" cy="707886"/>
          </a:xfrm>
          <a:prstGeom prst="rect">
            <a:avLst/>
          </a:prstGeom>
        </p:spPr>
        <p:txBody>
          <a:bodyPr wrap="square">
            <a:spAutoFit/>
          </a:bodyPr>
          <a:lstStyle/>
          <a:p>
            <a:pPr eaLnBrk="1" hangingPunct="1">
              <a:spcBef>
                <a:spcPct val="50000"/>
              </a:spcBef>
              <a:defRPr/>
            </a:pPr>
            <a:r>
              <a:rPr lang="en-US" altLang="en-US" sz="2000" dirty="0">
                <a:solidFill>
                  <a:srgbClr val="000000"/>
                </a:solidFill>
                <a:latin typeface="+mj-lt"/>
                <a:cs typeface="Times New Roman" pitchFamily="18" charset="0"/>
              </a:rPr>
              <a:t>These equations together are Fourier’s Theorem. </a:t>
            </a:r>
            <a:endParaRPr lang="en-US" altLang="en-US" sz="2000" dirty="0">
              <a:solidFill>
                <a:srgbClr val="000000"/>
              </a:solidFill>
              <a:latin typeface="+mj-lt"/>
            </a:endParaRPr>
          </a:p>
        </p:txBody>
      </p:sp>
    </p:spTree>
    <p:extLst>
      <p:ext uri="{BB962C8B-B14F-4D97-AF65-F5344CB8AC3E}">
        <p14:creationId xmlns:p14="http://schemas.microsoft.com/office/powerpoint/2010/main" val="317651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of a Rectangle Function, </a:t>
            </a:r>
            <a:r>
              <a:rPr lang="en-US" altLang="zh-CN" sz="24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rect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t>
            </a:r>
          </a:p>
        </p:txBody>
      </p:sp>
      <p:graphicFrame>
        <p:nvGraphicFramePr>
          <p:cNvPr id="3" name="Object 14">
            <a:extLst>
              <a:ext uri="{FF2B5EF4-FFF2-40B4-BE49-F238E27FC236}">
                <a16:creationId xmlns:a16="http://schemas.microsoft.com/office/drawing/2014/main" id="{66282BD0-9906-C032-B327-F90720D2BD4F}"/>
              </a:ext>
            </a:extLst>
          </p:cNvPr>
          <p:cNvGraphicFramePr>
            <a:graphicFrameLocks noChangeAspect="1"/>
          </p:cNvGraphicFramePr>
          <p:nvPr>
            <p:extLst>
              <p:ext uri="{D42A27DB-BD31-4B8C-83A1-F6EECF244321}">
                <p14:modId xmlns:p14="http://schemas.microsoft.com/office/powerpoint/2010/main" val="2658506992"/>
              </p:ext>
            </p:extLst>
          </p:nvPr>
        </p:nvGraphicFramePr>
        <p:xfrm>
          <a:off x="483697" y="1302326"/>
          <a:ext cx="3135313" cy="1017588"/>
        </p:xfrm>
        <a:graphic>
          <a:graphicData uri="http://schemas.openxmlformats.org/presentationml/2006/ole">
            <mc:AlternateContent xmlns:mc="http://schemas.openxmlformats.org/markup-compatibility/2006">
              <mc:Choice xmlns:v="urn:schemas-microsoft-com:vml" Requires="v">
                <p:oleObj name="Equation" r:id="rId3" imgW="1562100" imgH="546100" progId="Equation.DSMT4">
                  <p:embed/>
                </p:oleObj>
              </mc:Choice>
              <mc:Fallback>
                <p:oleObj name="Equation" r:id="rId3" imgW="1562100" imgH="546100" progId="Equation.DSMT4">
                  <p:embed/>
                  <p:pic>
                    <p:nvPicPr>
                      <p:cNvPr id="35843" name="Object 14">
                        <a:extLst>
                          <a:ext uri="{FF2B5EF4-FFF2-40B4-BE49-F238E27FC236}">
                            <a16:creationId xmlns:a16="http://schemas.microsoft.com/office/drawing/2014/main" id="{3EF1CFAA-23E1-4768-8655-472BB06EE2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697" y="1302326"/>
                        <a:ext cx="3135313"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5" name="Object 16">
                <a:extLst>
                  <a:ext uri="{FF2B5EF4-FFF2-40B4-BE49-F238E27FC236}">
                    <a16:creationId xmlns:a16="http://schemas.microsoft.com/office/drawing/2014/main" id="{B52F326E-5520-6377-D031-23D7314B2769}"/>
                  </a:ext>
                </a:extLst>
              </p:cNvPr>
              <p:cNvSpPr txBox="1"/>
              <p:nvPr/>
            </p:nvSpPr>
            <p:spPr bwMode="auto">
              <a:xfrm>
                <a:off x="812194" y="5205268"/>
                <a:ext cx="2765656" cy="612776"/>
              </a:xfrm>
              <a:prstGeom prst="rect">
                <a:avLst/>
              </a:prstGeom>
              <a:solidFill>
                <a:schemeClr val="bg1"/>
              </a:solidFill>
              <a:ln w="38100">
                <a:solidFill>
                  <a:srgbClr val="993300"/>
                </a:solidFill>
                <a:miter lim="800000"/>
                <a:headEnd/>
                <a:tailEnd/>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𝐹</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𝜔</m:t>
                      </m:r>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r>
                        <m:rPr>
                          <m:sty m:val="p"/>
                        </m:rPr>
                        <a:rPr lang="zh-CN" altLang="en-US" sz="2400" i="0">
                          <a:solidFill>
                            <a:srgbClr val="000000"/>
                          </a:solidFill>
                          <a:latin typeface="Cambria Math" panose="02040503050406030204" pitchFamily="18" charset="0"/>
                        </a:rPr>
                        <m:t>c</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𝜔</m:t>
                      </m:r>
                      <m:r>
                        <a:rPr lang="zh-CN" altLang="en-US" sz="2400" i="1">
                          <a:solidFill>
                            <a:srgbClr val="000000"/>
                          </a:solidFill>
                          <a:latin typeface="Cambria Math" panose="02040503050406030204" pitchFamily="18" charset="0"/>
                        </a:rPr>
                        <m:t>/2)</m:t>
                      </m:r>
                    </m:oMath>
                  </m:oMathPara>
                </a14:m>
                <a:endParaRPr lang="zh-CN" altLang="en-US" dirty="0"/>
              </a:p>
            </p:txBody>
          </p:sp>
        </mc:Choice>
        <mc:Fallback xmlns="">
          <p:sp>
            <p:nvSpPr>
              <p:cNvPr id="5" name="Object 16">
                <a:extLst>
                  <a:ext uri="{FF2B5EF4-FFF2-40B4-BE49-F238E27FC236}">
                    <a16:creationId xmlns:a16="http://schemas.microsoft.com/office/drawing/2014/main" id="{B52F326E-5520-6377-D031-23D7314B2769}"/>
                  </a:ext>
                </a:extLst>
              </p:cNvPr>
              <p:cNvSpPr txBox="1">
                <a:spLocks noRot="1" noChangeAspect="1" noMove="1" noResize="1" noEditPoints="1" noAdjustHandles="1" noChangeArrowheads="1" noChangeShapeType="1" noTextEdit="1"/>
              </p:cNvSpPr>
              <p:nvPr/>
            </p:nvSpPr>
            <p:spPr bwMode="auto">
              <a:xfrm>
                <a:off x="812194" y="5205268"/>
                <a:ext cx="2765656" cy="612776"/>
              </a:xfrm>
              <a:prstGeom prst="rect">
                <a:avLst/>
              </a:prstGeom>
              <a:blipFill>
                <a:blip r:embed="rId5"/>
                <a:stretch>
                  <a:fillRect/>
                </a:stretch>
              </a:blipFill>
              <a:ln w="38100">
                <a:solidFill>
                  <a:srgbClr val="993300"/>
                </a:solidFill>
                <a:miter lim="800000"/>
                <a:headEnd/>
                <a:tailEnd/>
              </a:ln>
            </p:spPr>
            <p:txBody>
              <a:bodyPr/>
              <a:lstStyle/>
              <a:p>
                <a:r>
                  <a:rPr lang="zh-CN" altLang="en-US">
                    <a:noFill/>
                  </a:rPr>
                  <a:t> </a:t>
                </a:r>
              </a:p>
            </p:txBody>
          </p:sp>
        </mc:Fallback>
      </mc:AlternateContent>
      <p:sp>
        <p:nvSpPr>
          <p:cNvPr id="6" name="Text Box 32">
            <a:extLst>
              <a:ext uri="{FF2B5EF4-FFF2-40B4-BE49-F238E27FC236}">
                <a16:creationId xmlns:a16="http://schemas.microsoft.com/office/drawing/2014/main" id="{DA1B5237-7921-89EB-A275-95F8D9AE90FC}"/>
              </a:ext>
            </a:extLst>
          </p:cNvPr>
          <p:cNvSpPr txBox="1">
            <a:spLocks noChangeArrowheads="1"/>
          </p:cNvSpPr>
          <p:nvPr/>
        </p:nvSpPr>
        <p:spPr bwMode="auto">
          <a:xfrm>
            <a:off x="817811" y="5746960"/>
            <a:ext cx="317742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t>The </a:t>
            </a:r>
            <a:r>
              <a:rPr lang="en-US" altLang="en-US" sz="2000" dirty="0" err="1"/>
              <a:t>sinc</a:t>
            </a:r>
            <a:r>
              <a:rPr lang="en-US" altLang="en-US" sz="2000" dirty="0"/>
              <a:t> function is important in optics.</a:t>
            </a:r>
          </a:p>
        </p:txBody>
      </p:sp>
      <p:grpSp>
        <p:nvGrpSpPr>
          <p:cNvPr id="7" name="Group 48">
            <a:extLst>
              <a:ext uri="{FF2B5EF4-FFF2-40B4-BE49-F238E27FC236}">
                <a16:creationId xmlns:a16="http://schemas.microsoft.com/office/drawing/2014/main" id="{E6575A62-6A12-FF21-F9E0-FF5FA030FBF5}"/>
              </a:ext>
            </a:extLst>
          </p:cNvPr>
          <p:cNvGrpSpPr>
            <a:grpSpLocks/>
          </p:cNvGrpSpPr>
          <p:nvPr/>
        </p:nvGrpSpPr>
        <p:grpSpPr bwMode="auto">
          <a:xfrm>
            <a:off x="6425277" y="680322"/>
            <a:ext cx="2663825" cy="1655763"/>
            <a:chOff x="3606" y="784"/>
            <a:chExt cx="1678" cy="1043"/>
          </a:xfrm>
        </p:grpSpPr>
        <p:sp>
          <p:nvSpPr>
            <p:cNvPr id="8" name="Text Box 33">
              <a:extLst>
                <a:ext uri="{FF2B5EF4-FFF2-40B4-BE49-F238E27FC236}">
                  <a16:creationId xmlns:a16="http://schemas.microsoft.com/office/drawing/2014/main" id="{D16F0D55-1306-8412-D3A0-0F6E1148D4F9}"/>
                </a:ext>
              </a:extLst>
            </p:cNvPr>
            <p:cNvSpPr txBox="1">
              <a:spLocks noChangeArrowheads="1"/>
            </p:cNvSpPr>
            <p:nvPr/>
          </p:nvSpPr>
          <p:spPr bwMode="auto">
            <a:xfrm>
              <a:off x="4664" y="938"/>
              <a:ext cx="58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rPr>
                <a:t>rect(</a:t>
              </a:r>
              <a:r>
                <a:rPr lang="en-US" altLang="en-US" sz="2400" i="1">
                  <a:latin typeface="Times New Roman" panose="02020603050405020304" pitchFamily="18" charset="0"/>
                  <a:cs typeface="Times New Roman" panose="02020603050405020304" pitchFamily="18" charset="0"/>
                </a:rPr>
                <a:t>t</a:t>
              </a:r>
              <a:r>
                <a:rPr lang="en-US" altLang="en-US" sz="2400">
                  <a:latin typeface="Times New Roman" panose="02020603050405020304" pitchFamily="18" charset="0"/>
                  <a:cs typeface="Times New Roman" panose="02020603050405020304" pitchFamily="18" charset="0"/>
                </a:rPr>
                <a:t>)</a:t>
              </a:r>
            </a:p>
          </p:txBody>
        </p:sp>
        <p:sp>
          <p:nvSpPr>
            <p:cNvPr id="9" name="Text Box 34">
              <a:extLst>
                <a:ext uri="{FF2B5EF4-FFF2-40B4-BE49-F238E27FC236}">
                  <a16:creationId xmlns:a16="http://schemas.microsoft.com/office/drawing/2014/main" id="{DF3214C9-4685-B586-4E49-F94E62D073B6}"/>
                </a:ext>
              </a:extLst>
            </p:cNvPr>
            <p:cNvSpPr txBox="1">
              <a:spLocks noChangeArrowheads="1"/>
            </p:cNvSpPr>
            <p:nvPr/>
          </p:nvSpPr>
          <p:spPr bwMode="auto">
            <a:xfrm>
              <a:off x="5040" y="1559"/>
              <a:ext cx="244"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Times New Roman" panose="02020603050405020304" pitchFamily="18" charset="0"/>
                  <a:cs typeface="Times New Roman" panose="02020603050405020304" pitchFamily="18" charset="0"/>
                </a:rPr>
                <a:t>t</a:t>
              </a:r>
              <a:endParaRPr lang="en-US" altLang="en-US" sz="2000">
                <a:latin typeface="Times New Roman" panose="02020603050405020304" pitchFamily="18" charset="0"/>
                <a:cs typeface="Times New Roman" panose="02020603050405020304" pitchFamily="18" charset="0"/>
              </a:endParaRPr>
            </a:p>
          </p:txBody>
        </p:sp>
        <p:sp>
          <p:nvSpPr>
            <p:cNvPr id="10" name="Line 36">
              <a:extLst>
                <a:ext uri="{FF2B5EF4-FFF2-40B4-BE49-F238E27FC236}">
                  <a16:creationId xmlns:a16="http://schemas.microsoft.com/office/drawing/2014/main" id="{D768892C-C1E1-7324-767F-E8944B990C38}"/>
                </a:ext>
              </a:extLst>
            </p:cNvPr>
            <p:cNvSpPr>
              <a:spLocks noChangeShapeType="1"/>
            </p:cNvSpPr>
            <p:nvPr/>
          </p:nvSpPr>
          <p:spPr bwMode="auto">
            <a:xfrm>
              <a:off x="3606" y="1581"/>
              <a:ext cx="16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37">
              <a:extLst>
                <a:ext uri="{FF2B5EF4-FFF2-40B4-BE49-F238E27FC236}">
                  <a16:creationId xmlns:a16="http://schemas.microsoft.com/office/drawing/2014/main" id="{BC32F0E3-32D3-6602-17AF-6DA77767C256}"/>
                </a:ext>
              </a:extLst>
            </p:cNvPr>
            <p:cNvSpPr>
              <a:spLocks noChangeShapeType="1"/>
            </p:cNvSpPr>
            <p:nvPr/>
          </p:nvSpPr>
          <p:spPr bwMode="auto">
            <a:xfrm rot="-5400000">
              <a:off x="3966" y="1204"/>
              <a:ext cx="8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 name="Group 38">
              <a:extLst>
                <a:ext uri="{FF2B5EF4-FFF2-40B4-BE49-F238E27FC236}">
                  <a16:creationId xmlns:a16="http://schemas.microsoft.com/office/drawing/2014/main" id="{D47F9049-AC14-D4B8-B7E2-9CC26034ACDE}"/>
                </a:ext>
              </a:extLst>
            </p:cNvPr>
            <p:cNvGrpSpPr>
              <a:grpSpLocks/>
            </p:cNvGrpSpPr>
            <p:nvPr/>
          </p:nvGrpSpPr>
          <p:grpSpPr bwMode="auto">
            <a:xfrm>
              <a:off x="3754" y="1017"/>
              <a:ext cx="1268" cy="579"/>
              <a:chOff x="738" y="2915"/>
              <a:chExt cx="1268" cy="627"/>
            </a:xfrm>
          </p:grpSpPr>
          <p:sp>
            <p:nvSpPr>
              <p:cNvPr id="15" name="Line 39">
                <a:extLst>
                  <a:ext uri="{FF2B5EF4-FFF2-40B4-BE49-F238E27FC236}">
                    <a16:creationId xmlns:a16="http://schemas.microsoft.com/office/drawing/2014/main" id="{BF48AB51-4641-8387-6727-408416AC1F62}"/>
                  </a:ext>
                </a:extLst>
              </p:cNvPr>
              <p:cNvSpPr>
                <a:spLocks noChangeShapeType="1"/>
              </p:cNvSpPr>
              <p:nvPr/>
            </p:nvSpPr>
            <p:spPr bwMode="auto">
              <a:xfrm>
                <a:off x="1093" y="2915"/>
                <a:ext cx="0" cy="627"/>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40">
                <a:extLst>
                  <a:ext uri="{FF2B5EF4-FFF2-40B4-BE49-F238E27FC236}">
                    <a16:creationId xmlns:a16="http://schemas.microsoft.com/office/drawing/2014/main" id="{8D9D77B6-F960-F9DA-1965-6F831609B303}"/>
                  </a:ext>
                </a:extLst>
              </p:cNvPr>
              <p:cNvSpPr>
                <a:spLocks noChangeShapeType="1"/>
              </p:cNvSpPr>
              <p:nvPr/>
            </p:nvSpPr>
            <p:spPr bwMode="auto">
              <a:xfrm rot="5400000">
                <a:off x="923" y="3339"/>
                <a:ext cx="0" cy="370"/>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41">
                <a:extLst>
                  <a:ext uri="{FF2B5EF4-FFF2-40B4-BE49-F238E27FC236}">
                    <a16:creationId xmlns:a16="http://schemas.microsoft.com/office/drawing/2014/main" id="{4F24600B-3E54-E7D8-5A2F-450451C805F9}"/>
                  </a:ext>
                </a:extLst>
              </p:cNvPr>
              <p:cNvSpPr>
                <a:spLocks noChangeShapeType="1"/>
              </p:cNvSpPr>
              <p:nvPr/>
            </p:nvSpPr>
            <p:spPr bwMode="auto">
              <a:xfrm>
                <a:off x="1637" y="2915"/>
                <a:ext cx="0" cy="627"/>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42">
                <a:extLst>
                  <a:ext uri="{FF2B5EF4-FFF2-40B4-BE49-F238E27FC236}">
                    <a16:creationId xmlns:a16="http://schemas.microsoft.com/office/drawing/2014/main" id="{925AD9A6-400A-0772-A57E-375ABE7084F5}"/>
                  </a:ext>
                </a:extLst>
              </p:cNvPr>
              <p:cNvSpPr>
                <a:spLocks noChangeShapeType="1"/>
              </p:cNvSpPr>
              <p:nvPr/>
            </p:nvSpPr>
            <p:spPr bwMode="auto">
              <a:xfrm rot="16200000" flipH="1">
                <a:off x="1821" y="3341"/>
                <a:ext cx="0" cy="370"/>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3">
                <a:extLst>
                  <a:ext uri="{FF2B5EF4-FFF2-40B4-BE49-F238E27FC236}">
                    <a16:creationId xmlns:a16="http://schemas.microsoft.com/office/drawing/2014/main" id="{FE0284F4-E79E-A8BB-57CF-E97C8FF1462D}"/>
                  </a:ext>
                </a:extLst>
              </p:cNvPr>
              <p:cNvSpPr>
                <a:spLocks noChangeShapeType="1"/>
              </p:cNvSpPr>
              <p:nvPr/>
            </p:nvSpPr>
            <p:spPr bwMode="auto">
              <a:xfrm rot="16200000" flipH="1">
                <a:off x="1366" y="2673"/>
                <a:ext cx="0" cy="519"/>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3" name="Text Box 44">
              <a:extLst>
                <a:ext uri="{FF2B5EF4-FFF2-40B4-BE49-F238E27FC236}">
                  <a16:creationId xmlns:a16="http://schemas.microsoft.com/office/drawing/2014/main" id="{D7291136-ECE7-EAC6-B985-F10AA92F2A72}"/>
                </a:ext>
              </a:extLst>
            </p:cNvPr>
            <p:cNvSpPr txBox="1">
              <a:spLocks noChangeArrowheads="1"/>
            </p:cNvSpPr>
            <p:nvPr/>
          </p:nvSpPr>
          <p:spPr bwMode="auto">
            <a:xfrm>
              <a:off x="3954" y="1596"/>
              <a:ext cx="9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a:latin typeface="Times" panose="02020603050405020304" pitchFamily="18" charset="0"/>
                </a:rPr>
                <a:t>-.5     0     .5</a:t>
              </a:r>
            </a:p>
          </p:txBody>
        </p:sp>
        <p:sp>
          <p:nvSpPr>
            <p:cNvPr id="14" name="Text Box 45">
              <a:extLst>
                <a:ext uri="{FF2B5EF4-FFF2-40B4-BE49-F238E27FC236}">
                  <a16:creationId xmlns:a16="http://schemas.microsoft.com/office/drawing/2014/main" id="{03DC69B7-5070-0E24-E6E9-8AD165A47A9B}"/>
                </a:ext>
              </a:extLst>
            </p:cNvPr>
            <p:cNvSpPr txBox="1">
              <a:spLocks noChangeArrowheads="1"/>
            </p:cNvSpPr>
            <p:nvPr/>
          </p:nvSpPr>
          <p:spPr bwMode="auto">
            <a:xfrm>
              <a:off x="4374" y="81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a:latin typeface="Times" panose="02020603050405020304" pitchFamily="18" charset="0"/>
                </a:rPr>
                <a:t>1</a:t>
              </a:r>
            </a:p>
          </p:txBody>
        </p:sp>
      </p:grpSp>
      <p:grpSp>
        <p:nvGrpSpPr>
          <p:cNvPr id="20" name="Group 3">
            <a:extLst>
              <a:ext uri="{FF2B5EF4-FFF2-40B4-BE49-F238E27FC236}">
                <a16:creationId xmlns:a16="http://schemas.microsoft.com/office/drawing/2014/main" id="{BF7C7946-5083-7B49-AAD5-88D166C72B37}"/>
              </a:ext>
            </a:extLst>
          </p:cNvPr>
          <p:cNvGrpSpPr>
            <a:grpSpLocks/>
          </p:cNvGrpSpPr>
          <p:nvPr/>
        </p:nvGrpSpPr>
        <p:grpSpPr bwMode="auto">
          <a:xfrm>
            <a:off x="4247660" y="2635307"/>
            <a:ext cx="4622800" cy="2960688"/>
            <a:chOff x="4102652" y="2854957"/>
            <a:chExt cx="4622800" cy="2960687"/>
          </a:xfrm>
        </p:grpSpPr>
        <p:sp>
          <p:nvSpPr>
            <p:cNvPr id="21" name="Text Box 24">
              <a:extLst>
                <a:ext uri="{FF2B5EF4-FFF2-40B4-BE49-F238E27FC236}">
                  <a16:creationId xmlns:a16="http://schemas.microsoft.com/office/drawing/2014/main" id="{4F9CB68F-7409-1128-1068-CD0F984661E8}"/>
                </a:ext>
              </a:extLst>
            </p:cNvPr>
            <p:cNvSpPr txBox="1">
              <a:spLocks noChangeArrowheads="1"/>
            </p:cNvSpPr>
            <p:nvPr/>
          </p:nvSpPr>
          <p:spPr bwMode="auto">
            <a:xfrm>
              <a:off x="8331752" y="5226682"/>
              <a:ext cx="39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a:latin typeface="Symbol" panose="05050102010706020507" pitchFamily="18" charset="2"/>
                </a:rPr>
                <a:t>w</a:t>
              </a:r>
              <a:endParaRPr lang="en-US" altLang="en-US" sz="2400">
                <a:latin typeface="Times" panose="02020603050405020304" pitchFamily="18" charset="0"/>
              </a:endParaRPr>
            </a:p>
          </p:txBody>
        </p:sp>
        <p:sp>
          <p:nvSpPr>
            <p:cNvPr id="22" name="Text Box 23">
              <a:extLst>
                <a:ext uri="{FF2B5EF4-FFF2-40B4-BE49-F238E27FC236}">
                  <a16:creationId xmlns:a16="http://schemas.microsoft.com/office/drawing/2014/main" id="{067693A2-1C22-0548-ADAC-11F67EAFD5D3}"/>
                </a:ext>
              </a:extLst>
            </p:cNvPr>
            <p:cNvSpPr txBox="1">
              <a:spLocks noChangeArrowheads="1"/>
            </p:cNvSpPr>
            <p:nvPr/>
          </p:nvSpPr>
          <p:spPr bwMode="auto">
            <a:xfrm>
              <a:off x="6421990" y="3018469"/>
              <a:ext cx="1323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panose="02020603050405020304" pitchFamily="18" charset="0"/>
                </a:rPr>
                <a:t>sinc(</a:t>
              </a:r>
              <a:r>
                <a:rPr lang="en-US" altLang="en-US" sz="2400" i="1">
                  <a:latin typeface="Symbol" panose="05050102010706020507" pitchFamily="18" charset="2"/>
                </a:rPr>
                <a:t>w</a:t>
              </a:r>
              <a:r>
                <a:rPr lang="en-US" altLang="en-US" sz="2400">
                  <a:latin typeface="Symbol" panose="05050102010706020507" pitchFamily="18" charset="2"/>
                </a:rPr>
                <a:t>/2</a:t>
              </a:r>
              <a:r>
                <a:rPr lang="en-US" altLang="en-US" sz="2400">
                  <a:latin typeface="Times" panose="02020603050405020304" pitchFamily="18" charset="0"/>
                </a:rPr>
                <a:t>)</a:t>
              </a:r>
            </a:p>
          </p:txBody>
        </p:sp>
        <p:sp>
          <p:nvSpPr>
            <p:cNvPr id="23" name="Freeform 27">
              <a:extLst>
                <a:ext uri="{FF2B5EF4-FFF2-40B4-BE49-F238E27FC236}">
                  <a16:creationId xmlns:a16="http://schemas.microsoft.com/office/drawing/2014/main" id="{60EAA3B8-755E-E4E3-EC17-23F91C229CB9}"/>
                </a:ext>
              </a:extLst>
            </p:cNvPr>
            <p:cNvSpPr>
              <a:spLocks/>
            </p:cNvSpPr>
            <p:nvPr/>
          </p:nvSpPr>
          <p:spPr bwMode="auto">
            <a:xfrm>
              <a:off x="6360077" y="3088319"/>
              <a:ext cx="1905000" cy="2727325"/>
            </a:xfrm>
            <a:custGeom>
              <a:avLst/>
              <a:gdLst>
                <a:gd name="T0" fmla="*/ 0 w 2514"/>
                <a:gd name="T1" fmla="*/ 0 h 2210"/>
                <a:gd name="T2" fmla="*/ 2147483646 w 2514"/>
                <a:gd name="T3" fmla="*/ 2147483646 h 2210"/>
                <a:gd name="T4" fmla="*/ 2147483646 w 2514"/>
                <a:gd name="T5" fmla="*/ 2147483646 h 2210"/>
                <a:gd name="T6" fmla="*/ 2147483646 w 2514"/>
                <a:gd name="T7" fmla="*/ 2147483646 h 2210"/>
                <a:gd name="T8" fmla="*/ 2147483646 w 2514"/>
                <a:gd name="T9" fmla="*/ 2147483646 h 2210"/>
                <a:gd name="T10" fmla="*/ 2147483646 w 2514"/>
                <a:gd name="T11" fmla="*/ 2147483646 h 2210"/>
                <a:gd name="T12" fmla="*/ 2147483646 w 2514"/>
                <a:gd name="T13" fmla="*/ 2147483646 h 2210"/>
                <a:gd name="T14" fmla="*/ 2147483646 w 2514"/>
                <a:gd name="T15" fmla="*/ 2147483646 h 2210"/>
                <a:gd name="T16" fmla="*/ 2147483646 w 2514"/>
                <a:gd name="T17" fmla="*/ 2147483646 h 2210"/>
                <a:gd name="T18" fmla="*/ 2147483646 w 2514"/>
                <a:gd name="T19" fmla="*/ 2147483646 h 2210"/>
                <a:gd name="T20" fmla="*/ 2147483646 w 2514"/>
                <a:gd name="T21" fmla="*/ 2147483646 h 2210"/>
                <a:gd name="T22" fmla="*/ 2147483646 w 2514"/>
                <a:gd name="T23" fmla="*/ 2147483646 h 2210"/>
                <a:gd name="T24" fmla="*/ 2147483646 w 2514"/>
                <a:gd name="T25" fmla="*/ 2147483646 h 2210"/>
                <a:gd name="T26" fmla="*/ 2147483646 w 2514"/>
                <a:gd name="T27" fmla="*/ 2147483646 h 2210"/>
                <a:gd name="T28" fmla="*/ 2147483646 w 2514"/>
                <a:gd name="T29" fmla="*/ 2147483646 h 2210"/>
                <a:gd name="T30" fmla="*/ 2147483646 w 2514"/>
                <a:gd name="T31" fmla="*/ 2147483646 h 2210"/>
                <a:gd name="T32" fmla="*/ 2147483646 w 2514"/>
                <a:gd name="T33" fmla="*/ 2147483646 h 2210"/>
                <a:gd name="T34" fmla="*/ 2147483646 w 2514"/>
                <a:gd name="T35" fmla="*/ 2147483646 h 2210"/>
                <a:gd name="T36" fmla="*/ 2147483646 w 2514"/>
                <a:gd name="T37" fmla="*/ 2147483646 h 2210"/>
                <a:gd name="T38" fmla="*/ 2147483646 w 2514"/>
                <a:gd name="T39" fmla="*/ 2147483646 h 2210"/>
                <a:gd name="T40" fmla="*/ 2147483646 w 2514"/>
                <a:gd name="T41" fmla="*/ 2147483646 h 2210"/>
                <a:gd name="T42" fmla="*/ 2147483646 w 2514"/>
                <a:gd name="T43" fmla="*/ 2147483646 h 2210"/>
                <a:gd name="T44" fmla="*/ 2147483646 w 2514"/>
                <a:gd name="T45" fmla="*/ 2147483646 h 2210"/>
                <a:gd name="T46" fmla="*/ 2147483646 w 2514"/>
                <a:gd name="T47" fmla="*/ 2147483646 h 2210"/>
                <a:gd name="T48" fmla="*/ 2147483646 w 2514"/>
                <a:gd name="T49" fmla="*/ 2147483646 h 2210"/>
                <a:gd name="T50" fmla="*/ 2147483646 w 2514"/>
                <a:gd name="T51" fmla="*/ 2147483646 h 2210"/>
                <a:gd name="T52" fmla="*/ 2147483646 w 2514"/>
                <a:gd name="T53" fmla="*/ 2147483646 h 2210"/>
                <a:gd name="T54" fmla="*/ 2147483646 w 2514"/>
                <a:gd name="T55" fmla="*/ 2147483646 h 2210"/>
                <a:gd name="T56" fmla="*/ 2147483646 w 2514"/>
                <a:gd name="T57" fmla="*/ 2147483646 h 22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514" h="2210">
                  <a:moveTo>
                    <a:pt x="0" y="0"/>
                  </a:moveTo>
                  <a:cubicBezTo>
                    <a:pt x="12" y="51"/>
                    <a:pt x="36" y="30"/>
                    <a:pt x="75" y="309"/>
                  </a:cubicBezTo>
                  <a:cubicBezTo>
                    <a:pt x="114" y="588"/>
                    <a:pt x="199" y="1383"/>
                    <a:pt x="237" y="1677"/>
                  </a:cubicBezTo>
                  <a:cubicBezTo>
                    <a:pt x="275" y="1971"/>
                    <a:pt x="281" y="1989"/>
                    <a:pt x="306" y="2073"/>
                  </a:cubicBezTo>
                  <a:cubicBezTo>
                    <a:pt x="331" y="2157"/>
                    <a:pt x="357" y="2210"/>
                    <a:pt x="387" y="2184"/>
                  </a:cubicBezTo>
                  <a:cubicBezTo>
                    <a:pt x="417" y="2158"/>
                    <a:pt x="461" y="1995"/>
                    <a:pt x="486" y="1920"/>
                  </a:cubicBezTo>
                  <a:cubicBezTo>
                    <a:pt x="511" y="1845"/>
                    <a:pt x="517" y="1788"/>
                    <a:pt x="537" y="1731"/>
                  </a:cubicBezTo>
                  <a:cubicBezTo>
                    <a:pt x="557" y="1674"/>
                    <a:pt x="582" y="1599"/>
                    <a:pt x="606" y="1575"/>
                  </a:cubicBezTo>
                  <a:cubicBezTo>
                    <a:pt x="630" y="1551"/>
                    <a:pt x="650" y="1550"/>
                    <a:pt x="681" y="1587"/>
                  </a:cubicBezTo>
                  <a:cubicBezTo>
                    <a:pt x="712" y="1624"/>
                    <a:pt x="758" y="1739"/>
                    <a:pt x="789" y="1797"/>
                  </a:cubicBezTo>
                  <a:cubicBezTo>
                    <a:pt x="820" y="1855"/>
                    <a:pt x="844" y="1915"/>
                    <a:pt x="870" y="1938"/>
                  </a:cubicBezTo>
                  <a:cubicBezTo>
                    <a:pt x="896" y="1961"/>
                    <a:pt x="914" y="1969"/>
                    <a:pt x="948" y="1938"/>
                  </a:cubicBezTo>
                  <a:cubicBezTo>
                    <a:pt x="982" y="1907"/>
                    <a:pt x="1047" y="1792"/>
                    <a:pt x="1074" y="1752"/>
                  </a:cubicBezTo>
                  <a:cubicBezTo>
                    <a:pt x="1101" y="1712"/>
                    <a:pt x="1093" y="1714"/>
                    <a:pt x="1110" y="1698"/>
                  </a:cubicBezTo>
                  <a:cubicBezTo>
                    <a:pt x="1127" y="1682"/>
                    <a:pt x="1153" y="1659"/>
                    <a:pt x="1176" y="1659"/>
                  </a:cubicBezTo>
                  <a:cubicBezTo>
                    <a:pt x="1199" y="1659"/>
                    <a:pt x="1228" y="1679"/>
                    <a:pt x="1251" y="1701"/>
                  </a:cubicBezTo>
                  <a:cubicBezTo>
                    <a:pt x="1274" y="1723"/>
                    <a:pt x="1290" y="1762"/>
                    <a:pt x="1314" y="1791"/>
                  </a:cubicBezTo>
                  <a:cubicBezTo>
                    <a:pt x="1338" y="1820"/>
                    <a:pt x="1367" y="1863"/>
                    <a:pt x="1395" y="1878"/>
                  </a:cubicBezTo>
                  <a:cubicBezTo>
                    <a:pt x="1423" y="1893"/>
                    <a:pt x="1449" y="1897"/>
                    <a:pt x="1482" y="1878"/>
                  </a:cubicBezTo>
                  <a:cubicBezTo>
                    <a:pt x="1515" y="1859"/>
                    <a:pt x="1555" y="1795"/>
                    <a:pt x="1593" y="1764"/>
                  </a:cubicBezTo>
                  <a:cubicBezTo>
                    <a:pt x="1631" y="1733"/>
                    <a:pt x="1670" y="1690"/>
                    <a:pt x="1710" y="1692"/>
                  </a:cubicBezTo>
                  <a:cubicBezTo>
                    <a:pt x="1750" y="1694"/>
                    <a:pt x="1796" y="1748"/>
                    <a:pt x="1836" y="1776"/>
                  </a:cubicBezTo>
                  <a:cubicBezTo>
                    <a:pt x="1876" y="1804"/>
                    <a:pt x="1913" y="1851"/>
                    <a:pt x="1947" y="1860"/>
                  </a:cubicBezTo>
                  <a:cubicBezTo>
                    <a:pt x="1981" y="1869"/>
                    <a:pt x="2007" y="1851"/>
                    <a:pt x="2043" y="1830"/>
                  </a:cubicBezTo>
                  <a:cubicBezTo>
                    <a:pt x="2079" y="1809"/>
                    <a:pt x="2128" y="1750"/>
                    <a:pt x="2166" y="1731"/>
                  </a:cubicBezTo>
                  <a:cubicBezTo>
                    <a:pt x="2204" y="1712"/>
                    <a:pt x="2237" y="1704"/>
                    <a:pt x="2274" y="1713"/>
                  </a:cubicBezTo>
                  <a:cubicBezTo>
                    <a:pt x="2311" y="1722"/>
                    <a:pt x="2362" y="1770"/>
                    <a:pt x="2391" y="1788"/>
                  </a:cubicBezTo>
                  <a:cubicBezTo>
                    <a:pt x="2420" y="1806"/>
                    <a:pt x="2427" y="1809"/>
                    <a:pt x="2448" y="1818"/>
                  </a:cubicBezTo>
                  <a:cubicBezTo>
                    <a:pt x="2469" y="1827"/>
                    <a:pt x="2500" y="1837"/>
                    <a:pt x="2514" y="1842"/>
                  </a:cubicBezTo>
                </a:path>
              </a:pathLst>
            </a:custGeom>
            <a:noFill/>
            <a:ln w="57150" cmpd="sng">
              <a:solidFill>
                <a:srgbClr val="99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8">
              <a:extLst>
                <a:ext uri="{FF2B5EF4-FFF2-40B4-BE49-F238E27FC236}">
                  <a16:creationId xmlns:a16="http://schemas.microsoft.com/office/drawing/2014/main" id="{02043777-4B3F-8EAE-FF0A-99DA8DEAA2CD}"/>
                </a:ext>
              </a:extLst>
            </p:cNvPr>
            <p:cNvSpPr>
              <a:spLocks/>
            </p:cNvSpPr>
            <p:nvPr/>
          </p:nvSpPr>
          <p:spPr bwMode="auto">
            <a:xfrm flipH="1">
              <a:off x="4426502" y="3088319"/>
              <a:ext cx="1905000" cy="2727325"/>
            </a:xfrm>
            <a:custGeom>
              <a:avLst/>
              <a:gdLst>
                <a:gd name="T0" fmla="*/ 0 w 2514"/>
                <a:gd name="T1" fmla="*/ 0 h 2210"/>
                <a:gd name="T2" fmla="*/ 2147483646 w 2514"/>
                <a:gd name="T3" fmla="*/ 2147483646 h 2210"/>
                <a:gd name="T4" fmla="*/ 2147483646 w 2514"/>
                <a:gd name="T5" fmla="*/ 2147483646 h 2210"/>
                <a:gd name="T6" fmla="*/ 2147483646 w 2514"/>
                <a:gd name="T7" fmla="*/ 2147483646 h 2210"/>
                <a:gd name="T8" fmla="*/ 2147483646 w 2514"/>
                <a:gd name="T9" fmla="*/ 2147483646 h 2210"/>
                <a:gd name="T10" fmla="*/ 2147483646 w 2514"/>
                <a:gd name="T11" fmla="*/ 2147483646 h 2210"/>
                <a:gd name="T12" fmla="*/ 2147483646 w 2514"/>
                <a:gd name="T13" fmla="*/ 2147483646 h 2210"/>
                <a:gd name="T14" fmla="*/ 2147483646 w 2514"/>
                <a:gd name="T15" fmla="*/ 2147483646 h 2210"/>
                <a:gd name="T16" fmla="*/ 2147483646 w 2514"/>
                <a:gd name="T17" fmla="*/ 2147483646 h 2210"/>
                <a:gd name="T18" fmla="*/ 2147483646 w 2514"/>
                <a:gd name="T19" fmla="*/ 2147483646 h 2210"/>
                <a:gd name="T20" fmla="*/ 2147483646 w 2514"/>
                <a:gd name="T21" fmla="*/ 2147483646 h 2210"/>
                <a:gd name="T22" fmla="*/ 2147483646 w 2514"/>
                <a:gd name="T23" fmla="*/ 2147483646 h 2210"/>
                <a:gd name="T24" fmla="*/ 2147483646 w 2514"/>
                <a:gd name="T25" fmla="*/ 2147483646 h 2210"/>
                <a:gd name="T26" fmla="*/ 2147483646 w 2514"/>
                <a:gd name="T27" fmla="*/ 2147483646 h 2210"/>
                <a:gd name="T28" fmla="*/ 2147483646 w 2514"/>
                <a:gd name="T29" fmla="*/ 2147483646 h 2210"/>
                <a:gd name="T30" fmla="*/ 2147483646 w 2514"/>
                <a:gd name="T31" fmla="*/ 2147483646 h 2210"/>
                <a:gd name="T32" fmla="*/ 2147483646 w 2514"/>
                <a:gd name="T33" fmla="*/ 2147483646 h 2210"/>
                <a:gd name="T34" fmla="*/ 2147483646 w 2514"/>
                <a:gd name="T35" fmla="*/ 2147483646 h 2210"/>
                <a:gd name="T36" fmla="*/ 2147483646 w 2514"/>
                <a:gd name="T37" fmla="*/ 2147483646 h 2210"/>
                <a:gd name="T38" fmla="*/ 2147483646 w 2514"/>
                <a:gd name="T39" fmla="*/ 2147483646 h 2210"/>
                <a:gd name="T40" fmla="*/ 2147483646 w 2514"/>
                <a:gd name="T41" fmla="*/ 2147483646 h 2210"/>
                <a:gd name="T42" fmla="*/ 2147483646 w 2514"/>
                <a:gd name="T43" fmla="*/ 2147483646 h 2210"/>
                <a:gd name="T44" fmla="*/ 2147483646 w 2514"/>
                <a:gd name="T45" fmla="*/ 2147483646 h 2210"/>
                <a:gd name="T46" fmla="*/ 2147483646 w 2514"/>
                <a:gd name="T47" fmla="*/ 2147483646 h 2210"/>
                <a:gd name="T48" fmla="*/ 2147483646 w 2514"/>
                <a:gd name="T49" fmla="*/ 2147483646 h 2210"/>
                <a:gd name="T50" fmla="*/ 2147483646 w 2514"/>
                <a:gd name="T51" fmla="*/ 2147483646 h 2210"/>
                <a:gd name="T52" fmla="*/ 2147483646 w 2514"/>
                <a:gd name="T53" fmla="*/ 2147483646 h 2210"/>
                <a:gd name="T54" fmla="*/ 2147483646 w 2514"/>
                <a:gd name="T55" fmla="*/ 2147483646 h 2210"/>
                <a:gd name="T56" fmla="*/ 2147483646 w 2514"/>
                <a:gd name="T57" fmla="*/ 2147483646 h 22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514" h="2210">
                  <a:moveTo>
                    <a:pt x="0" y="0"/>
                  </a:moveTo>
                  <a:cubicBezTo>
                    <a:pt x="12" y="51"/>
                    <a:pt x="36" y="30"/>
                    <a:pt x="75" y="309"/>
                  </a:cubicBezTo>
                  <a:cubicBezTo>
                    <a:pt x="114" y="588"/>
                    <a:pt x="199" y="1383"/>
                    <a:pt x="237" y="1677"/>
                  </a:cubicBezTo>
                  <a:cubicBezTo>
                    <a:pt x="275" y="1971"/>
                    <a:pt x="281" y="1989"/>
                    <a:pt x="306" y="2073"/>
                  </a:cubicBezTo>
                  <a:cubicBezTo>
                    <a:pt x="331" y="2157"/>
                    <a:pt x="357" y="2210"/>
                    <a:pt x="387" y="2184"/>
                  </a:cubicBezTo>
                  <a:cubicBezTo>
                    <a:pt x="417" y="2158"/>
                    <a:pt x="461" y="1995"/>
                    <a:pt x="486" y="1920"/>
                  </a:cubicBezTo>
                  <a:cubicBezTo>
                    <a:pt x="511" y="1845"/>
                    <a:pt x="517" y="1788"/>
                    <a:pt x="537" y="1731"/>
                  </a:cubicBezTo>
                  <a:cubicBezTo>
                    <a:pt x="557" y="1674"/>
                    <a:pt x="582" y="1599"/>
                    <a:pt x="606" y="1575"/>
                  </a:cubicBezTo>
                  <a:cubicBezTo>
                    <a:pt x="630" y="1551"/>
                    <a:pt x="650" y="1550"/>
                    <a:pt x="681" y="1587"/>
                  </a:cubicBezTo>
                  <a:cubicBezTo>
                    <a:pt x="712" y="1624"/>
                    <a:pt x="758" y="1739"/>
                    <a:pt x="789" y="1797"/>
                  </a:cubicBezTo>
                  <a:cubicBezTo>
                    <a:pt x="820" y="1855"/>
                    <a:pt x="844" y="1915"/>
                    <a:pt x="870" y="1938"/>
                  </a:cubicBezTo>
                  <a:cubicBezTo>
                    <a:pt x="896" y="1961"/>
                    <a:pt x="914" y="1969"/>
                    <a:pt x="948" y="1938"/>
                  </a:cubicBezTo>
                  <a:cubicBezTo>
                    <a:pt x="982" y="1907"/>
                    <a:pt x="1047" y="1792"/>
                    <a:pt x="1074" y="1752"/>
                  </a:cubicBezTo>
                  <a:cubicBezTo>
                    <a:pt x="1101" y="1712"/>
                    <a:pt x="1093" y="1714"/>
                    <a:pt x="1110" y="1698"/>
                  </a:cubicBezTo>
                  <a:cubicBezTo>
                    <a:pt x="1127" y="1682"/>
                    <a:pt x="1153" y="1659"/>
                    <a:pt x="1176" y="1659"/>
                  </a:cubicBezTo>
                  <a:cubicBezTo>
                    <a:pt x="1199" y="1659"/>
                    <a:pt x="1228" y="1679"/>
                    <a:pt x="1251" y="1701"/>
                  </a:cubicBezTo>
                  <a:cubicBezTo>
                    <a:pt x="1274" y="1723"/>
                    <a:pt x="1290" y="1762"/>
                    <a:pt x="1314" y="1791"/>
                  </a:cubicBezTo>
                  <a:cubicBezTo>
                    <a:pt x="1338" y="1820"/>
                    <a:pt x="1367" y="1863"/>
                    <a:pt x="1395" y="1878"/>
                  </a:cubicBezTo>
                  <a:cubicBezTo>
                    <a:pt x="1423" y="1893"/>
                    <a:pt x="1449" y="1897"/>
                    <a:pt x="1482" y="1878"/>
                  </a:cubicBezTo>
                  <a:cubicBezTo>
                    <a:pt x="1515" y="1859"/>
                    <a:pt x="1555" y="1795"/>
                    <a:pt x="1593" y="1764"/>
                  </a:cubicBezTo>
                  <a:cubicBezTo>
                    <a:pt x="1631" y="1733"/>
                    <a:pt x="1670" y="1690"/>
                    <a:pt x="1710" y="1692"/>
                  </a:cubicBezTo>
                  <a:cubicBezTo>
                    <a:pt x="1750" y="1694"/>
                    <a:pt x="1796" y="1748"/>
                    <a:pt x="1836" y="1776"/>
                  </a:cubicBezTo>
                  <a:cubicBezTo>
                    <a:pt x="1876" y="1804"/>
                    <a:pt x="1913" y="1851"/>
                    <a:pt x="1947" y="1860"/>
                  </a:cubicBezTo>
                  <a:cubicBezTo>
                    <a:pt x="1981" y="1869"/>
                    <a:pt x="2007" y="1851"/>
                    <a:pt x="2043" y="1830"/>
                  </a:cubicBezTo>
                  <a:cubicBezTo>
                    <a:pt x="2079" y="1809"/>
                    <a:pt x="2128" y="1750"/>
                    <a:pt x="2166" y="1731"/>
                  </a:cubicBezTo>
                  <a:cubicBezTo>
                    <a:pt x="2204" y="1712"/>
                    <a:pt x="2237" y="1704"/>
                    <a:pt x="2274" y="1713"/>
                  </a:cubicBezTo>
                  <a:cubicBezTo>
                    <a:pt x="2311" y="1722"/>
                    <a:pt x="2362" y="1770"/>
                    <a:pt x="2391" y="1788"/>
                  </a:cubicBezTo>
                  <a:cubicBezTo>
                    <a:pt x="2420" y="1806"/>
                    <a:pt x="2427" y="1809"/>
                    <a:pt x="2448" y="1818"/>
                  </a:cubicBezTo>
                  <a:cubicBezTo>
                    <a:pt x="2469" y="1827"/>
                    <a:pt x="2500" y="1837"/>
                    <a:pt x="2514" y="1842"/>
                  </a:cubicBezTo>
                </a:path>
              </a:pathLst>
            </a:custGeom>
            <a:noFill/>
            <a:ln w="57150" cmpd="sng">
              <a:solidFill>
                <a:srgbClr val="99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9">
              <a:extLst>
                <a:ext uri="{FF2B5EF4-FFF2-40B4-BE49-F238E27FC236}">
                  <a16:creationId xmlns:a16="http://schemas.microsoft.com/office/drawing/2014/main" id="{0BD6F523-F621-19DB-F14A-21687D2346BB}"/>
                </a:ext>
              </a:extLst>
            </p:cNvPr>
            <p:cNvSpPr>
              <a:spLocks noChangeShapeType="1"/>
            </p:cNvSpPr>
            <p:nvPr/>
          </p:nvSpPr>
          <p:spPr bwMode="auto">
            <a:xfrm>
              <a:off x="4102652" y="5298119"/>
              <a:ext cx="456247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30">
              <a:extLst>
                <a:ext uri="{FF2B5EF4-FFF2-40B4-BE49-F238E27FC236}">
                  <a16:creationId xmlns:a16="http://schemas.microsoft.com/office/drawing/2014/main" id="{FB23DC75-BBB5-660C-D9C4-A0FBB7E1955A}"/>
                </a:ext>
              </a:extLst>
            </p:cNvPr>
            <p:cNvSpPr>
              <a:spLocks noChangeShapeType="1"/>
            </p:cNvSpPr>
            <p:nvPr/>
          </p:nvSpPr>
          <p:spPr bwMode="auto">
            <a:xfrm rot="-5400000">
              <a:off x="4865446" y="4335301"/>
              <a:ext cx="296068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Text Box 47">
              <a:extLst>
                <a:ext uri="{FF2B5EF4-FFF2-40B4-BE49-F238E27FC236}">
                  <a16:creationId xmlns:a16="http://schemas.microsoft.com/office/drawing/2014/main" id="{09DEB827-4F0A-F7BB-B90A-12E2D1E86016}"/>
                </a:ext>
              </a:extLst>
            </p:cNvPr>
            <p:cNvSpPr txBox="1">
              <a:spLocks noChangeArrowheads="1"/>
            </p:cNvSpPr>
            <p:nvPr/>
          </p:nvSpPr>
          <p:spPr bwMode="auto">
            <a:xfrm>
              <a:off x="6712502" y="3802694"/>
              <a:ext cx="12096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en-US" sz="2000"/>
                <a:t>Zeros at </a:t>
              </a:r>
              <a:r>
                <a:rPr lang="en-US" altLang="en-US" sz="2000" i="1">
                  <a:latin typeface="Symbol" panose="05050102010706020507" pitchFamily="18" charset="2"/>
                </a:rPr>
                <a:t>w</a:t>
              </a:r>
              <a:r>
                <a:rPr lang="en-US" altLang="en-US" sz="2000" i="1">
                  <a:latin typeface="Times New Roman" panose="02020603050405020304" pitchFamily="18" charset="0"/>
                </a:rPr>
                <a:t> = </a:t>
              </a:r>
              <a:r>
                <a:rPr lang="en-US" altLang="en-US" sz="2000">
                  <a:latin typeface="Times New Roman" panose="02020603050405020304" pitchFamily="18" charset="0"/>
                </a:rPr>
                <a:t>2</a:t>
              </a:r>
              <a:r>
                <a:rPr lang="en-US" altLang="en-US" sz="2000" i="1">
                  <a:latin typeface="Times New Roman" panose="02020603050405020304" pitchFamily="18" charset="0"/>
                </a:rPr>
                <a:t>n</a:t>
              </a:r>
              <a:r>
                <a:rPr lang="en-US" altLang="en-US" sz="2000" i="1">
                  <a:latin typeface="Symbol" panose="05050102010706020507" pitchFamily="18" charset="2"/>
                </a:rPr>
                <a:t>p </a:t>
              </a:r>
              <a:r>
                <a:rPr lang="en-US" altLang="en-US" sz="2000">
                  <a:latin typeface="Times New Roman" panose="02020603050405020304" pitchFamily="18" charset="0"/>
                </a:rPr>
                <a:t>(</a:t>
              </a:r>
              <a:r>
                <a:rPr lang="en-US" altLang="en-US" sz="2000" i="1">
                  <a:latin typeface="Times New Roman" panose="02020603050405020304" pitchFamily="18" charset="0"/>
                </a:rPr>
                <a:t>n </a:t>
              </a:r>
              <a:r>
                <a:rPr lang="en-US" altLang="en-US" sz="2000">
                  <a:latin typeface="Times New Roman" panose="02020603050405020304" pitchFamily="18" charset="0"/>
                  <a:cs typeface="Arial" panose="020B0604020202020204" pitchFamily="34" charset="0"/>
                </a:rPr>
                <a:t>≠ 0)</a:t>
              </a:r>
            </a:p>
          </p:txBody>
        </p:sp>
        <p:cxnSp>
          <p:nvCxnSpPr>
            <p:cNvPr id="28" name="Straight Connector 2">
              <a:extLst>
                <a:ext uri="{FF2B5EF4-FFF2-40B4-BE49-F238E27FC236}">
                  <a16:creationId xmlns:a16="http://schemas.microsoft.com/office/drawing/2014/main" id="{F3BEEFF3-62BA-52D3-5D81-602BA93D0910}"/>
                </a:ext>
              </a:extLst>
            </p:cNvPr>
            <p:cNvCxnSpPr/>
            <p:nvPr/>
          </p:nvCxnSpPr>
          <p:spPr>
            <a:xfrm>
              <a:off x="6242602" y="3101020"/>
              <a:ext cx="2063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3">
              <a:extLst>
                <a:ext uri="{FF2B5EF4-FFF2-40B4-BE49-F238E27FC236}">
                  <a16:creationId xmlns:a16="http://schemas.microsoft.com/office/drawing/2014/main" id="{E6AB632F-7F1F-1BB8-7E70-56FABCBCDEBD}"/>
                </a:ext>
              </a:extLst>
            </p:cNvPr>
            <p:cNvSpPr txBox="1">
              <a:spLocks noChangeArrowheads="1"/>
            </p:cNvSpPr>
            <p:nvPr/>
          </p:nvSpPr>
          <p:spPr bwMode="auto">
            <a:xfrm>
              <a:off x="5947327" y="2854957"/>
              <a:ext cx="284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rPr>
                <a:t>1</a:t>
              </a:r>
            </a:p>
          </p:txBody>
        </p:sp>
      </p:grpSp>
      <p:sp>
        <p:nvSpPr>
          <p:cNvPr id="30" name="TextBox 1">
            <a:extLst>
              <a:ext uri="{FF2B5EF4-FFF2-40B4-BE49-F238E27FC236}">
                <a16:creationId xmlns:a16="http://schemas.microsoft.com/office/drawing/2014/main" id="{650FCD54-D242-6C1F-AAC2-71079F865A49}"/>
              </a:ext>
            </a:extLst>
          </p:cNvPr>
          <p:cNvSpPr txBox="1"/>
          <p:nvPr/>
        </p:nvSpPr>
        <p:spPr>
          <a:xfrm>
            <a:off x="4361959" y="5664258"/>
            <a:ext cx="4678362" cy="708025"/>
          </a:xfrm>
          <a:prstGeom prst="rect">
            <a:avLst/>
          </a:prstGeom>
          <a:noFill/>
        </p:spPr>
        <p:txBody>
          <a:bodyPr>
            <a:spAutoFit/>
          </a:bodyPr>
          <a:lstStyle/>
          <a:p>
            <a:pPr eaLnBrk="1" hangingPunct="1">
              <a:defRPr/>
            </a:pPr>
            <a:r>
              <a:rPr lang="en-US" sz="2000" dirty="0">
                <a:latin typeface="+mn-lt"/>
              </a:rPr>
              <a:t>Note that </a:t>
            </a:r>
            <a:r>
              <a:rPr lang="en-US" sz="2000" i="1" dirty="0"/>
              <a:t>F</a:t>
            </a:r>
            <a:r>
              <a:rPr lang="en-US" sz="2000" dirty="0">
                <a:latin typeface="+mn-lt"/>
              </a:rPr>
              <a:t> extends out to </a:t>
            </a:r>
            <a:r>
              <a:rPr lang="en-US" sz="2000" dirty="0">
                <a:latin typeface="Times New Roman"/>
                <a:cs typeface="Times New Roman"/>
              </a:rPr>
              <a:t>±∞</a:t>
            </a:r>
            <a:r>
              <a:rPr lang="en-US" sz="2000" dirty="0">
                <a:latin typeface="+mn-lt"/>
                <a:cs typeface="Times New Roman"/>
              </a:rPr>
              <a:t> due to the discontinuities in </a:t>
            </a:r>
            <a:r>
              <a:rPr lang="en-US" sz="2000" dirty="0" err="1">
                <a:latin typeface="Times New Roman"/>
                <a:cs typeface="Times New Roman"/>
              </a:rPr>
              <a:t>rect</a:t>
            </a:r>
            <a:r>
              <a:rPr lang="en-US" sz="2000" dirty="0">
                <a:latin typeface="Times New Roman"/>
                <a:cs typeface="Times New Roman"/>
              </a:rPr>
              <a:t>(</a:t>
            </a:r>
            <a:r>
              <a:rPr lang="en-US" sz="2000" i="1" dirty="0">
                <a:latin typeface="Times New Roman"/>
                <a:cs typeface="Times New Roman"/>
              </a:rPr>
              <a:t>t</a:t>
            </a:r>
            <a:r>
              <a:rPr lang="en-US" sz="2000" dirty="0">
                <a:latin typeface="Times New Roman"/>
                <a:cs typeface="Times New Roman"/>
              </a:rPr>
              <a:t>).</a:t>
            </a:r>
            <a:endParaRPr lang="en-US" sz="2000" dirty="0"/>
          </a:p>
        </p:txBody>
      </p:sp>
      <p:graphicFrame>
        <p:nvGraphicFramePr>
          <p:cNvPr id="31" name="Object 4">
            <a:extLst>
              <a:ext uri="{FF2B5EF4-FFF2-40B4-BE49-F238E27FC236}">
                <a16:creationId xmlns:a16="http://schemas.microsoft.com/office/drawing/2014/main" id="{31CE4251-C09E-68B0-A66E-A6296F9D72E7}"/>
              </a:ext>
            </a:extLst>
          </p:cNvPr>
          <p:cNvGraphicFramePr>
            <a:graphicFrameLocks noChangeAspect="1"/>
          </p:cNvGraphicFramePr>
          <p:nvPr>
            <p:extLst>
              <p:ext uri="{D42A27DB-BD31-4B8C-83A1-F6EECF244321}">
                <p14:modId xmlns:p14="http://schemas.microsoft.com/office/powerpoint/2010/main" val="291769660"/>
              </p:ext>
            </p:extLst>
          </p:nvPr>
        </p:nvGraphicFramePr>
        <p:xfrm>
          <a:off x="690072" y="3921702"/>
          <a:ext cx="1504950" cy="781050"/>
        </p:xfrm>
        <a:graphic>
          <a:graphicData uri="http://schemas.openxmlformats.org/presentationml/2006/ole">
            <mc:AlternateContent xmlns:mc="http://schemas.openxmlformats.org/markup-compatibility/2006">
              <mc:Choice xmlns:v="urn:schemas-microsoft-com:vml" Requires="v">
                <p:oleObj name="Equation" r:id="rId6" imgW="749160" imgH="419040" progId="Equation.DSMT4">
                  <p:embed/>
                </p:oleObj>
              </mc:Choice>
              <mc:Fallback>
                <p:oleObj name="Equation" r:id="rId6" imgW="749160" imgH="419040" progId="Equation.DSMT4">
                  <p:embed/>
                  <p:pic>
                    <p:nvPicPr>
                      <p:cNvPr id="5" name="Object 4">
                        <a:extLst>
                          <a:ext uri="{FF2B5EF4-FFF2-40B4-BE49-F238E27FC236}">
                            <a16:creationId xmlns:a16="http://schemas.microsoft.com/office/drawing/2014/main" id="{C5D23D18-E964-46F2-B013-081B88C60407}"/>
                          </a:ext>
                        </a:extLst>
                      </p:cNvPr>
                      <p:cNvPicPr>
                        <a:picLocks noChangeAspect="1" noChangeArrowheads="1"/>
                      </p:cNvPicPr>
                      <p:nvPr/>
                    </p:nvPicPr>
                    <p:blipFill>
                      <a:blip r:embed="rId7"/>
                      <a:srcRect/>
                      <a:stretch>
                        <a:fillRect/>
                      </a:stretch>
                    </p:blipFill>
                    <p:spPr bwMode="auto">
                      <a:xfrm>
                        <a:off x="690072" y="3921702"/>
                        <a:ext cx="150495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5">
            <a:extLst>
              <a:ext uri="{FF2B5EF4-FFF2-40B4-BE49-F238E27FC236}">
                <a16:creationId xmlns:a16="http://schemas.microsoft.com/office/drawing/2014/main" id="{220E12C0-00EA-6F64-435C-CE237458C806}"/>
              </a:ext>
            </a:extLst>
          </p:cNvPr>
          <p:cNvGraphicFramePr>
            <a:graphicFrameLocks noChangeAspect="1"/>
          </p:cNvGraphicFramePr>
          <p:nvPr>
            <p:extLst>
              <p:ext uri="{D42A27DB-BD31-4B8C-83A1-F6EECF244321}">
                <p14:modId xmlns:p14="http://schemas.microsoft.com/office/powerpoint/2010/main" val="892764921"/>
              </p:ext>
            </p:extLst>
          </p:nvPr>
        </p:nvGraphicFramePr>
        <p:xfrm>
          <a:off x="690072" y="3081914"/>
          <a:ext cx="4333875" cy="781050"/>
        </p:xfrm>
        <a:graphic>
          <a:graphicData uri="http://schemas.openxmlformats.org/presentationml/2006/ole">
            <mc:AlternateContent xmlns:mc="http://schemas.openxmlformats.org/markup-compatibility/2006">
              <mc:Choice xmlns:v="urn:schemas-microsoft-com:vml" Requires="v">
                <p:oleObj name="Equation" r:id="rId8" imgW="2159000" imgH="419100" progId="Equation.DSMT4">
                  <p:embed/>
                </p:oleObj>
              </mc:Choice>
              <mc:Fallback>
                <p:oleObj name="Equation" r:id="rId8" imgW="2159000" imgH="419100" progId="Equation.DSMT4">
                  <p:embed/>
                  <p:pic>
                    <p:nvPicPr>
                      <p:cNvPr id="6" name="Object 5">
                        <a:extLst>
                          <a:ext uri="{FF2B5EF4-FFF2-40B4-BE49-F238E27FC236}">
                            <a16:creationId xmlns:a16="http://schemas.microsoft.com/office/drawing/2014/main" id="{94B8E551-0D1B-4295-8CF0-11AEC460AC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0072" y="3081914"/>
                        <a:ext cx="4333875"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6">
            <a:extLst>
              <a:ext uri="{FF2B5EF4-FFF2-40B4-BE49-F238E27FC236}">
                <a16:creationId xmlns:a16="http://schemas.microsoft.com/office/drawing/2014/main" id="{887AB817-1E80-759E-90C7-0712E8D50C5C}"/>
              </a:ext>
            </a:extLst>
          </p:cNvPr>
          <p:cNvGraphicFramePr>
            <a:graphicFrameLocks noChangeAspect="1"/>
          </p:cNvGraphicFramePr>
          <p:nvPr>
            <p:extLst>
              <p:ext uri="{D42A27DB-BD31-4B8C-83A1-F6EECF244321}">
                <p14:modId xmlns:p14="http://schemas.microsoft.com/office/powerpoint/2010/main" val="775646582"/>
              </p:ext>
            </p:extLst>
          </p:nvPr>
        </p:nvGraphicFramePr>
        <p:xfrm>
          <a:off x="690072" y="2284989"/>
          <a:ext cx="4156075" cy="733425"/>
        </p:xfrm>
        <a:graphic>
          <a:graphicData uri="http://schemas.openxmlformats.org/presentationml/2006/ole">
            <mc:AlternateContent xmlns:mc="http://schemas.openxmlformats.org/markup-compatibility/2006">
              <mc:Choice xmlns:v="urn:schemas-microsoft-com:vml" Requires="v">
                <p:oleObj name="Equation" r:id="rId10" imgW="2070100" imgH="393700" progId="Equation.DSMT4">
                  <p:embed/>
                </p:oleObj>
              </mc:Choice>
              <mc:Fallback>
                <p:oleObj name="Equation" r:id="rId10" imgW="2070100" imgH="393700" progId="Equation.DSMT4">
                  <p:embed/>
                  <p:pic>
                    <p:nvPicPr>
                      <p:cNvPr id="7" name="Object 6">
                        <a:extLst>
                          <a:ext uri="{FF2B5EF4-FFF2-40B4-BE49-F238E27FC236}">
                            <a16:creationId xmlns:a16="http://schemas.microsoft.com/office/drawing/2014/main" id="{5C3236CD-7087-440B-B734-3359244F61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0072" y="2284989"/>
                        <a:ext cx="4156075"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7">
            <a:extLst>
              <a:ext uri="{FF2B5EF4-FFF2-40B4-BE49-F238E27FC236}">
                <a16:creationId xmlns:a16="http://schemas.microsoft.com/office/drawing/2014/main" id="{10000729-F953-443F-4FF7-4BCB0A1E9B85}"/>
              </a:ext>
            </a:extLst>
          </p:cNvPr>
          <p:cNvGraphicFramePr>
            <a:graphicFrameLocks noChangeAspect="1"/>
          </p:cNvGraphicFramePr>
          <p:nvPr>
            <p:extLst>
              <p:ext uri="{D42A27DB-BD31-4B8C-83A1-F6EECF244321}">
                <p14:modId xmlns:p14="http://schemas.microsoft.com/office/powerpoint/2010/main" val="4085503072"/>
              </p:ext>
            </p:extLst>
          </p:nvPr>
        </p:nvGraphicFramePr>
        <p:xfrm>
          <a:off x="3568210" y="1445201"/>
          <a:ext cx="2701925" cy="733425"/>
        </p:xfrm>
        <a:graphic>
          <a:graphicData uri="http://schemas.openxmlformats.org/presentationml/2006/ole">
            <mc:AlternateContent xmlns:mc="http://schemas.openxmlformats.org/markup-compatibility/2006">
              <mc:Choice xmlns:v="urn:schemas-microsoft-com:vml" Requires="v">
                <p:oleObj name="Equation" r:id="rId12" imgW="1345616" imgH="393529" progId="Equation.DSMT4">
                  <p:embed/>
                </p:oleObj>
              </mc:Choice>
              <mc:Fallback>
                <p:oleObj name="Equation" r:id="rId12" imgW="1345616" imgH="393529" progId="Equation.DSMT4">
                  <p:embed/>
                  <p:pic>
                    <p:nvPicPr>
                      <p:cNvPr id="8" name="Object 7">
                        <a:extLst>
                          <a:ext uri="{FF2B5EF4-FFF2-40B4-BE49-F238E27FC236}">
                            <a16:creationId xmlns:a16="http://schemas.microsoft.com/office/drawing/2014/main" id="{2CBB5718-8E6E-4E08-B0FB-822D1AAFC55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8210" y="1445201"/>
                        <a:ext cx="2701925"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10">
            <a:extLst>
              <a:ext uri="{FF2B5EF4-FFF2-40B4-BE49-F238E27FC236}">
                <a16:creationId xmlns:a16="http://schemas.microsoft.com/office/drawing/2014/main" id="{403A3330-8435-9828-E398-BD7F49344C88}"/>
              </a:ext>
            </a:extLst>
          </p:cNvPr>
          <p:cNvGraphicFramePr>
            <a:graphicFrameLocks noChangeAspect="1"/>
          </p:cNvGraphicFramePr>
          <p:nvPr>
            <p:extLst>
              <p:ext uri="{D42A27DB-BD31-4B8C-83A1-F6EECF244321}">
                <p14:modId xmlns:p14="http://schemas.microsoft.com/office/powerpoint/2010/main" val="3717370760"/>
              </p:ext>
            </p:extLst>
          </p:nvPr>
        </p:nvGraphicFramePr>
        <p:xfrm>
          <a:off x="694908" y="4775488"/>
          <a:ext cx="1581150" cy="379413"/>
        </p:xfrm>
        <a:graphic>
          <a:graphicData uri="http://schemas.openxmlformats.org/presentationml/2006/ole">
            <mc:AlternateContent xmlns:mc="http://schemas.openxmlformats.org/markup-compatibility/2006">
              <mc:Choice xmlns:v="urn:schemas-microsoft-com:vml" Requires="v">
                <p:oleObj name="Equation" r:id="rId14" imgW="787320" imgH="203040" progId="Equation.DSMT4">
                  <p:embed/>
                </p:oleObj>
              </mc:Choice>
              <mc:Fallback>
                <p:oleObj name="Equation" r:id="rId14" imgW="787320" imgH="203040" progId="Equation.DSMT4">
                  <p:embed/>
                  <p:pic>
                    <p:nvPicPr>
                      <p:cNvPr id="11" name="Object 10">
                        <a:extLst>
                          <a:ext uri="{FF2B5EF4-FFF2-40B4-BE49-F238E27FC236}">
                            <a16:creationId xmlns:a16="http://schemas.microsoft.com/office/drawing/2014/main" id="{282FE6DC-1FD7-3C63-AD08-8302D4839C14}"/>
                          </a:ext>
                        </a:extLst>
                      </p:cNvPr>
                      <p:cNvPicPr>
                        <a:picLocks noChangeAspect="1" noChangeArrowheads="1"/>
                      </p:cNvPicPr>
                      <p:nvPr/>
                    </p:nvPicPr>
                    <p:blipFill>
                      <a:blip r:embed="rId15"/>
                      <a:srcRect/>
                      <a:stretch>
                        <a:fillRect/>
                      </a:stretch>
                    </p:blipFill>
                    <p:spPr bwMode="auto">
                      <a:xfrm>
                        <a:off x="694908" y="4775488"/>
                        <a:ext cx="1581150"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46C0D0CE-5E2A-9172-4208-B5C58443E588}"/>
                  </a:ext>
                </a:extLst>
              </p:cNvPr>
              <p:cNvSpPr txBox="1"/>
              <p:nvPr/>
            </p:nvSpPr>
            <p:spPr>
              <a:xfrm>
                <a:off x="2922912" y="3942743"/>
                <a:ext cx="1439047" cy="516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zh-CN" altLang="en-US" i="1" smtClean="0">
                              <a:latin typeface="Cambria Math" panose="02040503050406030204" pitchFamily="18" charset="0"/>
                            </a:rPr>
                          </m:ctrlPr>
                        </m:funcPr>
                        <m:fName>
                          <m:r>
                            <m:rPr>
                              <m:sty m:val="p"/>
                            </m:rPr>
                            <a:rPr lang="zh-CN" altLang="en-US">
                              <a:latin typeface="Cambria Math" panose="02040503050406030204" pitchFamily="18" charset="0"/>
                            </a:rPr>
                            <m:t>sin</m:t>
                          </m:r>
                          <m:r>
                            <m:rPr>
                              <m:sty m:val="p"/>
                            </m:rPr>
                            <a:rPr lang="en-US" altLang="zh-CN" i="1">
                              <a:latin typeface="Cambria Math" panose="02040503050406030204" pitchFamily="18" charset="0"/>
                            </a:rPr>
                            <m:t>c</m:t>
                          </m:r>
                        </m:fName>
                        <m:e>
                          <m:r>
                            <a:rPr lang="zh-CN" altLang="en-US" i="1">
                              <a:latin typeface="Cambria Math" panose="02040503050406030204" pitchFamily="18" charset="0"/>
                            </a:rPr>
                            <m:t>𝑥</m:t>
                          </m:r>
                        </m:e>
                      </m:func>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sin</m:t>
                              </m:r>
                            </m:fName>
                            <m:e>
                              <m:r>
                                <a:rPr lang="zh-CN" altLang="en-US" i="1">
                                  <a:latin typeface="Cambria Math" panose="02040503050406030204" pitchFamily="18" charset="0"/>
                                </a:rPr>
                                <m:t>𝑥</m:t>
                              </m:r>
                            </m:e>
                          </m:func>
                        </m:num>
                        <m:den>
                          <m:r>
                            <a:rPr lang="zh-CN" altLang="en-US" i="1">
                              <a:latin typeface="Cambria Math" panose="02040503050406030204" pitchFamily="18" charset="0"/>
                            </a:rPr>
                            <m:t>𝑥</m:t>
                          </m:r>
                        </m:den>
                      </m:f>
                    </m:oMath>
                  </m:oMathPara>
                </a14:m>
                <a:endParaRPr lang="zh-CN" altLang="en-US" dirty="0"/>
              </a:p>
            </p:txBody>
          </p:sp>
        </mc:Choice>
        <mc:Fallback xmlns="">
          <p:sp>
            <p:nvSpPr>
              <p:cNvPr id="39" name="文本框 38">
                <a:extLst>
                  <a:ext uri="{FF2B5EF4-FFF2-40B4-BE49-F238E27FC236}">
                    <a16:creationId xmlns:a16="http://schemas.microsoft.com/office/drawing/2014/main" id="{46C0D0CE-5E2A-9172-4208-B5C58443E588}"/>
                  </a:ext>
                </a:extLst>
              </p:cNvPr>
              <p:cNvSpPr txBox="1">
                <a:spLocks noRot="1" noChangeAspect="1" noMove="1" noResize="1" noEditPoints="1" noAdjustHandles="1" noChangeArrowheads="1" noChangeShapeType="1" noTextEdit="1"/>
              </p:cNvSpPr>
              <p:nvPr/>
            </p:nvSpPr>
            <p:spPr>
              <a:xfrm>
                <a:off x="2922912" y="3942743"/>
                <a:ext cx="1439047" cy="516680"/>
              </a:xfrm>
              <a:prstGeom prst="rect">
                <a:avLst/>
              </a:prstGeom>
              <a:blipFill>
                <a:blip r:embed="rId16"/>
                <a:stretch>
                  <a:fillRect/>
                </a:stretch>
              </a:blipFill>
            </p:spPr>
            <p:txBody>
              <a:bodyPr/>
              <a:lstStyle/>
              <a:p>
                <a:r>
                  <a:rPr lang="zh-CN" altLang="en-US">
                    <a:noFill/>
                  </a:rPr>
                  <a:t> </a:t>
                </a:r>
              </a:p>
            </p:txBody>
          </p:sp>
        </mc:Fallback>
      </mc:AlternateContent>
      <p:graphicFrame>
        <p:nvGraphicFramePr>
          <p:cNvPr id="2" name="Object 6">
            <a:extLst>
              <a:ext uri="{FF2B5EF4-FFF2-40B4-BE49-F238E27FC236}">
                <a16:creationId xmlns:a16="http://schemas.microsoft.com/office/drawing/2014/main" id="{9264074B-EF5F-F3D2-E999-6B46C4B4D39A}"/>
              </a:ext>
            </a:extLst>
          </p:cNvPr>
          <p:cNvGraphicFramePr>
            <a:graphicFrameLocks noChangeAspect="1"/>
          </p:cNvGraphicFramePr>
          <p:nvPr>
            <p:extLst>
              <p:ext uri="{D42A27DB-BD31-4B8C-83A1-F6EECF244321}">
                <p14:modId xmlns:p14="http://schemas.microsoft.com/office/powerpoint/2010/main" val="872603946"/>
              </p:ext>
            </p:extLst>
          </p:nvPr>
        </p:nvGraphicFramePr>
        <p:xfrm>
          <a:off x="2135057" y="622226"/>
          <a:ext cx="3367088" cy="825500"/>
        </p:xfrm>
        <a:graphic>
          <a:graphicData uri="http://schemas.openxmlformats.org/presentationml/2006/ole">
            <mc:AlternateContent xmlns:mc="http://schemas.openxmlformats.org/markup-compatibility/2006">
              <mc:Choice xmlns:v="urn:schemas-microsoft-com:vml" Requires="v">
                <p:oleObj name="Equation" r:id="rId17" imgW="1892300" imgH="533400" progId="Equation.DSMT4">
                  <p:embed/>
                </p:oleObj>
              </mc:Choice>
              <mc:Fallback>
                <p:oleObj name="Equation" r:id="rId17" imgW="1892300" imgH="533400" progId="Equation.DSMT4">
                  <p:embed/>
                  <p:pic>
                    <p:nvPicPr>
                      <p:cNvPr id="5" name="Object 6">
                        <a:extLst>
                          <a:ext uri="{FF2B5EF4-FFF2-40B4-BE49-F238E27FC236}">
                            <a16:creationId xmlns:a16="http://schemas.microsoft.com/office/drawing/2014/main" id="{1A596030-8BAC-CB19-83B6-494B001204E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5057" y="622226"/>
                        <a:ext cx="3367088" cy="825500"/>
                      </a:xfrm>
                      <a:prstGeom prst="rect">
                        <a:avLst/>
                      </a:prstGeom>
                      <a:solidFill>
                        <a:schemeClr val="bg1"/>
                      </a:solidFill>
                      <a:ln w="57150">
                        <a:solidFill>
                          <a:srgbClr val="009999"/>
                        </a:solidFill>
                        <a:miter lim="800000"/>
                        <a:headEnd/>
                        <a:tailEnd/>
                      </a:ln>
                    </p:spPr>
                  </p:pic>
                </p:oleObj>
              </mc:Fallback>
            </mc:AlternateContent>
          </a:graphicData>
        </a:graphic>
      </p:graphicFrame>
      <p:sp>
        <p:nvSpPr>
          <p:cNvPr id="4" name="矩形 3">
            <a:extLst>
              <a:ext uri="{FF2B5EF4-FFF2-40B4-BE49-F238E27FC236}">
                <a16:creationId xmlns:a16="http://schemas.microsoft.com/office/drawing/2014/main" id="{1FE1BAFB-F959-70A7-6172-AA4A58BBF909}"/>
              </a:ext>
            </a:extLst>
          </p:cNvPr>
          <p:cNvSpPr/>
          <p:nvPr/>
        </p:nvSpPr>
        <p:spPr>
          <a:xfrm>
            <a:off x="3483033" y="822960"/>
            <a:ext cx="512202" cy="4365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 Box 32">
            <a:extLst>
              <a:ext uri="{FF2B5EF4-FFF2-40B4-BE49-F238E27FC236}">
                <a16:creationId xmlns:a16="http://schemas.microsoft.com/office/drawing/2014/main" id="{6B0D45FC-A27C-3AB6-0291-076BFE2E2E42}"/>
              </a:ext>
            </a:extLst>
          </p:cNvPr>
          <p:cNvSpPr txBox="1">
            <a:spLocks noChangeArrowheads="1"/>
          </p:cNvSpPr>
          <p:nvPr/>
        </p:nvSpPr>
        <p:spPr bwMode="auto">
          <a:xfrm>
            <a:off x="3920457" y="558726"/>
            <a:ext cx="5145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solidFill>
                  <a:srgbClr val="FF0000"/>
                </a:solidFill>
              </a:rPr>
              <a:t>=1</a:t>
            </a:r>
          </a:p>
        </p:txBody>
      </p:sp>
    </p:spTree>
    <p:extLst>
      <p:ext uri="{BB962C8B-B14F-4D97-AF65-F5344CB8AC3E}">
        <p14:creationId xmlns:p14="http://schemas.microsoft.com/office/powerpoint/2010/main" val="2577362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82C22-6BE4-8410-BABE-6F2BF80F10CC}"/>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D9493DA9-AB7E-4F73-EAF6-C609EA9BC376}"/>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The Fourier transform of Dirac </a:t>
            </a:r>
            <a:r>
              <a:rPr lang="en-US" altLang="en-US" sz="2400" b="1" dirty="0">
                <a:solidFill>
                  <a:schemeClr val="bg1"/>
                </a:solidFill>
                <a:latin typeface="Symbol" panose="05050102010706020507" pitchFamily="18" charset="2"/>
                <a:cs typeface="Times New Roman" panose="02020603050405020304" pitchFamily="18" charset="0"/>
              </a:rPr>
              <a:t>d</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-Function </a:t>
            </a:r>
            <a:r>
              <a:rPr lang="en-US" altLang="en-US" sz="2400" b="1" i="1" dirty="0">
                <a:solidFill>
                  <a:schemeClr val="bg1"/>
                </a:solidFill>
                <a:latin typeface="Symbol" panose="05050102010706020507" pitchFamily="18" charset="2"/>
              </a:rPr>
              <a:t>d</a:t>
            </a:r>
            <a:r>
              <a:rPr lang="en-US" altLang="en-US" sz="2400" b="1" dirty="0">
                <a:solidFill>
                  <a:schemeClr val="bg1"/>
                </a:solidFill>
                <a:latin typeface="Times New Roman" panose="02020603050405020304" pitchFamily="18" charset="0"/>
                <a:cs typeface="Times New Roman" panose="02020603050405020304" pitchFamily="18" charset="0"/>
              </a:rPr>
              <a:t>(</a:t>
            </a:r>
            <a:r>
              <a:rPr lang="en-US" altLang="en-US" sz="2400" b="1" i="1" dirty="0">
                <a:solidFill>
                  <a:schemeClr val="bg1"/>
                </a:solidFill>
                <a:latin typeface="Times New Roman" panose="02020603050405020304" pitchFamily="18" charset="0"/>
                <a:cs typeface="Times New Roman" panose="02020603050405020304" pitchFamily="18" charset="0"/>
              </a:rPr>
              <a:t>t</a:t>
            </a:r>
            <a:r>
              <a:rPr lang="en-US" altLang="en-US" sz="24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is 1</a:t>
            </a:r>
          </a:p>
        </p:txBody>
      </p:sp>
      <p:sp>
        <p:nvSpPr>
          <p:cNvPr id="38" name="Rectangle 2">
            <a:extLst>
              <a:ext uri="{FF2B5EF4-FFF2-40B4-BE49-F238E27FC236}">
                <a16:creationId xmlns:a16="http://schemas.microsoft.com/office/drawing/2014/main" id="{6CA83D3D-C2BE-76E3-CE94-EC47C483A444}"/>
              </a:ext>
            </a:extLst>
          </p:cNvPr>
          <p:cNvSpPr>
            <a:spLocks noChangeArrowheads="1"/>
          </p:cNvSpPr>
          <p:nvPr/>
        </p:nvSpPr>
        <p:spPr bwMode="auto">
          <a:xfrm>
            <a:off x="5337078" y="4694712"/>
            <a:ext cx="1841500" cy="1263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40" name="Line 3">
            <a:extLst>
              <a:ext uri="{FF2B5EF4-FFF2-40B4-BE49-F238E27FC236}">
                <a16:creationId xmlns:a16="http://schemas.microsoft.com/office/drawing/2014/main" id="{A9A7E028-1BD8-8B3B-DC4A-80BFFF3AA43B}"/>
              </a:ext>
            </a:extLst>
          </p:cNvPr>
          <p:cNvSpPr>
            <a:spLocks noChangeShapeType="1"/>
          </p:cNvSpPr>
          <p:nvPr/>
        </p:nvSpPr>
        <p:spPr bwMode="auto">
          <a:xfrm>
            <a:off x="5473603" y="5685312"/>
            <a:ext cx="158273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4">
            <a:extLst>
              <a:ext uri="{FF2B5EF4-FFF2-40B4-BE49-F238E27FC236}">
                <a16:creationId xmlns:a16="http://schemas.microsoft.com/office/drawing/2014/main" id="{E17171CA-0461-5CBF-A0E2-CA0BA7C93123}"/>
              </a:ext>
            </a:extLst>
          </p:cNvPr>
          <p:cNvSpPr>
            <a:spLocks noChangeShapeType="1"/>
          </p:cNvSpPr>
          <p:nvPr/>
        </p:nvSpPr>
        <p:spPr bwMode="auto">
          <a:xfrm flipV="1">
            <a:off x="6249890" y="4855050"/>
            <a:ext cx="0" cy="822325"/>
          </a:xfrm>
          <a:prstGeom prst="line">
            <a:avLst/>
          </a:prstGeom>
          <a:noFill/>
          <a:ln w="57150">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5">
            <a:extLst>
              <a:ext uri="{FF2B5EF4-FFF2-40B4-BE49-F238E27FC236}">
                <a16:creationId xmlns:a16="http://schemas.microsoft.com/office/drawing/2014/main" id="{FB2495B3-B569-7F44-6761-A5005E99ECA7}"/>
              </a:ext>
            </a:extLst>
          </p:cNvPr>
          <p:cNvSpPr>
            <a:spLocks noChangeShapeType="1"/>
          </p:cNvSpPr>
          <p:nvPr/>
        </p:nvSpPr>
        <p:spPr bwMode="auto">
          <a:xfrm rot="5400000" flipV="1">
            <a:off x="6248303" y="5015387"/>
            <a:ext cx="0" cy="1333500"/>
          </a:xfrm>
          <a:prstGeom prst="line">
            <a:avLst/>
          </a:prstGeom>
          <a:noFill/>
          <a:ln w="57150">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6">
            <a:extLst>
              <a:ext uri="{FF2B5EF4-FFF2-40B4-BE49-F238E27FC236}">
                <a16:creationId xmlns:a16="http://schemas.microsoft.com/office/drawing/2014/main" id="{77531991-A391-B5FD-1E0B-D29363CC1E52}"/>
              </a:ext>
            </a:extLst>
          </p:cNvPr>
          <p:cNvSpPr txBox="1">
            <a:spLocks noChangeArrowheads="1"/>
          </p:cNvSpPr>
          <p:nvPr/>
        </p:nvSpPr>
        <p:spPr bwMode="auto">
          <a:xfrm>
            <a:off x="6727728" y="5607525"/>
            <a:ext cx="358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Symbol" panose="05050102010706020507" pitchFamily="18" charset="2"/>
                <a:cs typeface="Times New Roman" panose="02020603050405020304" pitchFamily="18" charset="0"/>
              </a:rPr>
              <a:t>w</a:t>
            </a:r>
          </a:p>
        </p:txBody>
      </p:sp>
      <p:sp>
        <p:nvSpPr>
          <p:cNvPr id="44" name="Text Box 7">
            <a:extLst>
              <a:ext uri="{FF2B5EF4-FFF2-40B4-BE49-F238E27FC236}">
                <a16:creationId xmlns:a16="http://schemas.microsoft.com/office/drawing/2014/main" id="{5A880125-C8AB-0FB2-9B44-FA9352D04204}"/>
              </a:ext>
            </a:extLst>
          </p:cNvPr>
          <p:cNvSpPr txBox="1">
            <a:spLocks noChangeArrowheads="1"/>
          </p:cNvSpPr>
          <p:nvPr/>
        </p:nvSpPr>
        <p:spPr bwMode="auto">
          <a:xfrm>
            <a:off x="6265765" y="4712175"/>
            <a:ext cx="995363"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200">
                <a:latin typeface="Symbol" panose="05050102010706020507" pitchFamily="18" charset="2"/>
              </a:rPr>
              <a:t>2p</a:t>
            </a:r>
            <a:r>
              <a:rPr lang="en-US" altLang="en-US" sz="2200" i="1">
                <a:latin typeface="Symbol" panose="05050102010706020507" pitchFamily="18" charset="2"/>
              </a:rPr>
              <a:t>d</a:t>
            </a:r>
            <a:r>
              <a:rPr lang="en-US" altLang="en-US" sz="2200">
                <a:latin typeface="Times New Roman" panose="02020603050405020304" pitchFamily="18" charset="0"/>
              </a:rPr>
              <a:t>(</a:t>
            </a:r>
            <a:r>
              <a:rPr lang="en-US" altLang="en-US" sz="2200" i="1">
                <a:latin typeface="Symbol" panose="05050102010706020507" pitchFamily="18" charset="2"/>
                <a:cs typeface="Times New Roman" panose="02020603050405020304" pitchFamily="18" charset="0"/>
              </a:rPr>
              <a:t>w</a:t>
            </a:r>
            <a:r>
              <a:rPr lang="en-US" altLang="en-US" sz="2200">
                <a:latin typeface="Times New Roman" panose="02020603050405020304" pitchFamily="18" charset="0"/>
              </a:rPr>
              <a:t>)</a:t>
            </a:r>
          </a:p>
        </p:txBody>
      </p:sp>
      <p:graphicFrame>
        <p:nvGraphicFramePr>
          <p:cNvPr id="46" name="Object 9">
            <a:extLst>
              <a:ext uri="{FF2B5EF4-FFF2-40B4-BE49-F238E27FC236}">
                <a16:creationId xmlns:a16="http://schemas.microsoft.com/office/drawing/2014/main" id="{FE0FA03C-7A62-80B4-744B-5C43BFFA2B9B}"/>
              </a:ext>
            </a:extLst>
          </p:cNvPr>
          <p:cNvGraphicFramePr>
            <a:graphicFrameLocks noChangeAspect="1"/>
          </p:cNvGraphicFramePr>
          <p:nvPr/>
        </p:nvGraphicFramePr>
        <p:xfrm>
          <a:off x="5427565" y="3475512"/>
          <a:ext cx="3554413" cy="1120775"/>
        </p:xfrm>
        <a:graphic>
          <a:graphicData uri="http://schemas.openxmlformats.org/presentationml/2006/ole">
            <mc:AlternateContent xmlns:mc="http://schemas.openxmlformats.org/markup-compatibility/2006">
              <mc:Choice xmlns:v="urn:schemas-microsoft-com:vml" Requires="v">
                <p:oleObj name="Equation" r:id="rId3" imgW="1790700" imgH="546100" progId="Equation.DSMT4">
                  <p:embed/>
                </p:oleObj>
              </mc:Choice>
              <mc:Fallback>
                <p:oleObj name="Equation" r:id="rId3" imgW="1790700" imgH="546100" progId="Equation.DSMT4">
                  <p:embed/>
                  <p:pic>
                    <p:nvPicPr>
                      <p:cNvPr id="46" name="Object 9">
                        <a:extLst>
                          <a:ext uri="{FF2B5EF4-FFF2-40B4-BE49-F238E27FC236}">
                            <a16:creationId xmlns:a16="http://schemas.microsoft.com/office/drawing/2014/main" id="{FE0FA03C-7A62-80B4-744B-5C43BFFA2B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7565" y="3475512"/>
                        <a:ext cx="3554413"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Text Box 10">
            <a:extLst>
              <a:ext uri="{FF2B5EF4-FFF2-40B4-BE49-F238E27FC236}">
                <a16:creationId xmlns:a16="http://schemas.microsoft.com/office/drawing/2014/main" id="{C2927DEC-D988-BC56-9E40-FD76B546D1DE}"/>
              </a:ext>
            </a:extLst>
          </p:cNvPr>
          <p:cNvSpPr txBox="1">
            <a:spLocks noChangeArrowheads="1"/>
          </p:cNvSpPr>
          <p:nvPr/>
        </p:nvSpPr>
        <p:spPr bwMode="auto">
          <a:xfrm>
            <a:off x="684115" y="3821587"/>
            <a:ext cx="4829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t>And the Fourier Transform of </a:t>
            </a:r>
            <a:r>
              <a:rPr lang="en-US" altLang="en-US" sz="2000">
                <a:latin typeface="Times New Roman" panose="02020603050405020304" pitchFamily="18" charset="0"/>
              </a:rPr>
              <a:t>1</a:t>
            </a:r>
            <a:r>
              <a:rPr lang="en-US" altLang="en-US" sz="2000"/>
              <a:t> is </a:t>
            </a:r>
            <a:r>
              <a:rPr lang="en-US" altLang="en-US" sz="2000">
                <a:latin typeface="Symbol" panose="05050102010706020507" pitchFamily="18" charset="2"/>
              </a:rPr>
              <a:t>2p</a:t>
            </a:r>
            <a:r>
              <a:rPr lang="en-US" altLang="en-US" sz="2000" i="1">
                <a:latin typeface="Symbol" panose="05050102010706020507" pitchFamily="18" charset="2"/>
              </a:rPr>
              <a:t>d</a:t>
            </a:r>
            <a:r>
              <a:rPr lang="en-US" altLang="en-US" sz="2000">
                <a:latin typeface="Times New Roman" panose="02020603050405020304" pitchFamily="18" charset="0"/>
              </a:rPr>
              <a:t>(</a:t>
            </a:r>
            <a:r>
              <a:rPr lang="en-US" altLang="en-US" sz="2000" i="1">
                <a:latin typeface="Symbol" panose="05050102010706020507" pitchFamily="18" charset="2"/>
                <a:cs typeface="Times New Roman" panose="02020603050405020304" pitchFamily="18" charset="0"/>
              </a:rPr>
              <a:t>w</a:t>
            </a:r>
            <a:r>
              <a:rPr lang="en-US" altLang="en-US" sz="2000">
                <a:latin typeface="Times New Roman" panose="02020603050405020304" pitchFamily="18" charset="0"/>
              </a:rPr>
              <a:t>)</a:t>
            </a:r>
            <a:r>
              <a:rPr lang="en-US" altLang="en-US" sz="2000"/>
              <a:t>:</a:t>
            </a:r>
          </a:p>
        </p:txBody>
      </p:sp>
      <p:graphicFrame>
        <p:nvGraphicFramePr>
          <p:cNvPr id="48" name="Object 11">
            <a:extLst>
              <a:ext uri="{FF2B5EF4-FFF2-40B4-BE49-F238E27FC236}">
                <a16:creationId xmlns:a16="http://schemas.microsoft.com/office/drawing/2014/main" id="{860D6374-C6FC-3E6C-C554-BAC503DD7C77}"/>
              </a:ext>
            </a:extLst>
          </p:cNvPr>
          <p:cNvGraphicFramePr>
            <a:graphicFrameLocks noChangeAspect="1"/>
          </p:cNvGraphicFramePr>
          <p:nvPr/>
        </p:nvGraphicFramePr>
        <p:xfrm>
          <a:off x="846041" y="775135"/>
          <a:ext cx="5381625" cy="1223962"/>
        </p:xfrm>
        <a:graphic>
          <a:graphicData uri="http://schemas.openxmlformats.org/presentationml/2006/ole">
            <mc:AlternateContent xmlns:mc="http://schemas.openxmlformats.org/markup-compatibility/2006">
              <mc:Choice xmlns:v="urn:schemas-microsoft-com:vml" Requires="v">
                <p:oleObj name="Equation" r:id="rId5" imgW="2501900" imgH="546100" progId="Equation.DSMT4">
                  <p:embed/>
                </p:oleObj>
              </mc:Choice>
              <mc:Fallback>
                <p:oleObj name="Equation" r:id="rId5" imgW="2501900" imgH="546100" progId="Equation.DSMT4">
                  <p:embed/>
                  <p:pic>
                    <p:nvPicPr>
                      <p:cNvPr id="48" name="Object 11">
                        <a:extLst>
                          <a:ext uri="{FF2B5EF4-FFF2-40B4-BE49-F238E27FC236}">
                            <a16:creationId xmlns:a16="http://schemas.microsoft.com/office/drawing/2014/main" id="{860D6374-C6FC-3E6C-C554-BAC503DD7C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041" y="775135"/>
                        <a:ext cx="5381625"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 name="Group 12">
            <a:extLst>
              <a:ext uri="{FF2B5EF4-FFF2-40B4-BE49-F238E27FC236}">
                <a16:creationId xmlns:a16="http://schemas.microsoft.com/office/drawing/2014/main" id="{495F20F8-53C3-83C2-2901-4FAB8D1EA2FE}"/>
              </a:ext>
            </a:extLst>
          </p:cNvPr>
          <p:cNvGrpSpPr>
            <a:grpSpLocks/>
          </p:cNvGrpSpPr>
          <p:nvPr/>
        </p:nvGrpSpPr>
        <p:grpSpPr bwMode="auto">
          <a:xfrm>
            <a:off x="2455765" y="2124550"/>
            <a:ext cx="1841500" cy="1323975"/>
            <a:chOff x="498" y="3295"/>
            <a:chExt cx="1160" cy="834"/>
          </a:xfrm>
        </p:grpSpPr>
        <p:sp>
          <p:nvSpPr>
            <p:cNvPr id="50" name="Rectangle 13">
              <a:extLst>
                <a:ext uri="{FF2B5EF4-FFF2-40B4-BE49-F238E27FC236}">
                  <a16:creationId xmlns:a16="http://schemas.microsoft.com/office/drawing/2014/main" id="{4CD013DA-04E6-B98C-43A8-65C7CE9BD808}"/>
                </a:ext>
              </a:extLst>
            </p:cNvPr>
            <p:cNvSpPr>
              <a:spLocks noChangeArrowheads="1"/>
            </p:cNvSpPr>
            <p:nvPr/>
          </p:nvSpPr>
          <p:spPr bwMode="auto">
            <a:xfrm>
              <a:off x="498" y="3300"/>
              <a:ext cx="1160" cy="7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51" name="Line 14">
              <a:extLst>
                <a:ext uri="{FF2B5EF4-FFF2-40B4-BE49-F238E27FC236}">
                  <a16:creationId xmlns:a16="http://schemas.microsoft.com/office/drawing/2014/main" id="{20954181-6064-F245-0052-AEEE696BD944}"/>
                </a:ext>
              </a:extLst>
            </p:cNvPr>
            <p:cNvSpPr>
              <a:spLocks noChangeShapeType="1"/>
            </p:cNvSpPr>
            <p:nvPr/>
          </p:nvSpPr>
          <p:spPr bwMode="auto">
            <a:xfrm>
              <a:off x="584" y="3924"/>
              <a:ext cx="99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5">
              <a:extLst>
                <a:ext uri="{FF2B5EF4-FFF2-40B4-BE49-F238E27FC236}">
                  <a16:creationId xmlns:a16="http://schemas.microsoft.com/office/drawing/2014/main" id="{F80ACB9E-015B-411E-725B-2CA2DF1577D2}"/>
                </a:ext>
              </a:extLst>
            </p:cNvPr>
            <p:cNvSpPr>
              <a:spLocks noChangeShapeType="1"/>
            </p:cNvSpPr>
            <p:nvPr/>
          </p:nvSpPr>
          <p:spPr bwMode="auto">
            <a:xfrm flipV="1">
              <a:off x="1073" y="3401"/>
              <a:ext cx="0" cy="518"/>
            </a:xfrm>
            <a:prstGeom prst="line">
              <a:avLst/>
            </a:prstGeom>
            <a:noFill/>
            <a:ln w="57150">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16">
              <a:extLst>
                <a:ext uri="{FF2B5EF4-FFF2-40B4-BE49-F238E27FC236}">
                  <a16:creationId xmlns:a16="http://schemas.microsoft.com/office/drawing/2014/main" id="{586EA91C-BFF2-5DC5-4A0C-350D5036D106}"/>
                </a:ext>
              </a:extLst>
            </p:cNvPr>
            <p:cNvSpPr>
              <a:spLocks noChangeShapeType="1"/>
            </p:cNvSpPr>
            <p:nvPr/>
          </p:nvSpPr>
          <p:spPr bwMode="auto">
            <a:xfrm rot="5400000" flipV="1">
              <a:off x="1072" y="3502"/>
              <a:ext cx="0" cy="840"/>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Text Box 17">
              <a:extLst>
                <a:ext uri="{FF2B5EF4-FFF2-40B4-BE49-F238E27FC236}">
                  <a16:creationId xmlns:a16="http://schemas.microsoft.com/office/drawing/2014/main" id="{9E606241-02E1-2F71-B0CB-765C009E51F7}"/>
                </a:ext>
              </a:extLst>
            </p:cNvPr>
            <p:cNvSpPr txBox="1">
              <a:spLocks noChangeArrowheads="1"/>
            </p:cNvSpPr>
            <p:nvPr/>
          </p:nvSpPr>
          <p:spPr bwMode="auto">
            <a:xfrm>
              <a:off x="1374" y="3879"/>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Times New Roman" panose="02020603050405020304" pitchFamily="18" charset="0"/>
                  <a:cs typeface="Times New Roman" panose="02020603050405020304" pitchFamily="18" charset="0"/>
                </a:rPr>
                <a:t>t</a:t>
              </a:r>
            </a:p>
          </p:txBody>
        </p:sp>
        <p:sp>
          <p:nvSpPr>
            <p:cNvPr id="55" name="Text Box 18">
              <a:extLst>
                <a:ext uri="{FF2B5EF4-FFF2-40B4-BE49-F238E27FC236}">
                  <a16:creationId xmlns:a16="http://schemas.microsoft.com/office/drawing/2014/main" id="{AEA5A6AC-CDDC-F58E-317D-CC71BB844BFD}"/>
                </a:ext>
              </a:extLst>
            </p:cNvPr>
            <p:cNvSpPr txBox="1">
              <a:spLocks noChangeArrowheads="1"/>
            </p:cNvSpPr>
            <p:nvPr/>
          </p:nvSpPr>
          <p:spPr bwMode="auto">
            <a:xfrm>
              <a:off x="1091" y="3295"/>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dirty="0">
                  <a:latin typeface="Symbol" panose="05050102010706020507" pitchFamily="18" charset="2"/>
                </a:rPr>
                <a:t>d</a:t>
              </a:r>
              <a:r>
                <a:rPr lang="en-US" altLang="en-US" sz="2400" dirty="0">
                  <a:latin typeface="Times New Roman" panose="02020603050405020304" pitchFamily="18" charset="0"/>
                </a:rPr>
                <a:t>(</a:t>
              </a:r>
              <a:r>
                <a:rPr lang="en-US" altLang="en-US" sz="2400" i="1" dirty="0">
                  <a:latin typeface="Times New Roman" panose="02020603050405020304" pitchFamily="18" charset="0"/>
                  <a:cs typeface="Times New Roman" panose="02020603050405020304" pitchFamily="18" charset="0"/>
                </a:rPr>
                <a:t>t</a:t>
              </a:r>
              <a:r>
                <a:rPr lang="en-US" altLang="en-US" sz="2400" dirty="0">
                  <a:latin typeface="Times New Roman" panose="02020603050405020304" pitchFamily="18" charset="0"/>
                </a:rPr>
                <a:t>)</a:t>
              </a:r>
            </a:p>
          </p:txBody>
        </p:sp>
      </p:grpSp>
      <p:grpSp>
        <p:nvGrpSpPr>
          <p:cNvPr id="56" name="Group 19">
            <a:extLst>
              <a:ext uri="{FF2B5EF4-FFF2-40B4-BE49-F238E27FC236}">
                <a16:creationId xmlns:a16="http://schemas.microsoft.com/office/drawing/2014/main" id="{AEC8AE89-223A-52C8-7A28-9FBF799CE2A6}"/>
              </a:ext>
            </a:extLst>
          </p:cNvPr>
          <p:cNvGrpSpPr>
            <a:grpSpLocks/>
          </p:cNvGrpSpPr>
          <p:nvPr/>
        </p:nvGrpSpPr>
        <p:grpSpPr bwMode="auto">
          <a:xfrm>
            <a:off x="5337078" y="2132487"/>
            <a:ext cx="1841500" cy="1309688"/>
            <a:chOff x="2852" y="3250"/>
            <a:chExt cx="1160" cy="825"/>
          </a:xfrm>
        </p:grpSpPr>
        <p:sp>
          <p:nvSpPr>
            <p:cNvPr id="57" name="Rectangle 20">
              <a:extLst>
                <a:ext uri="{FF2B5EF4-FFF2-40B4-BE49-F238E27FC236}">
                  <a16:creationId xmlns:a16="http://schemas.microsoft.com/office/drawing/2014/main" id="{23E9C1F3-1DC4-D80C-4150-EC1A3057D76D}"/>
                </a:ext>
              </a:extLst>
            </p:cNvPr>
            <p:cNvSpPr>
              <a:spLocks noChangeArrowheads="1"/>
            </p:cNvSpPr>
            <p:nvPr/>
          </p:nvSpPr>
          <p:spPr bwMode="auto">
            <a:xfrm>
              <a:off x="2852" y="3250"/>
              <a:ext cx="1160" cy="7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58" name="Line 21">
              <a:extLst>
                <a:ext uri="{FF2B5EF4-FFF2-40B4-BE49-F238E27FC236}">
                  <a16:creationId xmlns:a16="http://schemas.microsoft.com/office/drawing/2014/main" id="{3BFE5ED8-1EB0-83B7-A076-78C6FE4238E1}"/>
                </a:ext>
              </a:extLst>
            </p:cNvPr>
            <p:cNvSpPr>
              <a:spLocks noChangeShapeType="1"/>
            </p:cNvSpPr>
            <p:nvPr/>
          </p:nvSpPr>
          <p:spPr bwMode="auto">
            <a:xfrm>
              <a:off x="2938" y="3874"/>
              <a:ext cx="99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22">
              <a:extLst>
                <a:ext uri="{FF2B5EF4-FFF2-40B4-BE49-F238E27FC236}">
                  <a16:creationId xmlns:a16="http://schemas.microsoft.com/office/drawing/2014/main" id="{3A2A08AA-F1E8-62E6-DC55-F40BD862A496}"/>
                </a:ext>
              </a:extLst>
            </p:cNvPr>
            <p:cNvSpPr>
              <a:spLocks noChangeShapeType="1"/>
            </p:cNvSpPr>
            <p:nvPr/>
          </p:nvSpPr>
          <p:spPr bwMode="auto">
            <a:xfrm rot="5400000" flipV="1">
              <a:off x="3413" y="3104"/>
              <a:ext cx="0" cy="959"/>
            </a:xfrm>
            <a:prstGeom prst="line">
              <a:avLst/>
            </a:prstGeom>
            <a:noFill/>
            <a:ln w="57150">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Text Box 23">
              <a:extLst>
                <a:ext uri="{FF2B5EF4-FFF2-40B4-BE49-F238E27FC236}">
                  <a16:creationId xmlns:a16="http://schemas.microsoft.com/office/drawing/2014/main" id="{554FD475-5A3E-549B-22D3-EB07C366B6C1}"/>
                </a:ext>
              </a:extLst>
            </p:cNvPr>
            <p:cNvSpPr txBox="1">
              <a:spLocks noChangeArrowheads="1"/>
            </p:cNvSpPr>
            <p:nvPr/>
          </p:nvSpPr>
          <p:spPr bwMode="auto">
            <a:xfrm>
              <a:off x="3728" y="3825"/>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Symbol" panose="05050102010706020507" pitchFamily="18" charset="2"/>
                  <a:cs typeface="Times New Roman" panose="02020603050405020304" pitchFamily="18" charset="0"/>
                </a:rPr>
                <a:t>w</a:t>
              </a:r>
            </a:p>
          </p:txBody>
        </p:sp>
        <p:sp>
          <p:nvSpPr>
            <p:cNvPr id="61" name="Text Box 24">
              <a:extLst>
                <a:ext uri="{FF2B5EF4-FFF2-40B4-BE49-F238E27FC236}">
                  <a16:creationId xmlns:a16="http://schemas.microsoft.com/office/drawing/2014/main" id="{1D1E3D29-9638-044C-3F9C-3F42C3E54476}"/>
                </a:ext>
              </a:extLst>
            </p:cNvPr>
            <p:cNvSpPr txBox="1">
              <a:spLocks noChangeArrowheads="1"/>
            </p:cNvSpPr>
            <p:nvPr/>
          </p:nvSpPr>
          <p:spPr bwMode="auto">
            <a:xfrm>
              <a:off x="3460" y="327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Symbol" panose="05050102010706020507" pitchFamily="18" charset="2"/>
                </a:rPr>
                <a:t>1</a:t>
              </a:r>
              <a:endParaRPr lang="en-US" altLang="en-US" sz="2400"/>
            </a:p>
          </p:txBody>
        </p:sp>
      </p:grpSp>
      <p:sp>
        <p:nvSpPr>
          <p:cNvPr id="62" name="AutoShape 25">
            <a:extLst>
              <a:ext uri="{FF2B5EF4-FFF2-40B4-BE49-F238E27FC236}">
                <a16:creationId xmlns:a16="http://schemas.microsoft.com/office/drawing/2014/main" id="{5E6058CD-DE3C-4A7C-4B14-AFF3D6472246}"/>
              </a:ext>
            </a:extLst>
          </p:cNvPr>
          <p:cNvSpPr>
            <a:spLocks noChangeArrowheads="1"/>
          </p:cNvSpPr>
          <p:nvPr/>
        </p:nvSpPr>
        <p:spPr bwMode="auto">
          <a:xfrm>
            <a:off x="4616353" y="2611912"/>
            <a:ext cx="434975" cy="347663"/>
          </a:xfrm>
          <a:prstGeom prst="rightArrow">
            <a:avLst>
              <a:gd name="adj1" fmla="val 50000"/>
              <a:gd name="adj2" fmla="val 31278"/>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grpSp>
        <p:nvGrpSpPr>
          <p:cNvPr id="63" name="Group 26">
            <a:extLst>
              <a:ext uri="{FF2B5EF4-FFF2-40B4-BE49-F238E27FC236}">
                <a16:creationId xmlns:a16="http://schemas.microsoft.com/office/drawing/2014/main" id="{B5E06B8A-BA47-D9FA-046F-F719D3C9BEAC}"/>
              </a:ext>
            </a:extLst>
          </p:cNvPr>
          <p:cNvGrpSpPr>
            <a:grpSpLocks/>
          </p:cNvGrpSpPr>
          <p:nvPr/>
        </p:nvGrpSpPr>
        <p:grpSpPr bwMode="auto">
          <a:xfrm>
            <a:off x="2455765" y="4694712"/>
            <a:ext cx="1841500" cy="1316038"/>
            <a:chOff x="1402" y="3114"/>
            <a:chExt cx="1160" cy="829"/>
          </a:xfrm>
        </p:grpSpPr>
        <p:sp>
          <p:nvSpPr>
            <p:cNvPr id="64" name="Rectangle 27">
              <a:extLst>
                <a:ext uri="{FF2B5EF4-FFF2-40B4-BE49-F238E27FC236}">
                  <a16:creationId xmlns:a16="http://schemas.microsoft.com/office/drawing/2014/main" id="{130DE681-F7A6-6A80-8C74-D085B4B2D3F3}"/>
                </a:ext>
              </a:extLst>
            </p:cNvPr>
            <p:cNvSpPr>
              <a:spLocks noChangeArrowheads="1"/>
            </p:cNvSpPr>
            <p:nvPr/>
          </p:nvSpPr>
          <p:spPr bwMode="auto">
            <a:xfrm>
              <a:off x="1402" y="3114"/>
              <a:ext cx="1160" cy="7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65" name="Line 28">
              <a:extLst>
                <a:ext uri="{FF2B5EF4-FFF2-40B4-BE49-F238E27FC236}">
                  <a16:creationId xmlns:a16="http://schemas.microsoft.com/office/drawing/2014/main" id="{50C22166-9750-8DDA-C63C-DE3229E22A26}"/>
                </a:ext>
              </a:extLst>
            </p:cNvPr>
            <p:cNvSpPr>
              <a:spLocks noChangeShapeType="1"/>
            </p:cNvSpPr>
            <p:nvPr/>
          </p:nvSpPr>
          <p:spPr bwMode="auto">
            <a:xfrm>
              <a:off x="1488" y="3738"/>
              <a:ext cx="99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29">
              <a:extLst>
                <a:ext uri="{FF2B5EF4-FFF2-40B4-BE49-F238E27FC236}">
                  <a16:creationId xmlns:a16="http://schemas.microsoft.com/office/drawing/2014/main" id="{06DD30FE-30FA-88AC-9BC3-CCAA0239527D}"/>
                </a:ext>
              </a:extLst>
            </p:cNvPr>
            <p:cNvSpPr>
              <a:spLocks noChangeShapeType="1"/>
            </p:cNvSpPr>
            <p:nvPr/>
          </p:nvSpPr>
          <p:spPr bwMode="auto">
            <a:xfrm rot="5400000" flipV="1">
              <a:off x="1963" y="2968"/>
              <a:ext cx="0" cy="959"/>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Text Box 30">
              <a:extLst>
                <a:ext uri="{FF2B5EF4-FFF2-40B4-BE49-F238E27FC236}">
                  <a16:creationId xmlns:a16="http://schemas.microsoft.com/office/drawing/2014/main" id="{D50D4F05-EDD6-629D-58CD-F791BD3EE25F}"/>
                </a:ext>
              </a:extLst>
            </p:cNvPr>
            <p:cNvSpPr txBox="1">
              <a:spLocks noChangeArrowheads="1"/>
            </p:cNvSpPr>
            <p:nvPr/>
          </p:nvSpPr>
          <p:spPr bwMode="auto">
            <a:xfrm>
              <a:off x="2278" y="3693"/>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Times New Roman" panose="02020603050405020304" pitchFamily="18" charset="0"/>
                  <a:cs typeface="Times New Roman" panose="02020603050405020304" pitchFamily="18" charset="0"/>
                </a:rPr>
                <a:t>t</a:t>
              </a:r>
            </a:p>
          </p:txBody>
        </p:sp>
        <p:sp>
          <p:nvSpPr>
            <p:cNvPr id="68" name="Text Box 31">
              <a:extLst>
                <a:ext uri="{FF2B5EF4-FFF2-40B4-BE49-F238E27FC236}">
                  <a16:creationId xmlns:a16="http://schemas.microsoft.com/office/drawing/2014/main" id="{284502FD-97EE-3BE5-C111-5C69FBBE97B6}"/>
                </a:ext>
              </a:extLst>
            </p:cNvPr>
            <p:cNvSpPr txBox="1">
              <a:spLocks noChangeArrowheads="1"/>
            </p:cNvSpPr>
            <p:nvPr/>
          </p:nvSpPr>
          <p:spPr bwMode="auto">
            <a:xfrm>
              <a:off x="2010" y="313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Symbol" panose="05050102010706020507" pitchFamily="18" charset="2"/>
                </a:rPr>
                <a:t>1</a:t>
              </a:r>
              <a:endParaRPr lang="en-US" altLang="en-US" sz="2400"/>
            </a:p>
          </p:txBody>
        </p:sp>
      </p:grpSp>
      <p:sp>
        <p:nvSpPr>
          <p:cNvPr id="69" name="AutoShape 32">
            <a:extLst>
              <a:ext uri="{FF2B5EF4-FFF2-40B4-BE49-F238E27FC236}">
                <a16:creationId xmlns:a16="http://schemas.microsoft.com/office/drawing/2014/main" id="{3D3747AB-8D89-1D73-CE9B-9E5AE761E75B}"/>
              </a:ext>
            </a:extLst>
          </p:cNvPr>
          <p:cNvSpPr>
            <a:spLocks noChangeArrowheads="1"/>
          </p:cNvSpPr>
          <p:nvPr/>
        </p:nvSpPr>
        <p:spPr bwMode="auto">
          <a:xfrm>
            <a:off x="4616353" y="5174137"/>
            <a:ext cx="434975" cy="347663"/>
          </a:xfrm>
          <a:prstGeom prst="rightArrow">
            <a:avLst>
              <a:gd name="adj1" fmla="val 50000"/>
              <a:gd name="adj2" fmla="val 31278"/>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70" name="Text Box 33">
            <a:extLst>
              <a:ext uri="{FF2B5EF4-FFF2-40B4-BE49-F238E27FC236}">
                <a16:creationId xmlns:a16="http://schemas.microsoft.com/office/drawing/2014/main" id="{ED5A4F90-E39C-C553-CDAE-B3575E009D26}"/>
              </a:ext>
            </a:extLst>
          </p:cNvPr>
          <p:cNvSpPr txBox="1">
            <a:spLocks noChangeArrowheads="1"/>
          </p:cNvSpPr>
          <p:nvPr/>
        </p:nvSpPr>
        <p:spPr bwMode="auto">
          <a:xfrm>
            <a:off x="6108603" y="5613875"/>
            <a:ext cx="493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a:latin typeface="Times" panose="02020603050405020304" pitchFamily="18" charset="0"/>
              </a:rPr>
              <a:t>0</a:t>
            </a:r>
          </a:p>
        </p:txBody>
      </p:sp>
      <p:sp>
        <p:nvSpPr>
          <p:cNvPr id="71" name="Text Box 34">
            <a:extLst>
              <a:ext uri="{FF2B5EF4-FFF2-40B4-BE49-F238E27FC236}">
                <a16:creationId xmlns:a16="http://schemas.microsoft.com/office/drawing/2014/main" id="{2C04D7B4-FF40-4C06-3765-F7AFBBAEDD85}"/>
              </a:ext>
            </a:extLst>
          </p:cNvPr>
          <p:cNvSpPr txBox="1">
            <a:spLocks noChangeArrowheads="1"/>
          </p:cNvSpPr>
          <p:nvPr/>
        </p:nvSpPr>
        <p:spPr bwMode="auto">
          <a:xfrm>
            <a:off x="3213003" y="3051650"/>
            <a:ext cx="493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a:latin typeface="Times" panose="02020603050405020304" pitchFamily="18" charset="0"/>
              </a:rPr>
              <a:t>0</a:t>
            </a:r>
          </a:p>
        </p:txBody>
      </p:sp>
      <p:graphicFrame>
        <p:nvGraphicFramePr>
          <p:cNvPr id="72" name="Object 3">
            <a:extLst>
              <a:ext uri="{FF2B5EF4-FFF2-40B4-BE49-F238E27FC236}">
                <a16:creationId xmlns:a16="http://schemas.microsoft.com/office/drawing/2014/main" id="{D0CB00F8-5670-41FA-EB90-EC9FA046F180}"/>
              </a:ext>
            </a:extLst>
          </p:cNvPr>
          <p:cNvGraphicFramePr>
            <a:graphicFrameLocks noChangeAspect="1"/>
          </p:cNvGraphicFramePr>
          <p:nvPr/>
        </p:nvGraphicFramePr>
        <p:xfrm>
          <a:off x="6907115" y="947726"/>
          <a:ext cx="1323625" cy="865188"/>
        </p:xfrm>
        <a:graphic>
          <a:graphicData uri="http://schemas.openxmlformats.org/presentationml/2006/ole">
            <mc:AlternateContent xmlns:mc="http://schemas.openxmlformats.org/markup-compatibility/2006">
              <mc:Choice xmlns:v="urn:schemas-microsoft-com:vml" Requires="v">
                <p:oleObj name="Equation" r:id="rId7" imgW="787058" imgH="545863" progId="Equation.DSMT4">
                  <p:embed/>
                </p:oleObj>
              </mc:Choice>
              <mc:Fallback>
                <p:oleObj name="Equation" r:id="rId7" imgW="787058" imgH="545863" progId="Equation.DSMT4">
                  <p:embed/>
                  <p:pic>
                    <p:nvPicPr>
                      <p:cNvPr id="72" name="Object 3">
                        <a:extLst>
                          <a:ext uri="{FF2B5EF4-FFF2-40B4-BE49-F238E27FC236}">
                            <a16:creationId xmlns:a16="http://schemas.microsoft.com/office/drawing/2014/main" id="{D0CB00F8-5670-41FA-EB90-EC9FA046F1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07115" y="947726"/>
                        <a:ext cx="1323625" cy="865188"/>
                      </a:xfrm>
                      <a:prstGeom prst="rect">
                        <a:avLst/>
                      </a:prstGeom>
                      <a:solidFill>
                        <a:schemeClr val="bg1"/>
                      </a:solidFill>
                      <a:ln w="57150">
                        <a:solidFill>
                          <a:srgbClr val="990000"/>
                        </a:solidFill>
                        <a:miter lim="800000"/>
                        <a:headEnd/>
                        <a:tailEnd/>
                      </a:ln>
                      <a:effectLst/>
                    </p:spPr>
                  </p:pic>
                </p:oleObj>
              </mc:Fallback>
            </mc:AlternateContent>
          </a:graphicData>
        </a:graphic>
      </p:graphicFrame>
    </p:spTree>
    <p:extLst>
      <p:ext uri="{BB962C8B-B14F-4D97-AF65-F5344CB8AC3E}">
        <p14:creationId xmlns:p14="http://schemas.microsoft.com/office/powerpoint/2010/main" val="670765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of a Gaussian, exp(-t</a:t>
            </a:r>
            <a:r>
              <a:rPr lang="en-US" altLang="zh-CN" sz="2400" b="1" baseline="30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 is itself!</a:t>
            </a:r>
          </a:p>
        </p:txBody>
      </p:sp>
      <p:sp>
        <p:nvSpPr>
          <p:cNvPr id="9" name="Rectangle 15">
            <a:extLst>
              <a:ext uri="{FF2B5EF4-FFF2-40B4-BE49-F238E27FC236}">
                <a16:creationId xmlns:a16="http://schemas.microsoft.com/office/drawing/2014/main" id="{EFD28DD1-9E8C-477D-231B-D6854855585A}"/>
              </a:ext>
            </a:extLst>
          </p:cNvPr>
          <p:cNvSpPr>
            <a:spLocks noChangeArrowheads="1"/>
          </p:cNvSpPr>
          <p:nvPr/>
        </p:nvSpPr>
        <p:spPr bwMode="auto">
          <a:xfrm>
            <a:off x="1399108" y="2370312"/>
            <a:ext cx="2613025" cy="623887"/>
          </a:xfrm>
          <a:prstGeom prst="rect">
            <a:avLst/>
          </a:prstGeom>
          <a:solidFill>
            <a:srgbClr val="FF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2400">
              <a:solidFill>
                <a:srgbClr val="00FF99"/>
              </a:solidFill>
              <a:latin typeface="Times" panose="02020603050405020304" pitchFamily="18" charset="0"/>
            </a:endParaRPr>
          </a:p>
        </p:txBody>
      </p:sp>
      <p:graphicFrame>
        <p:nvGraphicFramePr>
          <p:cNvPr id="11" name="Object 4">
            <a:extLst>
              <a:ext uri="{FF2B5EF4-FFF2-40B4-BE49-F238E27FC236}">
                <a16:creationId xmlns:a16="http://schemas.microsoft.com/office/drawing/2014/main" id="{9F29293F-7782-097D-40B4-247DCCA8E724}"/>
              </a:ext>
            </a:extLst>
          </p:cNvPr>
          <p:cNvGraphicFramePr>
            <a:graphicFrameLocks noChangeAspect="1"/>
          </p:cNvGraphicFramePr>
          <p:nvPr>
            <p:extLst>
              <p:ext uri="{D42A27DB-BD31-4B8C-83A1-F6EECF244321}">
                <p14:modId xmlns:p14="http://schemas.microsoft.com/office/powerpoint/2010/main" val="1763411395"/>
              </p:ext>
            </p:extLst>
          </p:nvPr>
        </p:nvGraphicFramePr>
        <p:xfrm>
          <a:off x="965375" y="1129889"/>
          <a:ext cx="6905625" cy="1130300"/>
        </p:xfrm>
        <a:graphic>
          <a:graphicData uri="http://schemas.openxmlformats.org/presentationml/2006/ole">
            <mc:AlternateContent xmlns:mc="http://schemas.openxmlformats.org/markup-compatibility/2006">
              <mc:Choice xmlns:v="urn:schemas-microsoft-com:vml" Requires="v">
                <p:oleObj name="Equation" r:id="rId3" imgW="2793960" imgH="457200" progId="Equation.DSMT4">
                  <p:embed/>
                </p:oleObj>
              </mc:Choice>
              <mc:Fallback>
                <p:oleObj name="Equation" r:id="rId3" imgW="2793960" imgH="457200" progId="Equation.DSMT4">
                  <p:embed/>
                  <p:pic>
                    <p:nvPicPr>
                      <p:cNvPr id="47108" name="Object 4">
                        <a:extLst>
                          <a:ext uri="{FF2B5EF4-FFF2-40B4-BE49-F238E27FC236}">
                            <a16:creationId xmlns:a16="http://schemas.microsoft.com/office/drawing/2014/main" id="{FF15F7FF-716C-4BB5-9275-FD1E08BF40A4}"/>
                          </a:ext>
                        </a:extLst>
                      </p:cNvPr>
                      <p:cNvPicPr>
                        <a:picLocks noChangeAspect="1" noChangeArrowheads="1"/>
                      </p:cNvPicPr>
                      <p:nvPr/>
                    </p:nvPicPr>
                    <p:blipFill>
                      <a:blip r:embed="rId4"/>
                      <a:srcRect/>
                      <a:stretch>
                        <a:fillRect/>
                      </a:stretch>
                    </p:blipFill>
                    <p:spPr bwMode="auto">
                      <a:xfrm>
                        <a:off x="965375" y="1129889"/>
                        <a:ext cx="6905625"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37">
            <a:extLst>
              <a:ext uri="{FF2B5EF4-FFF2-40B4-BE49-F238E27FC236}">
                <a16:creationId xmlns:a16="http://schemas.microsoft.com/office/drawing/2014/main" id="{8ED54C32-77A2-6C64-52D7-CEE6E3CB16C2}"/>
              </a:ext>
            </a:extLst>
          </p:cNvPr>
          <p:cNvSpPr txBox="1">
            <a:spLocks noChangeArrowheads="1"/>
          </p:cNvSpPr>
          <p:nvPr/>
        </p:nvSpPr>
        <p:spPr bwMode="auto">
          <a:xfrm rot="5400000">
            <a:off x="4313757" y="4356274"/>
            <a:ext cx="581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3600" b="1">
                <a:latin typeface="Times" panose="02020603050405020304" pitchFamily="18" charset="0"/>
              </a:rPr>
              <a:t>∩</a:t>
            </a:r>
          </a:p>
        </p:txBody>
      </p:sp>
      <p:grpSp>
        <p:nvGrpSpPr>
          <p:cNvPr id="14" name="Group 51">
            <a:extLst>
              <a:ext uri="{FF2B5EF4-FFF2-40B4-BE49-F238E27FC236}">
                <a16:creationId xmlns:a16="http://schemas.microsoft.com/office/drawing/2014/main" id="{529D8297-15F0-EF64-E56D-D97523C9190F}"/>
              </a:ext>
            </a:extLst>
          </p:cNvPr>
          <p:cNvGrpSpPr>
            <a:grpSpLocks/>
          </p:cNvGrpSpPr>
          <p:nvPr/>
        </p:nvGrpSpPr>
        <p:grpSpPr bwMode="auto">
          <a:xfrm>
            <a:off x="1399108" y="3508548"/>
            <a:ext cx="2455862" cy="2357438"/>
            <a:chOff x="863" y="2508"/>
            <a:chExt cx="1547" cy="1485"/>
          </a:xfrm>
        </p:grpSpPr>
        <p:sp>
          <p:nvSpPr>
            <p:cNvPr id="15" name="Rectangle 2">
              <a:extLst>
                <a:ext uri="{FF2B5EF4-FFF2-40B4-BE49-F238E27FC236}">
                  <a16:creationId xmlns:a16="http://schemas.microsoft.com/office/drawing/2014/main" id="{F4F11E7B-342C-BA9D-D60E-1D32C704371C}"/>
                </a:ext>
              </a:extLst>
            </p:cNvPr>
            <p:cNvSpPr>
              <a:spLocks noChangeArrowheads="1"/>
            </p:cNvSpPr>
            <p:nvPr/>
          </p:nvSpPr>
          <p:spPr bwMode="auto">
            <a:xfrm>
              <a:off x="863" y="2519"/>
              <a:ext cx="1547" cy="147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16" name="Line 16">
              <a:extLst>
                <a:ext uri="{FF2B5EF4-FFF2-40B4-BE49-F238E27FC236}">
                  <a16:creationId xmlns:a16="http://schemas.microsoft.com/office/drawing/2014/main" id="{8D08731A-19B3-22FA-3BF8-BF5F857F209D}"/>
                </a:ext>
              </a:extLst>
            </p:cNvPr>
            <p:cNvSpPr>
              <a:spLocks noChangeShapeType="1"/>
            </p:cNvSpPr>
            <p:nvPr/>
          </p:nvSpPr>
          <p:spPr bwMode="auto">
            <a:xfrm>
              <a:off x="1002" y="3740"/>
              <a:ext cx="12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Text Box 18">
              <a:extLst>
                <a:ext uri="{FF2B5EF4-FFF2-40B4-BE49-F238E27FC236}">
                  <a16:creationId xmlns:a16="http://schemas.microsoft.com/office/drawing/2014/main" id="{1CA93906-94A4-7E86-1F85-17BB7B88BAC1}"/>
                </a:ext>
              </a:extLst>
            </p:cNvPr>
            <p:cNvSpPr txBox="1">
              <a:spLocks noChangeArrowheads="1"/>
            </p:cNvSpPr>
            <p:nvPr/>
          </p:nvSpPr>
          <p:spPr bwMode="auto">
            <a:xfrm>
              <a:off x="2057" y="3685"/>
              <a:ext cx="1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i="1">
                  <a:latin typeface="Times" panose="02020603050405020304" pitchFamily="18" charset="0"/>
                </a:rPr>
                <a:t>t</a:t>
              </a:r>
            </a:p>
          </p:txBody>
        </p:sp>
        <p:sp>
          <p:nvSpPr>
            <p:cNvPr id="18" name="Text Box 19">
              <a:extLst>
                <a:ext uri="{FF2B5EF4-FFF2-40B4-BE49-F238E27FC236}">
                  <a16:creationId xmlns:a16="http://schemas.microsoft.com/office/drawing/2014/main" id="{3FA09AA6-AD26-E0E7-C096-BE59975D3C9F}"/>
                </a:ext>
              </a:extLst>
            </p:cNvPr>
            <p:cNvSpPr txBox="1">
              <a:spLocks noChangeArrowheads="1"/>
            </p:cNvSpPr>
            <p:nvPr/>
          </p:nvSpPr>
          <p:spPr bwMode="auto">
            <a:xfrm>
              <a:off x="1468" y="3704"/>
              <a:ext cx="2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a:latin typeface="Times" panose="02020603050405020304" pitchFamily="18" charset="0"/>
                </a:rPr>
                <a:t>0</a:t>
              </a:r>
            </a:p>
          </p:txBody>
        </p:sp>
        <p:graphicFrame>
          <p:nvGraphicFramePr>
            <p:cNvPr id="19" name="Object 21">
              <a:extLst>
                <a:ext uri="{FF2B5EF4-FFF2-40B4-BE49-F238E27FC236}">
                  <a16:creationId xmlns:a16="http://schemas.microsoft.com/office/drawing/2014/main" id="{45717146-C681-B62E-81C9-F1D7E3E30A11}"/>
                </a:ext>
              </a:extLst>
            </p:cNvPr>
            <p:cNvGraphicFramePr>
              <a:graphicFrameLocks noChangeAspect="1"/>
            </p:cNvGraphicFramePr>
            <p:nvPr>
              <p:extLst>
                <p:ext uri="{D42A27DB-BD31-4B8C-83A1-F6EECF244321}">
                  <p14:modId xmlns:p14="http://schemas.microsoft.com/office/powerpoint/2010/main" val="4074332165"/>
                </p:ext>
              </p:extLst>
            </p:nvPr>
          </p:nvGraphicFramePr>
          <p:xfrm>
            <a:off x="1037" y="2508"/>
            <a:ext cx="1187" cy="356"/>
          </p:xfrm>
          <a:graphic>
            <a:graphicData uri="http://schemas.openxmlformats.org/presentationml/2006/ole">
              <mc:AlternateContent xmlns:mc="http://schemas.openxmlformats.org/markup-compatibility/2006">
                <mc:Choice xmlns:v="urn:schemas-microsoft-com:vml" Requires="v">
                  <p:oleObj name="Equation" r:id="rId5" imgW="761760" imgH="228600" progId="Equation.DSMT4">
                    <p:embed/>
                  </p:oleObj>
                </mc:Choice>
                <mc:Fallback>
                  <p:oleObj name="Equation" r:id="rId5" imgW="761760" imgH="228600" progId="Equation.DSMT4">
                    <p:embed/>
                    <p:pic>
                      <p:nvPicPr>
                        <p:cNvPr id="47126" name="Object 21">
                          <a:extLst>
                            <a:ext uri="{FF2B5EF4-FFF2-40B4-BE49-F238E27FC236}">
                              <a16:creationId xmlns:a16="http://schemas.microsoft.com/office/drawing/2014/main" id="{FA913135-8894-433A-BDCA-0A0D76AC5F70}"/>
                            </a:ext>
                          </a:extLst>
                        </p:cNvPr>
                        <p:cNvPicPr>
                          <a:picLocks noChangeAspect="1" noChangeArrowheads="1"/>
                        </p:cNvPicPr>
                        <p:nvPr/>
                      </p:nvPicPr>
                      <p:blipFill>
                        <a:blip r:embed="rId6"/>
                        <a:srcRect/>
                        <a:stretch>
                          <a:fillRect/>
                        </a:stretch>
                      </p:blipFill>
                      <p:spPr bwMode="auto">
                        <a:xfrm>
                          <a:off x="1037" y="2508"/>
                          <a:ext cx="1187"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 name="Group 44">
              <a:extLst>
                <a:ext uri="{FF2B5EF4-FFF2-40B4-BE49-F238E27FC236}">
                  <a16:creationId xmlns:a16="http://schemas.microsoft.com/office/drawing/2014/main" id="{D118DFFA-C3ED-5D38-26FB-656537299F7E}"/>
                </a:ext>
              </a:extLst>
            </p:cNvPr>
            <p:cNvGrpSpPr>
              <a:grpSpLocks/>
            </p:cNvGrpSpPr>
            <p:nvPr/>
          </p:nvGrpSpPr>
          <p:grpSpPr bwMode="auto">
            <a:xfrm>
              <a:off x="1091" y="2868"/>
              <a:ext cx="1086" cy="845"/>
              <a:chOff x="1067" y="2844"/>
              <a:chExt cx="1086" cy="845"/>
            </a:xfrm>
          </p:grpSpPr>
          <p:sp>
            <p:nvSpPr>
              <p:cNvPr id="22" name="Freeform 42">
                <a:extLst>
                  <a:ext uri="{FF2B5EF4-FFF2-40B4-BE49-F238E27FC236}">
                    <a16:creationId xmlns:a16="http://schemas.microsoft.com/office/drawing/2014/main" id="{8F8E9AF7-3F41-3E0C-7488-F63A835931B7}"/>
                  </a:ext>
                </a:extLst>
              </p:cNvPr>
              <p:cNvSpPr>
                <a:spLocks/>
              </p:cNvSpPr>
              <p:nvPr/>
            </p:nvSpPr>
            <p:spPr bwMode="auto">
              <a:xfrm>
                <a:off x="1067" y="2844"/>
                <a:ext cx="545" cy="845"/>
              </a:xfrm>
              <a:custGeom>
                <a:avLst/>
                <a:gdLst>
                  <a:gd name="T0" fmla="*/ 0 w 545"/>
                  <a:gd name="T1" fmla="*/ 845 h 845"/>
                  <a:gd name="T2" fmla="*/ 138 w 545"/>
                  <a:gd name="T3" fmla="*/ 825 h 845"/>
                  <a:gd name="T4" fmla="*/ 222 w 545"/>
                  <a:gd name="T5" fmla="*/ 759 h 845"/>
                  <a:gd name="T6" fmla="*/ 280 w 545"/>
                  <a:gd name="T7" fmla="*/ 668 h 845"/>
                  <a:gd name="T8" fmla="*/ 364 w 545"/>
                  <a:gd name="T9" fmla="*/ 448 h 845"/>
                  <a:gd name="T10" fmla="*/ 396 w 545"/>
                  <a:gd name="T11" fmla="*/ 339 h 845"/>
                  <a:gd name="T12" fmla="*/ 437 w 545"/>
                  <a:gd name="T13" fmla="*/ 204 h 845"/>
                  <a:gd name="T14" fmla="*/ 491 w 545"/>
                  <a:gd name="T15" fmla="*/ 55 h 845"/>
                  <a:gd name="T16" fmla="*/ 545 w 545"/>
                  <a:gd name="T17" fmla="*/ 0 h 8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5" h="845">
                    <a:moveTo>
                      <a:pt x="0" y="845"/>
                    </a:moveTo>
                    <a:cubicBezTo>
                      <a:pt x="23" y="842"/>
                      <a:pt x="101" y="840"/>
                      <a:pt x="138" y="825"/>
                    </a:cubicBezTo>
                    <a:cubicBezTo>
                      <a:pt x="175" y="810"/>
                      <a:pt x="198" y="784"/>
                      <a:pt x="222" y="759"/>
                    </a:cubicBezTo>
                    <a:cubicBezTo>
                      <a:pt x="246" y="733"/>
                      <a:pt x="256" y="719"/>
                      <a:pt x="280" y="668"/>
                    </a:cubicBezTo>
                    <a:cubicBezTo>
                      <a:pt x="304" y="616"/>
                      <a:pt x="345" y="503"/>
                      <a:pt x="364" y="448"/>
                    </a:cubicBezTo>
                    <a:cubicBezTo>
                      <a:pt x="383" y="394"/>
                      <a:pt x="383" y="380"/>
                      <a:pt x="396" y="339"/>
                    </a:cubicBezTo>
                    <a:cubicBezTo>
                      <a:pt x="408" y="298"/>
                      <a:pt x="421" y="251"/>
                      <a:pt x="437" y="204"/>
                    </a:cubicBezTo>
                    <a:cubicBezTo>
                      <a:pt x="453" y="157"/>
                      <a:pt x="473" y="88"/>
                      <a:pt x="491" y="55"/>
                    </a:cubicBezTo>
                    <a:cubicBezTo>
                      <a:pt x="509" y="21"/>
                      <a:pt x="527" y="9"/>
                      <a:pt x="545" y="0"/>
                    </a:cubicBezTo>
                  </a:path>
                </a:pathLst>
              </a:custGeom>
              <a:noFill/>
              <a:ln w="57150" cmpd="sng">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43">
                <a:extLst>
                  <a:ext uri="{FF2B5EF4-FFF2-40B4-BE49-F238E27FC236}">
                    <a16:creationId xmlns:a16="http://schemas.microsoft.com/office/drawing/2014/main" id="{F9D8D510-A44E-E27D-82F0-810FFE6EBBC1}"/>
                  </a:ext>
                </a:extLst>
              </p:cNvPr>
              <p:cNvSpPr>
                <a:spLocks/>
              </p:cNvSpPr>
              <p:nvPr/>
            </p:nvSpPr>
            <p:spPr bwMode="auto">
              <a:xfrm>
                <a:off x="1608" y="2844"/>
                <a:ext cx="545" cy="845"/>
              </a:xfrm>
              <a:custGeom>
                <a:avLst/>
                <a:gdLst>
                  <a:gd name="T0" fmla="*/ 545 w 545"/>
                  <a:gd name="T1" fmla="*/ 845 h 845"/>
                  <a:gd name="T2" fmla="*/ 407 w 545"/>
                  <a:gd name="T3" fmla="*/ 825 h 845"/>
                  <a:gd name="T4" fmla="*/ 323 w 545"/>
                  <a:gd name="T5" fmla="*/ 759 h 845"/>
                  <a:gd name="T6" fmla="*/ 265 w 545"/>
                  <a:gd name="T7" fmla="*/ 668 h 845"/>
                  <a:gd name="T8" fmla="*/ 181 w 545"/>
                  <a:gd name="T9" fmla="*/ 448 h 845"/>
                  <a:gd name="T10" fmla="*/ 149 w 545"/>
                  <a:gd name="T11" fmla="*/ 339 h 845"/>
                  <a:gd name="T12" fmla="*/ 108 w 545"/>
                  <a:gd name="T13" fmla="*/ 204 h 845"/>
                  <a:gd name="T14" fmla="*/ 54 w 545"/>
                  <a:gd name="T15" fmla="*/ 55 h 845"/>
                  <a:gd name="T16" fmla="*/ 0 w 545"/>
                  <a:gd name="T17" fmla="*/ 0 h 8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5" h="845">
                    <a:moveTo>
                      <a:pt x="545" y="845"/>
                    </a:moveTo>
                    <a:cubicBezTo>
                      <a:pt x="522" y="842"/>
                      <a:pt x="444" y="840"/>
                      <a:pt x="407" y="825"/>
                    </a:cubicBezTo>
                    <a:cubicBezTo>
                      <a:pt x="370" y="810"/>
                      <a:pt x="347" y="784"/>
                      <a:pt x="323" y="759"/>
                    </a:cubicBezTo>
                    <a:cubicBezTo>
                      <a:pt x="299" y="733"/>
                      <a:pt x="289" y="719"/>
                      <a:pt x="265" y="668"/>
                    </a:cubicBezTo>
                    <a:cubicBezTo>
                      <a:pt x="241" y="616"/>
                      <a:pt x="200" y="503"/>
                      <a:pt x="181" y="448"/>
                    </a:cubicBezTo>
                    <a:cubicBezTo>
                      <a:pt x="162" y="394"/>
                      <a:pt x="162" y="380"/>
                      <a:pt x="149" y="339"/>
                    </a:cubicBezTo>
                    <a:cubicBezTo>
                      <a:pt x="137" y="298"/>
                      <a:pt x="124" y="251"/>
                      <a:pt x="108" y="204"/>
                    </a:cubicBezTo>
                    <a:cubicBezTo>
                      <a:pt x="92" y="157"/>
                      <a:pt x="72" y="88"/>
                      <a:pt x="54" y="55"/>
                    </a:cubicBezTo>
                    <a:cubicBezTo>
                      <a:pt x="36" y="21"/>
                      <a:pt x="18" y="9"/>
                      <a:pt x="0" y="0"/>
                    </a:cubicBezTo>
                  </a:path>
                </a:pathLst>
              </a:custGeom>
              <a:noFill/>
              <a:ln w="57150" cmpd="sng">
                <a:solidFill>
                  <a:srgbClr val="00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Line 45">
              <a:extLst>
                <a:ext uri="{FF2B5EF4-FFF2-40B4-BE49-F238E27FC236}">
                  <a16:creationId xmlns:a16="http://schemas.microsoft.com/office/drawing/2014/main" id="{E9412810-2164-EAC4-2D02-6ED73B4C747A}"/>
                </a:ext>
              </a:extLst>
            </p:cNvPr>
            <p:cNvSpPr>
              <a:spLocks noChangeShapeType="1"/>
            </p:cNvSpPr>
            <p:nvPr/>
          </p:nvSpPr>
          <p:spPr bwMode="auto">
            <a:xfrm flipV="1">
              <a:off x="1638" y="2760"/>
              <a:ext cx="0" cy="103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 name="Group 50">
            <a:extLst>
              <a:ext uri="{FF2B5EF4-FFF2-40B4-BE49-F238E27FC236}">
                <a16:creationId xmlns:a16="http://schemas.microsoft.com/office/drawing/2014/main" id="{E48B455F-7A07-DFED-81EB-9CFB387460B1}"/>
              </a:ext>
            </a:extLst>
          </p:cNvPr>
          <p:cNvGrpSpPr>
            <a:grpSpLocks/>
          </p:cNvGrpSpPr>
          <p:nvPr/>
        </p:nvGrpSpPr>
        <p:grpSpPr bwMode="auto">
          <a:xfrm>
            <a:off x="5256733" y="3510136"/>
            <a:ext cx="2455862" cy="2355850"/>
            <a:chOff x="3293" y="2509"/>
            <a:chExt cx="1547" cy="1484"/>
          </a:xfrm>
        </p:grpSpPr>
        <p:sp>
          <p:nvSpPr>
            <p:cNvPr id="25" name="Rectangle 25">
              <a:extLst>
                <a:ext uri="{FF2B5EF4-FFF2-40B4-BE49-F238E27FC236}">
                  <a16:creationId xmlns:a16="http://schemas.microsoft.com/office/drawing/2014/main" id="{6C657D8E-FDB8-4C2B-A1B3-F61436EF0A0C}"/>
                </a:ext>
              </a:extLst>
            </p:cNvPr>
            <p:cNvSpPr>
              <a:spLocks noChangeArrowheads="1"/>
            </p:cNvSpPr>
            <p:nvPr/>
          </p:nvSpPr>
          <p:spPr bwMode="auto">
            <a:xfrm>
              <a:off x="3293" y="2511"/>
              <a:ext cx="1547" cy="147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Times" panose="02020603050405020304" pitchFamily="18" charset="0"/>
              </a:endParaRPr>
            </a:p>
          </p:txBody>
        </p:sp>
        <p:sp>
          <p:nvSpPr>
            <p:cNvPr id="26" name="Line 29">
              <a:extLst>
                <a:ext uri="{FF2B5EF4-FFF2-40B4-BE49-F238E27FC236}">
                  <a16:creationId xmlns:a16="http://schemas.microsoft.com/office/drawing/2014/main" id="{CFEA19E8-C0B7-BA8A-3D09-A083B116584F}"/>
                </a:ext>
              </a:extLst>
            </p:cNvPr>
            <p:cNvSpPr>
              <a:spLocks noChangeShapeType="1"/>
            </p:cNvSpPr>
            <p:nvPr/>
          </p:nvSpPr>
          <p:spPr bwMode="auto">
            <a:xfrm>
              <a:off x="3432" y="3741"/>
              <a:ext cx="126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Text Box 31">
              <a:extLst>
                <a:ext uri="{FF2B5EF4-FFF2-40B4-BE49-F238E27FC236}">
                  <a16:creationId xmlns:a16="http://schemas.microsoft.com/office/drawing/2014/main" id="{0605360A-D74A-4CB5-C599-99E20903331D}"/>
                </a:ext>
              </a:extLst>
            </p:cNvPr>
            <p:cNvSpPr txBox="1">
              <a:spLocks noChangeArrowheads="1"/>
            </p:cNvSpPr>
            <p:nvPr/>
          </p:nvSpPr>
          <p:spPr bwMode="auto">
            <a:xfrm>
              <a:off x="4487" y="3686"/>
              <a:ext cx="2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i="1">
                  <a:latin typeface="Symbol" panose="05050102010706020507" pitchFamily="18" charset="2"/>
                </a:rPr>
                <a:t>w</a:t>
              </a:r>
            </a:p>
          </p:txBody>
        </p:sp>
        <p:sp>
          <p:nvSpPr>
            <p:cNvPr id="28" name="Text Box 32">
              <a:extLst>
                <a:ext uri="{FF2B5EF4-FFF2-40B4-BE49-F238E27FC236}">
                  <a16:creationId xmlns:a16="http://schemas.microsoft.com/office/drawing/2014/main" id="{8F37AB4A-7E2C-A471-6830-1CEC0F489FA4}"/>
                </a:ext>
              </a:extLst>
            </p:cNvPr>
            <p:cNvSpPr txBox="1">
              <a:spLocks noChangeArrowheads="1"/>
            </p:cNvSpPr>
            <p:nvPr/>
          </p:nvSpPr>
          <p:spPr bwMode="auto">
            <a:xfrm>
              <a:off x="3898" y="3705"/>
              <a:ext cx="2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a:latin typeface="Times" panose="02020603050405020304" pitchFamily="18" charset="0"/>
                </a:rPr>
                <a:t>0</a:t>
              </a:r>
            </a:p>
          </p:txBody>
        </p:sp>
        <p:graphicFrame>
          <p:nvGraphicFramePr>
            <p:cNvPr id="29" name="Object 33">
              <a:extLst>
                <a:ext uri="{FF2B5EF4-FFF2-40B4-BE49-F238E27FC236}">
                  <a16:creationId xmlns:a16="http://schemas.microsoft.com/office/drawing/2014/main" id="{5B3BE203-CD57-9AE4-F705-72C0D9E0D119}"/>
                </a:ext>
              </a:extLst>
            </p:cNvPr>
            <p:cNvGraphicFramePr>
              <a:graphicFrameLocks noChangeAspect="1"/>
            </p:cNvGraphicFramePr>
            <p:nvPr>
              <p:extLst>
                <p:ext uri="{D42A27DB-BD31-4B8C-83A1-F6EECF244321}">
                  <p14:modId xmlns:p14="http://schemas.microsoft.com/office/powerpoint/2010/main" val="3973906274"/>
                </p:ext>
              </p:extLst>
            </p:nvPr>
          </p:nvGraphicFramePr>
          <p:xfrm>
            <a:off x="3427" y="2509"/>
            <a:ext cx="1266" cy="356"/>
          </p:xfrm>
          <a:graphic>
            <a:graphicData uri="http://schemas.openxmlformats.org/presentationml/2006/ole">
              <mc:AlternateContent xmlns:mc="http://schemas.openxmlformats.org/markup-compatibility/2006">
                <mc:Choice xmlns:v="urn:schemas-microsoft-com:vml" Requires="v">
                  <p:oleObj name="Equation" r:id="rId7" imgW="812520" imgH="228600" progId="Equation.DSMT4">
                    <p:embed/>
                  </p:oleObj>
                </mc:Choice>
                <mc:Fallback>
                  <p:oleObj name="Equation" r:id="rId7" imgW="812520" imgH="228600" progId="Equation.DSMT4">
                    <p:embed/>
                    <p:pic>
                      <p:nvPicPr>
                        <p:cNvPr id="47117" name="Object 33">
                          <a:extLst>
                            <a:ext uri="{FF2B5EF4-FFF2-40B4-BE49-F238E27FC236}">
                              <a16:creationId xmlns:a16="http://schemas.microsoft.com/office/drawing/2014/main" id="{DE966924-1EDC-49ED-9200-41A1F58B841A}"/>
                            </a:ext>
                          </a:extLst>
                        </p:cNvPr>
                        <p:cNvPicPr>
                          <a:picLocks noChangeAspect="1" noChangeArrowheads="1"/>
                        </p:cNvPicPr>
                        <p:nvPr/>
                      </p:nvPicPr>
                      <p:blipFill>
                        <a:blip r:embed="rId8"/>
                        <a:srcRect/>
                        <a:stretch>
                          <a:fillRect/>
                        </a:stretch>
                      </p:blipFill>
                      <p:spPr bwMode="auto">
                        <a:xfrm>
                          <a:off x="3427" y="2509"/>
                          <a:ext cx="1266"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 name="Group 46">
              <a:extLst>
                <a:ext uri="{FF2B5EF4-FFF2-40B4-BE49-F238E27FC236}">
                  <a16:creationId xmlns:a16="http://schemas.microsoft.com/office/drawing/2014/main" id="{DB992D1E-AC55-DE39-37E1-061F3DE3649A}"/>
                </a:ext>
              </a:extLst>
            </p:cNvPr>
            <p:cNvGrpSpPr>
              <a:grpSpLocks/>
            </p:cNvGrpSpPr>
            <p:nvPr/>
          </p:nvGrpSpPr>
          <p:grpSpPr bwMode="auto">
            <a:xfrm>
              <a:off x="3515" y="2886"/>
              <a:ext cx="1086" cy="845"/>
              <a:chOff x="1067" y="2844"/>
              <a:chExt cx="1086" cy="845"/>
            </a:xfrm>
          </p:grpSpPr>
          <p:sp>
            <p:nvSpPr>
              <p:cNvPr id="32" name="Freeform 47">
                <a:extLst>
                  <a:ext uri="{FF2B5EF4-FFF2-40B4-BE49-F238E27FC236}">
                    <a16:creationId xmlns:a16="http://schemas.microsoft.com/office/drawing/2014/main" id="{72F7FEAB-6CFB-BA7E-4C24-DFFAE11A5C50}"/>
                  </a:ext>
                </a:extLst>
              </p:cNvPr>
              <p:cNvSpPr>
                <a:spLocks/>
              </p:cNvSpPr>
              <p:nvPr/>
            </p:nvSpPr>
            <p:spPr bwMode="auto">
              <a:xfrm>
                <a:off x="1067" y="2844"/>
                <a:ext cx="545" cy="845"/>
              </a:xfrm>
              <a:custGeom>
                <a:avLst/>
                <a:gdLst>
                  <a:gd name="T0" fmla="*/ 0 w 545"/>
                  <a:gd name="T1" fmla="*/ 845 h 845"/>
                  <a:gd name="T2" fmla="*/ 138 w 545"/>
                  <a:gd name="T3" fmla="*/ 825 h 845"/>
                  <a:gd name="T4" fmla="*/ 222 w 545"/>
                  <a:gd name="T5" fmla="*/ 759 h 845"/>
                  <a:gd name="T6" fmla="*/ 280 w 545"/>
                  <a:gd name="T7" fmla="*/ 668 h 845"/>
                  <a:gd name="T8" fmla="*/ 364 w 545"/>
                  <a:gd name="T9" fmla="*/ 448 h 845"/>
                  <a:gd name="T10" fmla="*/ 396 w 545"/>
                  <a:gd name="T11" fmla="*/ 339 h 845"/>
                  <a:gd name="T12" fmla="*/ 437 w 545"/>
                  <a:gd name="T13" fmla="*/ 204 h 845"/>
                  <a:gd name="T14" fmla="*/ 491 w 545"/>
                  <a:gd name="T15" fmla="*/ 55 h 845"/>
                  <a:gd name="T16" fmla="*/ 545 w 545"/>
                  <a:gd name="T17" fmla="*/ 0 h 8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5" h="845">
                    <a:moveTo>
                      <a:pt x="0" y="845"/>
                    </a:moveTo>
                    <a:cubicBezTo>
                      <a:pt x="23" y="842"/>
                      <a:pt x="101" y="840"/>
                      <a:pt x="138" y="825"/>
                    </a:cubicBezTo>
                    <a:cubicBezTo>
                      <a:pt x="175" y="810"/>
                      <a:pt x="198" y="784"/>
                      <a:pt x="222" y="759"/>
                    </a:cubicBezTo>
                    <a:cubicBezTo>
                      <a:pt x="246" y="733"/>
                      <a:pt x="256" y="719"/>
                      <a:pt x="280" y="668"/>
                    </a:cubicBezTo>
                    <a:cubicBezTo>
                      <a:pt x="304" y="616"/>
                      <a:pt x="345" y="503"/>
                      <a:pt x="364" y="448"/>
                    </a:cubicBezTo>
                    <a:cubicBezTo>
                      <a:pt x="383" y="394"/>
                      <a:pt x="383" y="380"/>
                      <a:pt x="396" y="339"/>
                    </a:cubicBezTo>
                    <a:cubicBezTo>
                      <a:pt x="408" y="298"/>
                      <a:pt x="421" y="251"/>
                      <a:pt x="437" y="204"/>
                    </a:cubicBezTo>
                    <a:cubicBezTo>
                      <a:pt x="453" y="157"/>
                      <a:pt x="473" y="88"/>
                      <a:pt x="491" y="55"/>
                    </a:cubicBezTo>
                    <a:cubicBezTo>
                      <a:pt x="509" y="21"/>
                      <a:pt x="527" y="9"/>
                      <a:pt x="545" y="0"/>
                    </a:cubicBezTo>
                  </a:path>
                </a:pathLst>
              </a:custGeom>
              <a:noFill/>
              <a:ln w="57150" cmpd="sng">
                <a:solidFill>
                  <a:srgbClr val="99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Freeform 48">
                <a:extLst>
                  <a:ext uri="{FF2B5EF4-FFF2-40B4-BE49-F238E27FC236}">
                    <a16:creationId xmlns:a16="http://schemas.microsoft.com/office/drawing/2014/main" id="{DA744311-0337-3DA9-C93C-8CB0DFC451B2}"/>
                  </a:ext>
                </a:extLst>
              </p:cNvPr>
              <p:cNvSpPr>
                <a:spLocks/>
              </p:cNvSpPr>
              <p:nvPr/>
            </p:nvSpPr>
            <p:spPr bwMode="auto">
              <a:xfrm>
                <a:off x="1608" y="2844"/>
                <a:ext cx="545" cy="845"/>
              </a:xfrm>
              <a:custGeom>
                <a:avLst/>
                <a:gdLst>
                  <a:gd name="T0" fmla="*/ 545 w 545"/>
                  <a:gd name="T1" fmla="*/ 845 h 845"/>
                  <a:gd name="T2" fmla="*/ 407 w 545"/>
                  <a:gd name="T3" fmla="*/ 825 h 845"/>
                  <a:gd name="T4" fmla="*/ 323 w 545"/>
                  <a:gd name="T5" fmla="*/ 759 h 845"/>
                  <a:gd name="T6" fmla="*/ 265 w 545"/>
                  <a:gd name="T7" fmla="*/ 668 h 845"/>
                  <a:gd name="T8" fmla="*/ 181 w 545"/>
                  <a:gd name="T9" fmla="*/ 448 h 845"/>
                  <a:gd name="T10" fmla="*/ 149 w 545"/>
                  <a:gd name="T11" fmla="*/ 339 h 845"/>
                  <a:gd name="T12" fmla="*/ 108 w 545"/>
                  <a:gd name="T13" fmla="*/ 204 h 845"/>
                  <a:gd name="T14" fmla="*/ 54 w 545"/>
                  <a:gd name="T15" fmla="*/ 55 h 845"/>
                  <a:gd name="T16" fmla="*/ 0 w 545"/>
                  <a:gd name="T17" fmla="*/ 0 h 8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5" h="845">
                    <a:moveTo>
                      <a:pt x="545" y="845"/>
                    </a:moveTo>
                    <a:cubicBezTo>
                      <a:pt x="522" y="842"/>
                      <a:pt x="444" y="840"/>
                      <a:pt x="407" y="825"/>
                    </a:cubicBezTo>
                    <a:cubicBezTo>
                      <a:pt x="370" y="810"/>
                      <a:pt x="347" y="784"/>
                      <a:pt x="323" y="759"/>
                    </a:cubicBezTo>
                    <a:cubicBezTo>
                      <a:pt x="299" y="733"/>
                      <a:pt x="289" y="719"/>
                      <a:pt x="265" y="668"/>
                    </a:cubicBezTo>
                    <a:cubicBezTo>
                      <a:pt x="241" y="616"/>
                      <a:pt x="200" y="503"/>
                      <a:pt x="181" y="448"/>
                    </a:cubicBezTo>
                    <a:cubicBezTo>
                      <a:pt x="162" y="394"/>
                      <a:pt x="162" y="380"/>
                      <a:pt x="149" y="339"/>
                    </a:cubicBezTo>
                    <a:cubicBezTo>
                      <a:pt x="137" y="298"/>
                      <a:pt x="124" y="251"/>
                      <a:pt x="108" y="204"/>
                    </a:cubicBezTo>
                    <a:cubicBezTo>
                      <a:pt x="92" y="157"/>
                      <a:pt x="72" y="88"/>
                      <a:pt x="54" y="55"/>
                    </a:cubicBezTo>
                    <a:cubicBezTo>
                      <a:pt x="36" y="21"/>
                      <a:pt x="18" y="9"/>
                      <a:pt x="0" y="0"/>
                    </a:cubicBezTo>
                  </a:path>
                </a:pathLst>
              </a:custGeom>
              <a:noFill/>
              <a:ln w="57150" cmpd="sng">
                <a:solidFill>
                  <a:srgbClr val="99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 name="Line 49">
              <a:extLst>
                <a:ext uri="{FF2B5EF4-FFF2-40B4-BE49-F238E27FC236}">
                  <a16:creationId xmlns:a16="http://schemas.microsoft.com/office/drawing/2014/main" id="{473C5EEE-BE86-E516-746D-A9E599DABC22}"/>
                </a:ext>
              </a:extLst>
            </p:cNvPr>
            <p:cNvSpPr>
              <a:spLocks noChangeShapeType="1"/>
            </p:cNvSpPr>
            <p:nvPr/>
          </p:nvSpPr>
          <p:spPr bwMode="auto">
            <a:xfrm flipV="1">
              <a:off x="4062" y="2790"/>
              <a:ext cx="0" cy="9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mc:AlternateContent xmlns:mc="http://schemas.openxmlformats.org/markup-compatibility/2006" xmlns:a14="http://schemas.microsoft.com/office/drawing/2010/main">
        <mc:Choice Requires="a14">
          <p:sp>
            <p:nvSpPr>
              <p:cNvPr id="35" name="Object 4">
                <a:extLst>
                  <a:ext uri="{FF2B5EF4-FFF2-40B4-BE49-F238E27FC236}">
                    <a16:creationId xmlns:a16="http://schemas.microsoft.com/office/drawing/2014/main" id="{CCE40D44-5CC3-387C-9D14-6D2EDA173853}"/>
                  </a:ext>
                </a:extLst>
              </p:cNvPr>
              <p:cNvSpPr txBox="1"/>
              <p:nvPr/>
            </p:nvSpPr>
            <p:spPr bwMode="auto">
              <a:xfrm>
                <a:off x="1534910" y="2469269"/>
                <a:ext cx="3037090" cy="992361"/>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正比与</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exp</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​/2)</m:t>
                      </m:r>
                    </m:oMath>
                  </m:oMathPara>
                </a14:m>
                <a:endParaRPr lang="zh-CN" altLang="en-US" dirty="0"/>
              </a:p>
            </p:txBody>
          </p:sp>
        </mc:Choice>
        <mc:Fallback xmlns="">
          <p:sp>
            <p:nvSpPr>
              <p:cNvPr id="35" name="Object 4">
                <a:extLst>
                  <a:ext uri="{FF2B5EF4-FFF2-40B4-BE49-F238E27FC236}">
                    <a16:creationId xmlns:a16="http://schemas.microsoft.com/office/drawing/2014/main" id="{CCE40D44-5CC3-387C-9D14-6D2EDA173853}"/>
                  </a:ext>
                </a:extLst>
              </p:cNvPr>
              <p:cNvSpPr txBox="1">
                <a:spLocks noRot="1" noChangeAspect="1" noMove="1" noResize="1" noEditPoints="1" noAdjustHandles="1" noChangeArrowheads="1" noChangeShapeType="1" noTextEdit="1"/>
              </p:cNvSpPr>
              <p:nvPr/>
            </p:nvSpPr>
            <p:spPr bwMode="auto">
              <a:xfrm>
                <a:off x="1534910" y="2469269"/>
                <a:ext cx="3037090" cy="992361"/>
              </a:xfrm>
              <a:prstGeom prst="rect">
                <a:avLst/>
              </a:prstGeom>
              <a:blipFill>
                <a:blip r:embed="rId9"/>
                <a:stretch>
                  <a:fillRect l="-602"/>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983593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3F074F9-8D73-5CB2-6DAE-1E8D1C4EFB36}"/>
              </a:ext>
            </a:extLst>
          </p:cNvPr>
          <p:cNvPicPr>
            <a:picLocks noChangeAspect="1"/>
          </p:cNvPicPr>
          <p:nvPr/>
        </p:nvPicPr>
        <p:blipFill>
          <a:blip r:embed="rId3"/>
          <a:stretch>
            <a:fillRect/>
          </a:stretch>
        </p:blipFill>
        <p:spPr>
          <a:xfrm>
            <a:off x="4207115" y="660248"/>
            <a:ext cx="4113925" cy="2171829"/>
          </a:xfrm>
          <a:prstGeom prst="rect">
            <a:avLst/>
          </a:prstGeom>
        </p:spPr>
      </p:pic>
      <p:sp>
        <p:nvSpPr>
          <p:cNvPr id="4" name="标题 2">
            <a:extLst>
              <a:ext uri="{FF2B5EF4-FFF2-40B4-BE49-F238E27FC236}">
                <a16:creationId xmlns:a16="http://schemas.microsoft.com/office/drawing/2014/main" id="{F8C073E5-8AD8-50EA-EBF3-ED94B660347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pic>
        <p:nvPicPr>
          <p:cNvPr id="6" name="图片 5">
            <a:extLst>
              <a:ext uri="{FF2B5EF4-FFF2-40B4-BE49-F238E27FC236}">
                <a16:creationId xmlns:a16="http://schemas.microsoft.com/office/drawing/2014/main" id="{EAFCFF07-8976-38D1-9A28-21AC6FD0852A}"/>
              </a:ext>
            </a:extLst>
          </p:cNvPr>
          <p:cNvPicPr>
            <a:picLocks noChangeAspect="1"/>
          </p:cNvPicPr>
          <p:nvPr/>
        </p:nvPicPr>
        <p:blipFill>
          <a:blip r:embed="rId4"/>
          <a:stretch>
            <a:fillRect/>
          </a:stretch>
        </p:blipFill>
        <p:spPr>
          <a:xfrm>
            <a:off x="614644" y="660248"/>
            <a:ext cx="2885015" cy="2037661"/>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825A53A-0EF6-04E8-CDFE-9CAC300FF742}"/>
                  </a:ext>
                </a:extLst>
              </p:cNvPr>
              <p:cNvSpPr txBox="1"/>
              <p:nvPr/>
            </p:nvSpPr>
            <p:spPr>
              <a:xfrm>
                <a:off x="2693412" y="4812402"/>
                <a:ext cx="3221530" cy="369332"/>
              </a:xfrm>
              <a:prstGeom prst="rect">
                <a:avLst/>
              </a:prstGeom>
              <a:noFill/>
            </p:spPr>
            <p:txBody>
              <a:bodyPr wrap="square">
                <a:spAutoFit/>
              </a:bodyPr>
              <a:lstStyle/>
              <a:p>
                <a14:m>
                  <m:oMath xmlns:m="http://schemas.openxmlformats.org/officeDocument/2006/math">
                    <m:r>
                      <a:rPr lang="en-US" altLang="zh-CN" sz="1800" i="1" kern="0" smtClean="0">
                        <a:effectLst/>
                        <a:latin typeface="Cambria Math" panose="02040503050406030204" pitchFamily="18" charset="0"/>
                        <a:ea typeface="仿宋" panose="02010609060101010101" pitchFamily="49" charset="-122"/>
                        <a:cs typeface="Times New Roman" panose="02020603050405020304" pitchFamily="18" charset="0"/>
                      </a:rPr>
                      <m:t>𝐼</m:t>
                    </m:r>
                    <m:d>
                      <m:dPr>
                        <m:ctrlPr>
                          <a:rPr lang="zh-CN" altLang="zh-CN" sz="1800" i="1" kern="0">
                            <a:effectLst/>
                            <a:latin typeface="Cambria Math" panose="02040503050406030204" pitchFamily="18" charset="0"/>
                            <a:ea typeface="Cambria Math" panose="02040503050406030204" pitchFamily="18" charset="0"/>
                          </a:rPr>
                        </m:ctrlPr>
                      </m:dPr>
                      <m:e>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𝑥</m:t>
                        </m:r>
                      </m:e>
                    </m:d>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𝐵</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𝜎</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)[1+</m:t>
                    </m:r>
                    <m:r>
                      <m:rPr>
                        <m:sty m:val="p"/>
                      </m:rPr>
                      <a:rPr lang="en-US" altLang="zh-CN" sz="1800" kern="0">
                        <a:effectLst/>
                        <a:latin typeface="Cambria Math" panose="02040503050406030204" pitchFamily="18" charset="0"/>
                        <a:ea typeface="仿宋" panose="02010609060101010101" pitchFamily="49" charset="-122"/>
                        <a:cs typeface="Times New Roman" panose="02020603050405020304" pitchFamily="18" charset="0"/>
                      </a:rPr>
                      <m:t>cos</m:t>
                    </m:r>
                    <m:r>
                      <a:rPr lang="en-US" altLang="zh-CN" sz="1800"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𝜋</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𝑥</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𝜎</m:t>
                    </m:r>
                    <m:r>
                      <a:rPr lang="en-US" altLang="zh-CN" sz="1800" i="1" kern="0">
                        <a:effectLst/>
                        <a:latin typeface="Cambria Math" panose="02040503050406030204" pitchFamily="18" charset="0"/>
                        <a:ea typeface="仿宋" panose="02010609060101010101" pitchFamily="49" charset="-122"/>
                        <a:cs typeface="Times New Roman" panose="02020603050405020304" pitchFamily="18" charset="0"/>
                      </a:rPr>
                      <m:t>)]</m:t>
                    </m:r>
                  </m:oMath>
                </a14:m>
                <a:r>
                  <a:rPr lang="en-US" altLang="zh-CN" sz="1800" i="1" kern="0" dirty="0">
                    <a:effectLst/>
                    <a:latin typeface="仿宋" panose="02010609060101010101" pitchFamily="49" charset="-122"/>
                    <a:cs typeface="Times New Roman" panose="02020603050405020304" pitchFamily="18" charset="0"/>
                  </a:rPr>
                  <a:t> </a:t>
                </a:r>
                <a:endParaRPr lang="zh-CN" altLang="en-US" dirty="0"/>
              </a:p>
            </p:txBody>
          </p:sp>
        </mc:Choice>
        <mc:Fallback xmlns="">
          <p:sp>
            <p:nvSpPr>
              <p:cNvPr id="8" name="文本框 7">
                <a:extLst>
                  <a:ext uri="{FF2B5EF4-FFF2-40B4-BE49-F238E27FC236}">
                    <a16:creationId xmlns:a16="http://schemas.microsoft.com/office/drawing/2014/main" id="{0825A53A-0EF6-04E8-CDFE-9CAC300FF742}"/>
                  </a:ext>
                </a:extLst>
              </p:cNvPr>
              <p:cNvSpPr txBox="1">
                <a:spLocks noRot="1" noChangeAspect="1" noMove="1" noResize="1" noEditPoints="1" noAdjustHandles="1" noChangeArrowheads="1" noChangeShapeType="1" noTextEdit="1"/>
              </p:cNvSpPr>
              <p:nvPr/>
            </p:nvSpPr>
            <p:spPr>
              <a:xfrm>
                <a:off x="2693412" y="4812402"/>
                <a:ext cx="3221530" cy="369332"/>
              </a:xfrm>
              <a:prstGeom prst="rect">
                <a:avLst/>
              </a:prstGeom>
              <a:blipFill>
                <a:blip r:embed="rId5"/>
                <a:stretch>
                  <a:fillRect b="-18033"/>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755FCF33-6311-2376-93B2-D36E148AE033}"/>
              </a:ext>
            </a:extLst>
          </p:cNvPr>
          <p:cNvSpPr txBox="1"/>
          <p:nvPr/>
        </p:nvSpPr>
        <p:spPr>
          <a:xfrm>
            <a:off x="501197" y="3132499"/>
            <a:ext cx="8403982" cy="1289905"/>
          </a:xfrm>
          <a:prstGeom prst="rect">
            <a:avLst/>
          </a:prstGeom>
          <a:noFill/>
        </p:spPr>
        <p:txBody>
          <a:bodyPr wrap="square">
            <a:spAutoFit/>
          </a:bodyPr>
          <a:lstStyle/>
          <a:p>
            <a:pPr>
              <a:lnSpc>
                <a:spcPct val="150000"/>
              </a:lnSpc>
            </a:pPr>
            <a:r>
              <a:rPr lang="zh-CN" altLang="en-US" dirty="0">
                <a:latin typeface="+mn-ea"/>
              </a:rPr>
              <a:t>对于单色光来说，若其入射波长为</a:t>
            </a:r>
            <a:r>
              <a:rPr lang="en-US" altLang="zh-CN" dirty="0">
                <a:latin typeface="+mn-ea"/>
              </a:rPr>
              <a:t>λ</a:t>
            </a:r>
            <a:r>
              <a:rPr lang="zh-CN" altLang="en-US" dirty="0">
                <a:latin typeface="+mn-ea"/>
              </a:rPr>
              <a:t>，波数为</a:t>
            </a:r>
            <a:r>
              <a:rPr lang="en-US" altLang="zh-CN" dirty="0">
                <a:latin typeface="+mn-ea"/>
              </a:rPr>
              <a:t>σ</a:t>
            </a:r>
            <a:r>
              <a:rPr lang="zh-CN" altLang="en-US" dirty="0">
                <a:latin typeface="+mn-ea"/>
              </a:rPr>
              <a:t>（</a:t>
            </a:r>
            <a:r>
              <a:rPr lang="en-US" altLang="zh-CN" dirty="0">
                <a:latin typeface="+mn-ea"/>
              </a:rPr>
              <a:t>σ=1/λ</a:t>
            </a:r>
            <a:r>
              <a:rPr lang="zh-CN" altLang="en-US" dirty="0">
                <a:latin typeface="+mn-ea"/>
              </a:rPr>
              <a:t>），入射强度为</a:t>
            </a:r>
            <a:r>
              <a:rPr lang="en-US" altLang="zh-CN" dirty="0">
                <a:latin typeface="+mn-ea"/>
              </a:rPr>
              <a:t>2B(σ)</a:t>
            </a:r>
            <a:r>
              <a:rPr lang="zh-CN" altLang="en-US" dirty="0">
                <a:latin typeface="+mn-ea"/>
              </a:rPr>
              <a:t>，经过半透半反镜后，光束分为强度相等（</a:t>
            </a:r>
            <a:r>
              <a:rPr lang="en-US" altLang="zh-CN" dirty="0">
                <a:latin typeface="+mn-ea"/>
              </a:rPr>
              <a:t>B(σ)</a:t>
            </a:r>
            <a:r>
              <a:rPr lang="zh-CN" altLang="en-US" dirty="0">
                <a:latin typeface="+mn-ea"/>
              </a:rPr>
              <a:t>）的两束，假设两路光程差为</a:t>
            </a:r>
            <a:r>
              <a:rPr lang="en-US" altLang="zh-CN" dirty="0">
                <a:latin typeface="+mn-ea"/>
              </a:rPr>
              <a:t>x</a:t>
            </a:r>
            <a:r>
              <a:rPr lang="zh-CN" altLang="en-US" dirty="0">
                <a:latin typeface="+mn-ea"/>
              </a:rPr>
              <a:t>，当</a:t>
            </a:r>
            <a:r>
              <a:rPr lang="en-US" altLang="zh-CN" dirty="0">
                <a:latin typeface="+mn-ea"/>
              </a:rPr>
              <a:t>x</a:t>
            </a:r>
            <a:r>
              <a:rPr lang="zh-CN" altLang="en-US" dirty="0">
                <a:latin typeface="+mn-ea"/>
              </a:rPr>
              <a:t>改变时，其干涉强度关于波数呈余弦函数关系，则像面上两点的强度可以表示为：</a:t>
            </a:r>
          </a:p>
        </p:txBody>
      </p:sp>
      <p:sp>
        <p:nvSpPr>
          <p:cNvPr id="15" name="文本框 14">
            <a:extLst>
              <a:ext uri="{FF2B5EF4-FFF2-40B4-BE49-F238E27FC236}">
                <a16:creationId xmlns:a16="http://schemas.microsoft.com/office/drawing/2014/main" id="{19183E6A-3DAC-0BB3-48AE-EEE0C82B9AF5}"/>
              </a:ext>
            </a:extLst>
          </p:cNvPr>
          <p:cNvSpPr txBox="1"/>
          <p:nvPr/>
        </p:nvSpPr>
        <p:spPr>
          <a:xfrm>
            <a:off x="6656772" y="4722826"/>
            <a:ext cx="1202912" cy="458908"/>
          </a:xfrm>
          <a:prstGeom prst="rect">
            <a:avLst/>
          </a:prstGeom>
          <a:noFill/>
        </p:spPr>
        <p:txBody>
          <a:bodyPr wrap="square">
            <a:spAutoFit/>
          </a:bodyPr>
          <a:lstStyle/>
          <a:p>
            <a:pPr>
              <a:lnSpc>
                <a:spcPct val="150000"/>
              </a:lnSpc>
            </a:pPr>
            <a:r>
              <a:rPr lang="zh-CN" altLang="en-US" dirty="0">
                <a:latin typeface="+mn-ea"/>
              </a:rPr>
              <a:t>干涉公式</a:t>
            </a:r>
          </a:p>
        </p:txBody>
      </p:sp>
    </p:spTree>
    <p:extLst>
      <p:ext uri="{BB962C8B-B14F-4D97-AF65-F5344CB8AC3E}">
        <p14:creationId xmlns:p14="http://schemas.microsoft.com/office/powerpoint/2010/main" val="3113863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85E6C34D-7CCF-C0C1-D816-BB6556A1D8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370" y="4747090"/>
            <a:ext cx="2205176" cy="1698802"/>
          </a:xfrm>
          <a:prstGeom prst="rect">
            <a:avLst/>
          </a:prstGeom>
        </p:spPr>
      </p:pic>
      <p:pic>
        <p:nvPicPr>
          <p:cNvPr id="2" name="图片 1">
            <a:extLst>
              <a:ext uri="{FF2B5EF4-FFF2-40B4-BE49-F238E27FC236}">
                <a16:creationId xmlns:a16="http://schemas.microsoft.com/office/drawing/2014/main" id="{C3F074F9-8D73-5CB2-6DAE-1E8D1C4EFB36}"/>
              </a:ext>
            </a:extLst>
          </p:cNvPr>
          <p:cNvPicPr>
            <a:picLocks noChangeAspect="1"/>
          </p:cNvPicPr>
          <p:nvPr/>
        </p:nvPicPr>
        <p:blipFill>
          <a:blip r:embed="rId4"/>
          <a:stretch>
            <a:fillRect/>
          </a:stretch>
        </p:blipFill>
        <p:spPr>
          <a:xfrm>
            <a:off x="4207115" y="660248"/>
            <a:ext cx="4113925" cy="2082253"/>
          </a:xfrm>
          <a:prstGeom prst="rect">
            <a:avLst/>
          </a:prstGeom>
        </p:spPr>
      </p:pic>
      <p:sp>
        <p:nvSpPr>
          <p:cNvPr id="4" name="标题 2">
            <a:extLst>
              <a:ext uri="{FF2B5EF4-FFF2-40B4-BE49-F238E27FC236}">
                <a16:creationId xmlns:a16="http://schemas.microsoft.com/office/drawing/2014/main" id="{F8C073E5-8AD8-50EA-EBF3-ED94B660347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pic>
        <p:nvPicPr>
          <p:cNvPr id="6" name="图片 5">
            <a:extLst>
              <a:ext uri="{FF2B5EF4-FFF2-40B4-BE49-F238E27FC236}">
                <a16:creationId xmlns:a16="http://schemas.microsoft.com/office/drawing/2014/main" id="{EAFCFF07-8976-38D1-9A28-21AC6FD0852A}"/>
              </a:ext>
            </a:extLst>
          </p:cNvPr>
          <p:cNvPicPr>
            <a:picLocks noChangeAspect="1"/>
          </p:cNvPicPr>
          <p:nvPr/>
        </p:nvPicPr>
        <p:blipFill>
          <a:blip r:embed="rId5"/>
          <a:stretch>
            <a:fillRect/>
          </a:stretch>
        </p:blipFill>
        <p:spPr>
          <a:xfrm>
            <a:off x="614644" y="660248"/>
            <a:ext cx="2885015" cy="2037661"/>
          </a:xfrm>
          <a:prstGeom prst="rect">
            <a:avLst/>
          </a:prstGeom>
        </p:spPr>
      </p:pic>
      <p:sp>
        <p:nvSpPr>
          <p:cNvPr id="9" name="文本框 8">
            <a:extLst>
              <a:ext uri="{FF2B5EF4-FFF2-40B4-BE49-F238E27FC236}">
                <a16:creationId xmlns:a16="http://schemas.microsoft.com/office/drawing/2014/main" id="{FA1582D0-1CB8-5B13-88C4-1FC951F0C9E5}"/>
              </a:ext>
            </a:extLst>
          </p:cNvPr>
          <p:cNvSpPr txBox="1"/>
          <p:nvPr/>
        </p:nvSpPr>
        <p:spPr>
          <a:xfrm>
            <a:off x="37407" y="2844719"/>
            <a:ext cx="6086355" cy="458908"/>
          </a:xfrm>
          <a:prstGeom prst="rect">
            <a:avLst/>
          </a:prstGeom>
          <a:noFill/>
        </p:spPr>
        <p:txBody>
          <a:bodyPr wrap="square">
            <a:spAutoFit/>
          </a:bodyPr>
          <a:lstStyle/>
          <a:p>
            <a:pPr indent="304800" algn="just">
              <a:lnSpc>
                <a:spcPct val="150000"/>
              </a:lnSpc>
            </a:pPr>
            <a:r>
              <a:rPr lang="zh-CN" altLang="zh-CN" sz="1800" kern="0" dirty="0">
                <a:effectLst/>
                <a:latin typeface="+mn-ea"/>
              </a:rPr>
              <a:t>当光源中含有多种频率的光时，</a:t>
            </a:r>
            <a:r>
              <a:rPr lang="zh-CN" altLang="en-US" sz="1800" kern="0" dirty="0">
                <a:effectLst/>
                <a:latin typeface="+mn-ea"/>
              </a:rPr>
              <a:t>探测器上</a:t>
            </a:r>
            <a:r>
              <a:rPr lang="zh-CN" altLang="zh-CN" sz="1800" kern="0" dirty="0">
                <a:effectLst/>
                <a:latin typeface="+mn-ea"/>
              </a:rPr>
              <a:t>光强可表示为</a:t>
            </a:r>
            <a:endParaRPr lang="zh-CN" altLang="zh-CN" sz="1400" kern="100" dirty="0">
              <a:effectLst/>
              <a:latin typeface="+mn-ea"/>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808A157-0C60-300F-4FA2-6E9FCB5C42EA}"/>
                  </a:ext>
                </a:extLst>
              </p:cNvPr>
              <p:cNvSpPr txBox="1"/>
              <p:nvPr/>
            </p:nvSpPr>
            <p:spPr>
              <a:xfrm>
                <a:off x="794584" y="3341895"/>
                <a:ext cx="4572000" cy="484300"/>
              </a:xfrm>
              <a:prstGeom prst="rect">
                <a:avLst/>
              </a:prstGeom>
              <a:noFill/>
            </p:spPr>
            <p:txBody>
              <a:bodyPr wrap="square">
                <a:spAutoFit/>
              </a:bodyPr>
              <a:lstStyle/>
              <a:p>
                <a14:m>
                  <m:oMath xmlns:m="http://schemas.openxmlformats.org/officeDocument/2006/math">
                    <m:r>
                      <a:rPr lang="en-US" altLang="zh-CN" sz="2000" i="1" kern="0" smtClean="0">
                        <a:effectLst/>
                        <a:latin typeface="Cambria Math" panose="02040503050406030204" pitchFamily="18" charset="0"/>
                        <a:ea typeface="仿宋" panose="02010609060101010101" pitchFamily="49" charset="-122"/>
                        <a:cs typeface="Times New Roman" panose="02020603050405020304" pitchFamily="18" charset="0"/>
                      </a:rPr>
                      <m:t>𝐼</m:t>
                    </m:r>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e>
                    </m:d>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nary>
                      <m:naryPr>
                        <m:limLoc m:val="subSup"/>
                        <m:ctrlPr>
                          <a:rPr lang="zh-CN" altLang="zh-CN" sz="2000" i="1" kern="0">
                            <a:effectLst/>
                            <a:latin typeface="Cambria Math" panose="02040503050406030204" pitchFamily="18" charset="0"/>
                            <a:ea typeface="Cambria Math" panose="02040503050406030204" pitchFamily="18" charset="0"/>
                          </a:rPr>
                        </m:ctrlPr>
                      </m:naryPr>
                      <m:sub>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0</m:t>
                        </m:r>
                      </m:sub>
                      <m:sup>
                        <m:r>
                          <a:rPr lang="zh-CN"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sup>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𝐵</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)[1+</m:t>
                        </m:r>
                        <m:r>
                          <m:rPr>
                            <m:sty m:val="p"/>
                          </m:rPr>
                          <a:rPr lang="en-US" altLang="zh-CN" sz="2000" kern="0">
                            <a:effectLst/>
                            <a:latin typeface="Cambria Math" panose="02040503050406030204" pitchFamily="18" charset="0"/>
                            <a:ea typeface="仿宋" panose="02010609060101010101" pitchFamily="49" charset="-122"/>
                            <a:cs typeface="Times New Roman" panose="02020603050405020304" pitchFamily="18" charset="0"/>
                          </a:rPr>
                          <m:t>cos</m:t>
                        </m:r>
                        <m:r>
                          <a:rPr lang="en-US" altLang="zh-CN" sz="2000"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𝜋</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𝑑</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e>
                    </m:nary>
                  </m:oMath>
                </a14:m>
                <a:r>
                  <a:rPr lang="en-US" altLang="zh-CN" sz="2000" kern="0" dirty="0">
                    <a:effectLst/>
                    <a:latin typeface="仿宋" panose="02010609060101010101" pitchFamily="49" charset="-122"/>
                    <a:cs typeface="Times New Roman" panose="02020603050405020304" pitchFamily="18" charset="0"/>
                  </a:rPr>
                  <a:t> </a:t>
                </a:r>
                <a:endParaRPr lang="zh-CN" altLang="en-US" sz="2000" dirty="0"/>
              </a:p>
            </p:txBody>
          </p:sp>
        </mc:Choice>
        <mc:Fallback xmlns="">
          <p:sp>
            <p:nvSpPr>
              <p:cNvPr id="15" name="文本框 14">
                <a:extLst>
                  <a:ext uri="{FF2B5EF4-FFF2-40B4-BE49-F238E27FC236}">
                    <a16:creationId xmlns:a16="http://schemas.microsoft.com/office/drawing/2014/main" id="{7808A157-0C60-300F-4FA2-6E9FCB5C42EA}"/>
                  </a:ext>
                </a:extLst>
              </p:cNvPr>
              <p:cNvSpPr txBox="1">
                <a:spLocks noRot="1" noChangeAspect="1" noMove="1" noResize="1" noEditPoints="1" noAdjustHandles="1" noChangeArrowheads="1" noChangeShapeType="1" noTextEdit="1"/>
              </p:cNvSpPr>
              <p:nvPr/>
            </p:nvSpPr>
            <p:spPr>
              <a:xfrm>
                <a:off x="794584" y="3341895"/>
                <a:ext cx="4572000" cy="484300"/>
              </a:xfrm>
              <a:prstGeom prst="rect">
                <a:avLst/>
              </a:prstGeom>
              <a:blipFill>
                <a:blip r:embed="rId6"/>
                <a:stretch>
                  <a:fillRect t="-122500" b="-181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C5A750E-163D-F7C6-04D0-AA78ED0251BA}"/>
                  </a:ext>
                </a:extLst>
              </p:cNvPr>
              <p:cNvSpPr txBox="1"/>
              <p:nvPr/>
            </p:nvSpPr>
            <p:spPr>
              <a:xfrm>
                <a:off x="510503" y="3933961"/>
                <a:ext cx="4572000" cy="369332"/>
              </a:xfrm>
              <a:prstGeom prst="rect">
                <a:avLst/>
              </a:prstGeom>
              <a:noFill/>
            </p:spPr>
            <p:txBody>
              <a:bodyPr wrap="square">
                <a:spAutoFit/>
              </a:bodyPr>
              <a:lstStyle/>
              <a:p>
                <a:r>
                  <a:rPr lang="zh-CN" altLang="en-US" dirty="0"/>
                  <a:t>减去强度的平均值</a:t>
                </a:r>
                <a14:m>
                  <m:oMath xmlns:m="http://schemas.openxmlformats.org/officeDocument/2006/math">
                    <m:r>
                      <a:rPr lang="en-US" altLang="zh-CN" dirty="0">
                        <a:latin typeface="Cambria Math" panose="02040503050406030204" pitchFamily="18" charset="0"/>
                      </a:rPr>
                      <m:t>(</m:t>
                    </m:r>
                    <m:r>
                      <a:rPr lang="zh-CN" altLang="en-US" dirty="0">
                        <a:latin typeface="Cambria Math" panose="02040503050406030204" pitchFamily="18" charset="0"/>
                      </a:rPr>
                      <m:t>偏置</m:t>
                    </m:r>
                    <m:r>
                      <a:rPr lang="en-US" altLang="zh-CN" dirty="0">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𝐵</m:t>
                    </m:r>
                    <m:r>
                      <a:rPr lang="en-US" altLang="zh-CN">
                        <a:latin typeface="Cambria Math" panose="02040503050406030204" pitchFamily="18" charset="0"/>
                      </a:rPr>
                      <m:t>(</m:t>
                    </m:r>
                    <m:r>
                      <a:rPr lang="en-US" altLang="zh-CN">
                        <a:latin typeface="Cambria Math" panose="02040503050406030204" pitchFamily="18" charset="0"/>
                      </a:rPr>
                      <m:t>𝜎</m:t>
                    </m:r>
                    <m:r>
                      <a:rPr lang="en-US" altLang="zh-CN">
                        <a:latin typeface="Cambria Math" panose="02040503050406030204" pitchFamily="18" charset="0"/>
                      </a:rPr>
                      <m:t>)</m:t>
                    </m:r>
                  </m:oMath>
                </a14:m>
                <a:r>
                  <a:rPr lang="zh-CN" altLang="en-US" dirty="0"/>
                  <a:t>，得到</a:t>
                </a:r>
              </a:p>
            </p:txBody>
          </p:sp>
        </mc:Choice>
        <mc:Fallback xmlns="">
          <p:sp>
            <p:nvSpPr>
              <p:cNvPr id="7" name="文本框 6">
                <a:extLst>
                  <a:ext uri="{FF2B5EF4-FFF2-40B4-BE49-F238E27FC236}">
                    <a16:creationId xmlns:a16="http://schemas.microsoft.com/office/drawing/2014/main" id="{FC5A750E-163D-F7C6-04D0-AA78ED0251BA}"/>
                  </a:ext>
                </a:extLst>
              </p:cNvPr>
              <p:cNvSpPr txBox="1">
                <a:spLocks noRot="1" noChangeAspect="1" noMove="1" noResize="1" noEditPoints="1" noAdjustHandles="1" noChangeArrowheads="1" noChangeShapeType="1" noTextEdit="1"/>
              </p:cNvSpPr>
              <p:nvPr/>
            </p:nvSpPr>
            <p:spPr>
              <a:xfrm>
                <a:off x="510503" y="3933961"/>
                <a:ext cx="4572000" cy="369332"/>
              </a:xfrm>
              <a:prstGeom prst="rect">
                <a:avLst/>
              </a:prstGeom>
              <a:blipFill>
                <a:blip r:embed="rId7"/>
                <a:stretch>
                  <a:fillRect l="-1200"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B7ABBB5-B5B3-D8B6-62B5-F50C80CE3250}"/>
                  </a:ext>
                </a:extLst>
              </p:cNvPr>
              <p:cNvSpPr txBox="1"/>
              <p:nvPr/>
            </p:nvSpPr>
            <p:spPr>
              <a:xfrm>
                <a:off x="923150" y="4449327"/>
                <a:ext cx="4572000" cy="484300"/>
              </a:xfrm>
              <a:prstGeom prst="rect">
                <a:avLst/>
              </a:prstGeom>
              <a:noFill/>
            </p:spPr>
            <p:txBody>
              <a:bodyPr wrap="square">
                <a:spAutoFit/>
              </a:bodyPr>
              <a:lstStyle/>
              <a:p>
                <a14:m>
                  <m:oMath xmlns:m="http://schemas.openxmlformats.org/officeDocument/2006/math">
                    <m:r>
                      <a:rPr lang="en-US" altLang="zh-CN" sz="2000" i="1" kern="0" smtClean="0">
                        <a:effectLst/>
                        <a:latin typeface="Cambria Math" panose="02040503050406030204" pitchFamily="18" charset="0"/>
                        <a:ea typeface="仿宋" panose="02010609060101010101" pitchFamily="49" charset="-122"/>
                        <a:cs typeface="Times New Roman" panose="02020603050405020304" pitchFamily="18" charset="0"/>
                      </a:rPr>
                      <m:t>𝐼</m:t>
                    </m:r>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e>
                    </m:d>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nary>
                      <m:naryPr>
                        <m:limLoc m:val="subSup"/>
                        <m:ctrlPr>
                          <a:rPr lang="zh-CN" altLang="zh-CN" sz="2000" i="1" kern="0">
                            <a:effectLst/>
                            <a:latin typeface="Cambria Math" panose="02040503050406030204" pitchFamily="18" charset="0"/>
                            <a:ea typeface="Cambria Math" panose="02040503050406030204" pitchFamily="18" charset="0"/>
                          </a:rPr>
                        </m:ctrlPr>
                      </m:naryPr>
                      <m:sub>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0</m:t>
                        </m:r>
                      </m:sub>
                      <m:sup>
                        <m:r>
                          <a:rPr lang="zh-CN"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sup>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𝐵</m:t>
                        </m:r>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e>
                        </m:d>
                        <m:func>
                          <m:funcPr>
                            <m:ctrlPr>
                              <a:rPr lang="zh-CN" altLang="zh-CN" sz="2000" i="1" kern="0">
                                <a:effectLst/>
                                <a:latin typeface="Cambria Math" panose="02040503050406030204" pitchFamily="18" charset="0"/>
                                <a:ea typeface="Cambria Math" panose="02040503050406030204" pitchFamily="18" charset="0"/>
                              </a:rPr>
                            </m:ctrlPr>
                          </m:funcPr>
                          <m:fName>
                            <m:r>
                              <m:rPr>
                                <m:sty m:val="p"/>
                              </m:rPr>
                              <a:rPr lang="en-US" altLang="zh-CN" sz="2000" kern="0">
                                <a:effectLst/>
                                <a:latin typeface="Cambria Math" panose="02040503050406030204" pitchFamily="18" charset="0"/>
                                <a:ea typeface="仿宋" panose="02010609060101010101" pitchFamily="49" charset="-122"/>
                                <a:cs typeface="Times New Roman" panose="02020603050405020304" pitchFamily="18" charset="0"/>
                              </a:rPr>
                              <m:t>cos</m:t>
                            </m:r>
                          </m:fName>
                          <m:e>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𝜋</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e>
                            </m:d>
                          </m:e>
                        </m:func>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𝑑</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 </m:t>
                        </m:r>
                      </m:e>
                    </m:nary>
                  </m:oMath>
                </a14:m>
                <a:r>
                  <a:rPr lang="en-US" altLang="zh-CN" sz="2000" kern="0" dirty="0">
                    <a:effectLst/>
                    <a:latin typeface="仿宋" panose="02010609060101010101" pitchFamily="49" charset="-122"/>
                    <a:cs typeface="Times New Roman" panose="02020603050405020304" pitchFamily="18" charset="0"/>
                  </a:rPr>
                  <a:t> </a:t>
                </a:r>
                <a:endParaRPr lang="zh-CN" altLang="en-US" sz="2000" dirty="0"/>
              </a:p>
            </p:txBody>
          </p:sp>
        </mc:Choice>
        <mc:Fallback xmlns="">
          <p:sp>
            <p:nvSpPr>
              <p:cNvPr id="8" name="文本框 7">
                <a:extLst>
                  <a:ext uri="{FF2B5EF4-FFF2-40B4-BE49-F238E27FC236}">
                    <a16:creationId xmlns:a16="http://schemas.microsoft.com/office/drawing/2014/main" id="{CB7ABBB5-B5B3-D8B6-62B5-F50C80CE3250}"/>
                  </a:ext>
                </a:extLst>
              </p:cNvPr>
              <p:cNvSpPr txBox="1">
                <a:spLocks noRot="1" noChangeAspect="1" noMove="1" noResize="1" noEditPoints="1" noAdjustHandles="1" noChangeArrowheads="1" noChangeShapeType="1" noTextEdit="1"/>
              </p:cNvSpPr>
              <p:nvPr/>
            </p:nvSpPr>
            <p:spPr>
              <a:xfrm>
                <a:off x="923150" y="4449327"/>
                <a:ext cx="4572000" cy="484300"/>
              </a:xfrm>
              <a:prstGeom prst="rect">
                <a:avLst/>
              </a:prstGeom>
              <a:blipFill>
                <a:blip r:embed="rId8"/>
                <a:stretch>
                  <a:fillRect t="-124051" b="-18481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CD882572-AAF1-2FB8-8DC2-9BDF185D1C4A}"/>
              </a:ext>
            </a:extLst>
          </p:cNvPr>
          <p:cNvSpPr txBox="1"/>
          <p:nvPr/>
        </p:nvSpPr>
        <p:spPr>
          <a:xfrm>
            <a:off x="171287" y="5024515"/>
            <a:ext cx="5456867" cy="873957"/>
          </a:xfrm>
          <a:prstGeom prst="rect">
            <a:avLst/>
          </a:prstGeom>
          <a:noFill/>
        </p:spPr>
        <p:txBody>
          <a:bodyPr wrap="square">
            <a:spAutoFit/>
          </a:bodyPr>
          <a:lstStyle/>
          <a:p>
            <a:pPr>
              <a:lnSpc>
                <a:spcPct val="150000"/>
              </a:lnSpc>
            </a:pPr>
            <a:r>
              <a:rPr lang="zh-CN" altLang="en-US" dirty="0"/>
              <a:t>利用傅里叶反变换在计算机上求解得到光谱，由于</a:t>
            </a:r>
            <a:r>
              <a:rPr lang="en-US" altLang="zh-CN" dirty="0"/>
              <a:t>B(σ)</a:t>
            </a:r>
            <a:r>
              <a:rPr lang="zh-CN" altLang="en-US" dirty="0"/>
              <a:t>系数不影响光谱成分，可去除</a:t>
            </a:r>
            <a:r>
              <a:rPr lang="en-US" altLang="zh-CN" dirty="0"/>
              <a:t>2</a:t>
            </a:r>
            <a:r>
              <a:rPr lang="zh-CN" altLang="en-US" dirty="0"/>
              <a:t>，反变换公式：</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F2D5D17-16E1-4946-3DB7-31ED4F5D22E1}"/>
                  </a:ext>
                </a:extLst>
              </p:cNvPr>
              <p:cNvSpPr txBox="1"/>
              <p:nvPr/>
            </p:nvSpPr>
            <p:spPr>
              <a:xfrm>
                <a:off x="1056154" y="5915705"/>
                <a:ext cx="4572000" cy="484300"/>
              </a:xfrm>
              <a:prstGeom prst="rect">
                <a:avLst/>
              </a:prstGeom>
              <a:noFill/>
            </p:spPr>
            <p:txBody>
              <a:bodyPr wrap="square">
                <a:spAutoFit/>
              </a:bodyPr>
              <a:lstStyle/>
              <a:p>
                <a14:m>
                  <m:oMath xmlns:m="http://schemas.openxmlformats.org/officeDocument/2006/math">
                    <m:r>
                      <a:rPr lang="en-US" altLang="zh-CN" sz="2000" i="1" kern="0" smtClean="0">
                        <a:effectLst/>
                        <a:latin typeface="Cambria Math" panose="02040503050406030204" pitchFamily="18" charset="0"/>
                        <a:ea typeface="仿宋" panose="02010609060101010101" pitchFamily="49" charset="-122"/>
                        <a:cs typeface="Times New Roman" panose="02020603050405020304" pitchFamily="18" charset="0"/>
                      </a:rPr>
                      <m:t>𝐵</m:t>
                    </m:r>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𝜎</m:t>
                        </m:r>
                      </m:e>
                    </m:d>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nary>
                      <m:naryPr>
                        <m:limLoc m:val="subSup"/>
                        <m:ctrlPr>
                          <a:rPr lang="zh-CN" altLang="zh-CN" sz="2000" i="1" kern="0">
                            <a:effectLst/>
                            <a:latin typeface="Cambria Math" panose="02040503050406030204" pitchFamily="18" charset="0"/>
                            <a:ea typeface="Cambria Math" panose="02040503050406030204" pitchFamily="18" charset="0"/>
                          </a:rPr>
                        </m:ctrlPr>
                      </m:naryPr>
                      <m:sub>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0</m:t>
                        </m:r>
                      </m:sub>
                      <m:sup>
                        <m:r>
                          <a:rPr lang="zh-CN"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sup>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𝐼</m:t>
                        </m:r>
                        <m:d>
                          <m:dPr>
                            <m:ctrlPr>
                              <a:rPr lang="zh-CN" altLang="zh-CN" sz="2000" i="1" kern="0">
                                <a:effectLst/>
                                <a:latin typeface="Cambria Math" panose="02040503050406030204" pitchFamily="18" charset="0"/>
                                <a:ea typeface="Cambria Math" panose="02040503050406030204" pitchFamily="18" charset="0"/>
                              </a:rPr>
                            </m:ctrlPr>
                          </m:dPr>
                          <m:e>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e>
                        </m:d>
                        <m:r>
                          <m:rPr>
                            <m:sty m:val="p"/>
                          </m:rPr>
                          <a:rPr lang="en-US" altLang="zh-CN" sz="2000" kern="0">
                            <a:effectLst/>
                            <a:latin typeface="Cambria Math" panose="02040503050406030204" pitchFamily="18" charset="0"/>
                            <a:ea typeface="仿宋" panose="02010609060101010101" pitchFamily="49" charset="-122"/>
                            <a:cs typeface="Times New Roman" panose="02020603050405020304" pitchFamily="18" charset="0"/>
                          </a:rPr>
                          <m:t>cos</m:t>
                        </m:r>
                        <m:r>
                          <a:rPr lang="en-US" altLang="zh-CN" sz="2000"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(2</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𝜋𝜎</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𝑥</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m:t>
                        </m:r>
                        <m:r>
                          <a:rPr lang="en-US" altLang="zh-CN" sz="2000" i="1" kern="0">
                            <a:effectLst/>
                            <a:latin typeface="Cambria Math" panose="02040503050406030204" pitchFamily="18" charset="0"/>
                            <a:ea typeface="仿宋" panose="02010609060101010101" pitchFamily="49" charset="-122"/>
                            <a:cs typeface="Times New Roman" panose="02020603050405020304" pitchFamily="18" charset="0"/>
                          </a:rPr>
                          <m:t>𝑑𝑥</m:t>
                        </m:r>
                      </m:e>
                    </m:nary>
                  </m:oMath>
                </a14:m>
                <a:r>
                  <a:rPr lang="en-US" altLang="zh-CN" sz="2000" kern="0" dirty="0">
                    <a:effectLst/>
                    <a:latin typeface="仿宋" panose="02010609060101010101" pitchFamily="49" charset="-122"/>
                    <a:cs typeface="Times New Roman" panose="02020603050405020304" pitchFamily="18" charset="0"/>
                  </a:rPr>
                  <a:t> </a:t>
                </a:r>
                <a:endParaRPr lang="zh-CN" altLang="en-US" sz="2000" dirty="0"/>
              </a:p>
            </p:txBody>
          </p:sp>
        </mc:Choice>
        <mc:Fallback xmlns="">
          <p:sp>
            <p:nvSpPr>
              <p:cNvPr id="12" name="文本框 11">
                <a:extLst>
                  <a:ext uri="{FF2B5EF4-FFF2-40B4-BE49-F238E27FC236}">
                    <a16:creationId xmlns:a16="http://schemas.microsoft.com/office/drawing/2014/main" id="{3F2D5D17-16E1-4946-3DB7-31ED4F5D22E1}"/>
                  </a:ext>
                </a:extLst>
              </p:cNvPr>
              <p:cNvSpPr txBox="1">
                <a:spLocks noRot="1" noChangeAspect="1" noMove="1" noResize="1" noEditPoints="1" noAdjustHandles="1" noChangeArrowheads="1" noChangeShapeType="1" noTextEdit="1"/>
              </p:cNvSpPr>
              <p:nvPr/>
            </p:nvSpPr>
            <p:spPr>
              <a:xfrm>
                <a:off x="1056154" y="5915705"/>
                <a:ext cx="4572000" cy="484300"/>
              </a:xfrm>
              <a:prstGeom prst="rect">
                <a:avLst/>
              </a:prstGeom>
              <a:blipFill>
                <a:blip r:embed="rId9"/>
                <a:stretch>
                  <a:fillRect t="-122500" b="-181250"/>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62F35D92-BEAA-AF23-4CFA-17F0D1F61F62}"/>
              </a:ext>
            </a:extLst>
          </p:cNvPr>
          <p:cNvPicPr>
            <a:picLocks noChangeAspect="1"/>
          </p:cNvPicPr>
          <p:nvPr/>
        </p:nvPicPr>
        <p:blipFill rotWithShape="1">
          <a:blip r:embed="rId10"/>
          <a:srcRect l="46809" b="72884"/>
          <a:stretch/>
        </p:blipFill>
        <p:spPr>
          <a:xfrm>
            <a:off x="5495150" y="3320860"/>
            <a:ext cx="3397413" cy="1497022"/>
          </a:xfrm>
          <a:prstGeom prst="rect">
            <a:avLst/>
          </a:prstGeom>
        </p:spPr>
      </p:pic>
    </p:spTree>
    <p:extLst>
      <p:ext uri="{BB962C8B-B14F-4D97-AF65-F5344CB8AC3E}">
        <p14:creationId xmlns:p14="http://schemas.microsoft.com/office/powerpoint/2010/main" val="1150554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F6F3B19-6A4B-9A7C-EF35-B55A6A0A0F4E}"/>
              </a:ext>
            </a:extLst>
          </p:cNvPr>
          <p:cNvPicPr>
            <a:picLocks noChangeAspect="1"/>
          </p:cNvPicPr>
          <p:nvPr/>
        </p:nvPicPr>
        <p:blipFill>
          <a:blip r:embed="rId3"/>
          <a:stretch>
            <a:fillRect/>
          </a:stretch>
        </p:blipFill>
        <p:spPr>
          <a:xfrm>
            <a:off x="4776835" y="2729696"/>
            <a:ext cx="3302541" cy="1573974"/>
          </a:xfrm>
          <a:prstGeom prst="rect">
            <a:avLst/>
          </a:prstGeom>
        </p:spPr>
      </p:pic>
      <p:pic>
        <p:nvPicPr>
          <p:cNvPr id="10" name="图片 9">
            <a:extLst>
              <a:ext uri="{FF2B5EF4-FFF2-40B4-BE49-F238E27FC236}">
                <a16:creationId xmlns:a16="http://schemas.microsoft.com/office/drawing/2014/main" id="{623A9B53-9900-B36B-32D3-DBD3584063B6}"/>
              </a:ext>
            </a:extLst>
          </p:cNvPr>
          <p:cNvPicPr>
            <a:picLocks noChangeAspect="1"/>
          </p:cNvPicPr>
          <p:nvPr/>
        </p:nvPicPr>
        <p:blipFill rotWithShape="1">
          <a:blip r:embed="rId4">
            <a:extLst>
              <a:ext uri="{28A0092B-C50C-407E-A947-70E740481C1C}">
                <a14:useLocalDpi xmlns:a14="http://schemas.microsoft.com/office/drawing/2010/main" val="0"/>
              </a:ext>
            </a:extLst>
          </a:blip>
          <a:srcRect t="9701" r="7911" b="6282"/>
          <a:stretch/>
        </p:blipFill>
        <p:spPr>
          <a:xfrm>
            <a:off x="661867" y="613800"/>
            <a:ext cx="2650725" cy="1863038"/>
          </a:xfrm>
          <a:prstGeom prst="rect">
            <a:avLst/>
          </a:prstGeom>
        </p:spPr>
      </p:pic>
      <p:pic>
        <p:nvPicPr>
          <p:cNvPr id="12" name="图片 11">
            <a:extLst>
              <a:ext uri="{FF2B5EF4-FFF2-40B4-BE49-F238E27FC236}">
                <a16:creationId xmlns:a16="http://schemas.microsoft.com/office/drawing/2014/main" id="{C0DE6398-A6FA-BB90-36C4-4265FDFDA28E}"/>
              </a:ext>
            </a:extLst>
          </p:cNvPr>
          <p:cNvPicPr>
            <a:picLocks noChangeAspect="1"/>
          </p:cNvPicPr>
          <p:nvPr/>
        </p:nvPicPr>
        <p:blipFill rotWithShape="1">
          <a:blip r:embed="rId5">
            <a:extLst>
              <a:ext uri="{28A0092B-C50C-407E-A947-70E740481C1C}">
                <a14:useLocalDpi xmlns:a14="http://schemas.microsoft.com/office/drawing/2010/main" val="0"/>
              </a:ext>
            </a:extLst>
          </a:blip>
          <a:srcRect t="10378" r="10336" b="6719"/>
          <a:stretch/>
        </p:blipFill>
        <p:spPr>
          <a:xfrm>
            <a:off x="661867" y="2799004"/>
            <a:ext cx="2597316" cy="1850009"/>
          </a:xfrm>
          <a:prstGeom prst="rect">
            <a:avLst/>
          </a:prstGeom>
        </p:spPr>
      </p:pic>
      <p:pic>
        <p:nvPicPr>
          <p:cNvPr id="14" name="图片 13">
            <a:extLst>
              <a:ext uri="{FF2B5EF4-FFF2-40B4-BE49-F238E27FC236}">
                <a16:creationId xmlns:a16="http://schemas.microsoft.com/office/drawing/2014/main" id="{17199A8B-3484-A226-7C18-14B9C524B4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34266" y="613800"/>
            <a:ext cx="2423309" cy="1652963"/>
          </a:xfrm>
          <a:prstGeom prst="rect">
            <a:avLst/>
          </a:prstGeom>
        </p:spPr>
      </p:pic>
      <p:cxnSp>
        <p:nvCxnSpPr>
          <p:cNvPr id="16" name="直接箭头连接符 15">
            <a:extLst>
              <a:ext uri="{FF2B5EF4-FFF2-40B4-BE49-F238E27FC236}">
                <a16:creationId xmlns:a16="http://schemas.microsoft.com/office/drawing/2014/main" id="{A1AA1491-D32F-58F6-D8E2-530204B3A761}"/>
              </a:ext>
            </a:extLst>
          </p:cNvPr>
          <p:cNvCxnSpPr/>
          <p:nvPr/>
        </p:nvCxnSpPr>
        <p:spPr>
          <a:xfrm>
            <a:off x="3865069" y="1651063"/>
            <a:ext cx="70693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B211EBBC-5CC1-EF47-4DC0-32EE662F9BF7}"/>
              </a:ext>
            </a:extLst>
          </p:cNvPr>
          <p:cNvPicPr>
            <a:picLocks noChangeAspect="1"/>
          </p:cNvPicPr>
          <p:nvPr/>
        </p:nvPicPr>
        <p:blipFill rotWithShape="1">
          <a:blip r:embed="rId7">
            <a:extLst>
              <a:ext uri="{28A0092B-C50C-407E-A947-70E740481C1C}">
                <a14:useLocalDpi xmlns:a14="http://schemas.microsoft.com/office/drawing/2010/main" val="0"/>
              </a:ext>
            </a:extLst>
          </a:blip>
          <a:srcRect l="36859" t="43656" r="15243" b="46101"/>
          <a:stretch/>
        </p:blipFill>
        <p:spPr>
          <a:xfrm>
            <a:off x="4994371" y="4303670"/>
            <a:ext cx="2748332" cy="208233"/>
          </a:xfrm>
          <a:prstGeom prst="rect">
            <a:avLst/>
          </a:prstGeom>
        </p:spPr>
      </p:pic>
      <p:cxnSp>
        <p:nvCxnSpPr>
          <p:cNvPr id="19" name="直接箭头连接符 18">
            <a:extLst>
              <a:ext uri="{FF2B5EF4-FFF2-40B4-BE49-F238E27FC236}">
                <a16:creationId xmlns:a16="http://schemas.microsoft.com/office/drawing/2014/main" id="{2420F18E-DD48-9A98-22C3-E0295A240D83}"/>
              </a:ext>
            </a:extLst>
          </p:cNvPr>
          <p:cNvCxnSpPr/>
          <p:nvPr/>
        </p:nvCxnSpPr>
        <p:spPr>
          <a:xfrm>
            <a:off x="3835332" y="3797594"/>
            <a:ext cx="70693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A1C3260C-7EE9-8D73-AA46-9362B82F1670}"/>
              </a:ext>
            </a:extLst>
          </p:cNvPr>
          <p:cNvSpPr txBox="1"/>
          <p:nvPr/>
        </p:nvSpPr>
        <p:spPr>
          <a:xfrm>
            <a:off x="4017694" y="2949841"/>
            <a:ext cx="902836" cy="369332"/>
          </a:xfrm>
          <a:prstGeom prst="rect">
            <a:avLst/>
          </a:prstGeom>
          <a:noFill/>
        </p:spPr>
        <p:txBody>
          <a:bodyPr wrap="square">
            <a:spAutoFit/>
          </a:bodyPr>
          <a:lstStyle/>
          <a:p>
            <a:r>
              <a:rPr lang="en-US" altLang="zh-CN" dirty="0"/>
              <a:t>Beats</a:t>
            </a:r>
            <a:endParaRPr lang="zh-CN" altLang="en-US" dirty="0"/>
          </a:p>
        </p:txBody>
      </p:sp>
      <p:sp>
        <p:nvSpPr>
          <p:cNvPr id="2" name="标题 2">
            <a:extLst>
              <a:ext uri="{FF2B5EF4-FFF2-40B4-BE49-F238E27FC236}">
                <a16:creationId xmlns:a16="http://schemas.microsoft.com/office/drawing/2014/main" id="{32105C27-3BFA-1C5A-2E67-0660271B157D}"/>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pic>
        <p:nvPicPr>
          <p:cNvPr id="3" name="图片 2">
            <a:extLst>
              <a:ext uri="{FF2B5EF4-FFF2-40B4-BE49-F238E27FC236}">
                <a16:creationId xmlns:a16="http://schemas.microsoft.com/office/drawing/2014/main" id="{A142CC26-54EF-74CB-AFD3-E5BCD9BED62F}"/>
              </a:ext>
            </a:extLst>
          </p:cNvPr>
          <p:cNvPicPr>
            <a:picLocks noChangeAspect="1"/>
          </p:cNvPicPr>
          <p:nvPr/>
        </p:nvPicPr>
        <p:blipFill>
          <a:blip r:embed="rId8"/>
          <a:stretch>
            <a:fillRect/>
          </a:stretch>
        </p:blipFill>
        <p:spPr>
          <a:xfrm>
            <a:off x="758332" y="5353575"/>
            <a:ext cx="4391025" cy="590550"/>
          </a:xfrm>
          <a:prstGeom prst="rect">
            <a:avLst/>
          </a:prstGeom>
        </p:spPr>
      </p:pic>
      <p:pic>
        <p:nvPicPr>
          <p:cNvPr id="4" name="图片 3">
            <a:extLst>
              <a:ext uri="{FF2B5EF4-FFF2-40B4-BE49-F238E27FC236}">
                <a16:creationId xmlns:a16="http://schemas.microsoft.com/office/drawing/2014/main" id="{54E3C885-307D-DA18-DF24-B52A820A34ED}"/>
              </a:ext>
            </a:extLst>
          </p:cNvPr>
          <p:cNvPicPr>
            <a:picLocks noChangeAspect="1"/>
          </p:cNvPicPr>
          <p:nvPr/>
        </p:nvPicPr>
        <p:blipFill rotWithShape="1">
          <a:blip r:embed="rId9"/>
          <a:srcRect l="46809" b="72033"/>
          <a:stretch/>
        </p:blipFill>
        <p:spPr>
          <a:xfrm>
            <a:off x="5343035" y="4868768"/>
            <a:ext cx="3421154" cy="1375432"/>
          </a:xfrm>
          <a:prstGeom prst="rect">
            <a:avLst/>
          </a:prstGeom>
        </p:spPr>
      </p:pic>
    </p:spTree>
    <p:extLst>
      <p:ext uri="{BB962C8B-B14F-4D97-AF65-F5344CB8AC3E}">
        <p14:creationId xmlns:p14="http://schemas.microsoft.com/office/powerpoint/2010/main" val="2413416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90BA8DD-5FD7-E5E0-AAC3-9A1B2F101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2750" y="651857"/>
            <a:ext cx="5678500" cy="5327252"/>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2">
            <a:extLst>
              <a:ext uri="{FF2B5EF4-FFF2-40B4-BE49-F238E27FC236}">
                <a16:creationId xmlns:a16="http://schemas.microsoft.com/office/drawing/2014/main" id="{C67D4C15-BCF7-F936-F958-57FABD64AF5C}"/>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633691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C67D4C15-BCF7-F936-F958-57FABD64AF5C}"/>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pic>
        <p:nvPicPr>
          <p:cNvPr id="4" name="图片 3">
            <a:extLst>
              <a:ext uri="{FF2B5EF4-FFF2-40B4-BE49-F238E27FC236}">
                <a16:creationId xmlns:a16="http://schemas.microsoft.com/office/drawing/2014/main" id="{FB5B6403-DE3C-643B-2F11-8E10D0741B8F}"/>
              </a:ext>
            </a:extLst>
          </p:cNvPr>
          <p:cNvPicPr>
            <a:picLocks noChangeAspect="1"/>
          </p:cNvPicPr>
          <p:nvPr/>
        </p:nvPicPr>
        <p:blipFill rotWithShape="1">
          <a:blip r:embed="rId3">
            <a:extLst>
              <a:ext uri="{28A0092B-C50C-407E-A947-70E740481C1C}">
                <a14:useLocalDpi xmlns:a14="http://schemas.microsoft.com/office/drawing/2010/main" val="0"/>
              </a:ext>
            </a:extLst>
          </a:blip>
          <a:srcRect l="8816" t="14445" r="9380" b="18105"/>
          <a:stretch/>
        </p:blipFill>
        <p:spPr>
          <a:xfrm>
            <a:off x="649941" y="674769"/>
            <a:ext cx="3541060" cy="2523739"/>
          </a:xfrm>
          <a:prstGeom prst="rect">
            <a:avLst/>
          </a:prstGeom>
        </p:spPr>
      </p:pic>
      <p:sp>
        <p:nvSpPr>
          <p:cNvPr id="6" name="文本框 5">
            <a:extLst>
              <a:ext uri="{FF2B5EF4-FFF2-40B4-BE49-F238E27FC236}">
                <a16:creationId xmlns:a16="http://schemas.microsoft.com/office/drawing/2014/main" id="{60505A4A-00B8-0C5F-3875-C904498BF5FA}"/>
              </a:ext>
            </a:extLst>
          </p:cNvPr>
          <p:cNvSpPr txBox="1"/>
          <p:nvPr/>
        </p:nvSpPr>
        <p:spPr>
          <a:xfrm>
            <a:off x="5163670" y="1056945"/>
            <a:ext cx="2716306" cy="369332"/>
          </a:xfrm>
          <a:prstGeom prst="rect">
            <a:avLst/>
          </a:prstGeom>
          <a:noFill/>
        </p:spPr>
        <p:txBody>
          <a:bodyPr wrap="square">
            <a:spAutoFit/>
          </a:bodyPr>
          <a:lstStyle/>
          <a:p>
            <a:r>
              <a:rPr lang="en-US" altLang="zh-CN" dirty="0"/>
              <a:t>Infinite periodic function</a:t>
            </a:r>
            <a:endParaRPr lang="zh-CN" altLang="en-US" dirty="0"/>
          </a:p>
        </p:txBody>
      </p:sp>
      <p:pic>
        <p:nvPicPr>
          <p:cNvPr id="8" name="图片 7">
            <a:extLst>
              <a:ext uri="{FF2B5EF4-FFF2-40B4-BE49-F238E27FC236}">
                <a16:creationId xmlns:a16="http://schemas.microsoft.com/office/drawing/2014/main" id="{C7B7D561-8B24-C35B-932C-EF4207DBAE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3051" y="3243128"/>
            <a:ext cx="3684495" cy="3157613"/>
          </a:xfrm>
          <a:prstGeom prst="rect">
            <a:avLst/>
          </a:prstGeom>
        </p:spPr>
      </p:pic>
      <p:grpSp>
        <p:nvGrpSpPr>
          <p:cNvPr id="9" name="Group 48">
            <a:extLst>
              <a:ext uri="{FF2B5EF4-FFF2-40B4-BE49-F238E27FC236}">
                <a16:creationId xmlns:a16="http://schemas.microsoft.com/office/drawing/2014/main" id="{62F611AC-CA07-2979-5A18-59E42D8FE69C}"/>
              </a:ext>
            </a:extLst>
          </p:cNvPr>
          <p:cNvGrpSpPr>
            <a:grpSpLocks/>
          </p:cNvGrpSpPr>
          <p:nvPr/>
        </p:nvGrpSpPr>
        <p:grpSpPr bwMode="auto">
          <a:xfrm>
            <a:off x="803727" y="3429000"/>
            <a:ext cx="2492189" cy="1906435"/>
            <a:chOff x="3606" y="784"/>
            <a:chExt cx="1678" cy="1043"/>
          </a:xfrm>
        </p:grpSpPr>
        <p:sp>
          <p:nvSpPr>
            <p:cNvPr id="10" name="Text Box 33">
              <a:extLst>
                <a:ext uri="{FF2B5EF4-FFF2-40B4-BE49-F238E27FC236}">
                  <a16:creationId xmlns:a16="http://schemas.microsoft.com/office/drawing/2014/main" id="{E3A8CF71-CCED-1776-4B5E-04029F9A8820}"/>
                </a:ext>
              </a:extLst>
            </p:cNvPr>
            <p:cNvSpPr txBox="1">
              <a:spLocks noChangeArrowheads="1"/>
            </p:cNvSpPr>
            <p:nvPr/>
          </p:nvSpPr>
          <p:spPr bwMode="auto">
            <a:xfrm>
              <a:off x="4664" y="938"/>
              <a:ext cx="58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rPr>
                <a:t>rect(</a:t>
              </a:r>
              <a:r>
                <a:rPr lang="en-US" altLang="en-US" sz="2400" i="1">
                  <a:latin typeface="Times New Roman" panose="02020603050405020304" pitchFamily="18" charset="0"/>
                  <a:cs typeface="Times New Roman" panose="02020603050405020304" pitchFamily="18" charset="0"/>
                </a:rPr>
                <a:t>t</a:t>
              </a:r>
              <a:r>
                <a:rPr lang="en-US" altLang="en-US" sz="2400">
                  <a:latin typeface="Times New Roman" panose="02020603050405020304" pitchFamily="18" charset="0"/>
                  <a:cs typeface="Times New Roman" panose="02020603050405020304" pitchFamily="18" charset="0"/>
                </a:rPr>
                <a:t>)</a:t>
              </a:r>
            </a:p>
          </p:txBody>
        </p:sp>
        <p:sp>
          <p:nvSpPr>
            <p:cNvPr id="11" name="Text Box 34">
              <a:extLst>
                <a:ext uri="{FF2B5EF4-FFF2-40B4-BE49-F238E27FC236}">
                  <a16:creationId xmlns:a16="http://schemas.microsoft.com/office/drawing/2014/main" id="{662D6654-E0FD-BC34-0B4B-6CD65EA2E4AC}"/>
                </a:ext>
              </a:extLst>
            </p:cNvPr>
            <p:cNvSpPr txBox="1">
              <a:spLocks noChangeArrowheads="1"/>
            </p:cNvSpPr>
            <p:nvPr/>
          </p:nvSpPr>
          <p:spPr bwMode="auto">
            <a:xfrm>
              <a:off x="5040" y="1559"/>
              <a:ext cx="244"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latin typeface="Times New Roman" panose="02020603050405020304" pitchFamily="18" charset="0"/>
                  <a:cs typeface="Times New Roman" panose="02020603050405020304" pitchFamily="18" charset="0"/>
                </a:rPr>
                <a:t>t</a:t>
              </a:r>
              <a:endParaRPr lang="en-US" altLang="en-US" sz="2000">
                <a:latin typeface="Times New Roman" panose="02020603050405020304" pitchFamily="18" charset="0"/>
                <a:cs typeface="Times New Roman" panose="02020603050405020304" pitchFamily="18" charset="0"/>
              </a:endParaRPr>
            </a:p>
          </p:txBody>
        </p:sp>
        <p:sp>
          <p:nvSpPr>
            <p:cNvPr id="12" name="Line 36">
              <a:extLst>
                <a:ext uri="{FF2B5EF4-FFF2-40B4-BE49-F238E27FC236}">
                  <a16:creationId xmlns:a16="http://schemas.microsoft.com/office/drawing/2014/main" id="{816F5A5F-2321-3189-6C58-C831F96518D2}"/>
                </a:ext>
              </a:extLst>
            </p:cNvPr>
            <p:cNvSpPr>
              <a:spLocks noChangeShapeType="1"/>
            </p:cNvSpPr>
            <p:nvPr/>
          </p:nvSpPr>
          <p:spPr bwMode="auto">
            <a:xfrm>
              <a:off x="3606" y="1581"/>
              <a:ext cx="16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37">
              <a:extLst>
                <a:ext uri="{FF2B5EF4-FFF2-40B4-BE49-F238E27FC236}">
                  <a16:creationId xmlns:a16="http://schemas.microsoft.com/office/drawing/2014/main" id="{B0A1BEC0-2E82-7D5E-F814-084942C3D486}"/>
                </a:ext>
              </a:extLst>
            </p:cNvPr>
            <p:cNvSpPr>
              <a:spLocks noChangeShapeType="1"/>
            </p:cNvSpPr>
            <p:nvPr/>
          </p:nvSpPr>
          <p:spPr bwMode="auto">
            <a:xfrm rot="-5400000">
              <a:off x="3966" y="1204"/>
              <a:ext cx="8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4" name="Group 38">
              <a:extLst>
                <a:ext uri="{FF2B5EF4-FFF2-40B4-BE49-F238E27FC236}">
                  <a16:creationId xmlns:a16="http://schemas.microsoft.com/office/drawing/2014/main" id="{0C96CD3C-83BE-C784-2D8B-4D0DCD163067}"/>
                </a:ext>
              </a:extLst>
            </p:cNvPr>
            <p:cNvGrpSpPr>
              <a:grpSpLocks/>
            </p:cNvGrpSpPr>
            <p:nvPr/>
          </p:nvGrpSpPr>
          <p:grpSpPr bwMode="auto">
            <a:xfrm>
              <a:off x="3754" y="1017"/>
              <a:ext cx="1268" cy="579"/>
              <a:chOff x="738" y="2915"/>
              <a:chExt cx="1268" cy="627"/>
            </a:xfrm>
          </p:grpSpPr>
          <p:sp>
            <p:nvSpPr>
              <p:cNvPr id="17" name="Line 39">
                <a:extLst>
                  <a:ext uri="{FF2B5EF4-FFF2-40B4-BE49-F238E27FC236}">
                    <a16:creationId xmlns:a16="http://schemas.microsoft.com/office/drawing/2014/main" id="{BFB965CA-D071-6800-CF57-80D48ACA87E2}"/>
                  </a:ext>
                </a:extLst>
              </p:cNvPr>
              <p:cNvSpPr>
                <a:spLocks noChangeShapeType="1"/>
              </p:cNvSpPr>
              <p:nvPr/>
            </p:nvSpPr>
            <p:spPr bwMode="auto">
              <a:xfrm>
                <a:off x="1093" y="2915"/>
                <a:ext cx="0" cy="627"/>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40">
                <a:extLst>
                  <a:ext uri="{FF2B5EF4-FFF2-40B4-BE49-F238E27FC236}">
                    <a16:creationId xmlns:a16="http://schemas.microsoft.com/office/drawing/2014/main" id="{B66EAFB0-1BA3-FFD5-E9D9-D76DC1E689F6}"/>
                  </a:ext>
                </a:extLst>
              </p:cNvPr>
              <p:cNvSpPr>
                <a:spLocks noChangeShapeType="1"/>
              </p:cNvSpPr>
              <p:nvPr/>
            </p:nvSpPr>
            <p:spPr bwMode="auto">
              <a:xfrm rot="5400000">
                <a:off x="923" y="3339"/>
                <a:ext cx="0" cy="370"/>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41">
                <a:extLst>
                  <a:ext uri="{FF2B5EF4-FFF2-40B4-BE49-F238E27FC236}">
                    <a16:creationId xmlns:a16="http://schemas.microsoft.com/office/drawing/2014/main" id="{07ED4202-D44C-D5E9-814A-004B58C3D17B}"/>
                  </a:ext>
                </a:extLst>
              </p:cNvPr>
              <p:cNvSpPr>
                <a:spLocks noChangeShapeType="1"/>
              </p:cNvSpPr>
              <p:nvPr/>
            </p:nvSpPr>
            <p:spPr bwMode="auto">
              <a:xfrm>
                <a:off x="1637" y="2915"/>
                <a:ext cx="0" cy="627"/>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42">
                <a:extLst>
                  <a:ext uri="{FF2B5EF4-FFF2-40B4-BE49-F238E27FC236}">
                    <a16:creationId xmlns:a16="http://schemas.microsoft.com/office/drawing/2014/main" id="{0BA43209-1698-125D-7D0E-1CDE0DFC1068}"/>
                  </a:ext>
                </a:extLst>
              </p:cNvPr>
              <p:cNvSpPr>
                <a:spLocks noChangeShapeType="1"/>
              </p:cNvSpPr>
              <p:nvPr/>
            </p:nvSpPr>
            <p:spPr bwMode="auto">
              <a:xfrm rot="16200000" flipH="1">
                <a:off x="1821" y="3341"/>
                <a:ext cx="0" cy="370"/>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43">
                <a:extLst>
                  <a:ext uri="{FF2B5EF4-FFF2-40B4-BE49-F238E27FC236}">
                    <a16:creationId xmlns:a16="http://schemas.microsoft.com/office/drawing/2014/main" id="{A9A8A5ED-61AC-B7AB-2953-CA130E014B6F}"/>
                  </a:ext>
                </a:extLst>
              </p:cNvPr>
              <p:cNvSpPr>
                <a:spLocks noChangeShapeType="1"/>
              </p:cNvSpPr>
              <p:nvPr/>
            </p:nvSpPr>
            <p:spPr bwMode="auto">
              <a:xfrm rot="16200000" flipH="1">
                <a:off x="1366" y="2673"/>
                <a:ext cx="0" cy="519"/>
              </a:xfrm>
              <a:prstGeom prst="line">
                <a:avLst/>
              </a:prstGeom>
              <a:noFill/>
              <a:ln w="57150">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 name="Text Box 44">
              <a:extLst>
                <a:ext uri="{FF2B5EF4-FFF2-40B4-BE49-F238E27FC236}">
                  <a16:creationId xmlns:a16="http://schemas.microsoft.com/office/drawing/2014/main" id="{023F5F7A-777D-1344-C538-5F7F86B388CE}"/>
                </a:ext>
              </a:extLst>
            </p:cNvPr>
            <p:cNvSpPr txBox="1">
              <a:spLocks noChangeArrowheads="1"/>
            </p:cNvSpPr>
            <p:nvPr/>
          </p:nvSpPr>
          <p:spPr bwMode="auto">
            <a:xfrm>
              <a:off x="3954" y="1596"/>
              <a:ext cx="9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a:latin typeface="Times" panose="02020603050405020304" pitchFamily="18" charset="0"/>
                </a:rPr>
                <a:t>-.5     0     .5</a:t>
              </a:r>
            </a:p>
          </p:txBody>
        </p:sp>
        <p:sp>
          <p:nvSpPr>
            <p:cNvPr id="16" name="Text Box 45">
              <a:extLst>
                <a:ext uri="{FF2B5EF4-FFF2-40B4-BE49-F238E27FC236}">
                  <a16:creationId xmlns:a16="http://schemas.microsoft.com/office/drawing/2014/main" id="{DFC94950-E896-3CAF-5703-8DC29F9A8D60}"/>
                </a:ext>
              </a:extLst>
            </p:cNvPr>
            <p:cNvSpPr txBox="1">
              <a:spLocks noChangeArrowheads="1"/>
            </p:cNvSpPr>
            <p:nvPr/>
          </p:nvSpPr>
          <p:spPr bwMode="auto">
            <a:xfrm>
              <a:off x="4374" y="810"/>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800">
                  <a:latin typeface="Times" panose="02020603050405020304" pitchFamily="18" charset="0"/>
                </a:rPr>
                <a:t>1</a:t>
              </a:r>
            </a:p>
          </p:txBody>
        </p:sp>
      </p:grpSp>
      <p:sp>
        <p:nvSpPr>
          <p:cNvPr id="22" name="箭头: 下 21">
            <a:extLst>
              <a:ext uri="{FF2B5EF4-FFF2-40B4-BE49-F238E27FC236}">
                <a16:creationId xmlns:a16="http://schemas.microsoft.com/office/drawing/2014/main" id="{B115A9F7-0D9E-AAC1-D277-42B9AC067DCE}"/>
              </a:ext>
            </a:extLst>
          </p:cNvPr>
          <p:cNvSpPr/>
          <p:nvPr/>
        </p:nvSpPr>
        <p:spPr>
          <a:xfrm>
            <a:off x="6205451" y="1662545"/>
            <a:ext cx="232756"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104A9458-4FC2-A381-E239-FCB9F6ADE281}"/>
              </a:ext>
            </a:extLst>
          </p:cNvPr>
          <p:cNvSpPr txBox="1"/>
          <p:nvPr/>
        </p:nvSpPr>
        <p:spPr>
          <a:xfrm>
            <a:off x="5163670" y="2145819"/>
            <a:ext cx="2716306" cy="369332"/>
          </a:xfrm>
          <a:prstGeom prst="rect">
            <a:avLst/>
          </a:prstGeom>
          <a:noFill/>
        </p:spPr>
        <p:txBody>
          <a:bodyPr wrap="square">
            <a:spAutoFit/>
          </a:bodyPr>
          <a:lstStyle/>
          <a:p>
            <a:r>
              <a:rPr lang="en-US" altLang="zh-CN" dirty="0"/>
              <a:t>High spectral resolution</a:t>
            </a:r>
            <a:endParaRPr lang="zh-CN" altLang="en-US" dirty="0"/>
          </a:p>
        </p:txBody>
      </p:sp>
      <p:sp>
        <p:nvSpPr>
          <p:cNvPr id="24" name="文本框 23">
            <a:extLst>
              <a:ext uri="{FF2B5EF4-FFF2-40B4-BE49-F238E27FC236}">
                <a16:creationId xmlns:a16="http://schemas.microsoft.com/office/drawing/2014/main" id="{5D45BEB8-7686-B490-279A-101B6CA34369}"/>
              </a:ext>
            </a:extLst>
          </p:cNvPr>
          <p:cNvSpPr txBox="1"/>
          <p:nvPr/>
        </p:nvSpPr>
        <p:spPr>
          <a:xfrm>
            <a:off x="7610522" y="4477988"/>
            <a:ext cx="1583493" cy="646331"/>
          </a:xfrm>
          <a:prstGeom prst="rect">
            <a:avLst/>
          </a:prstGeom>
          <a:noFill/>
        </p:spPr>
        <p:txBody>
          <a:bodyPr wrap="square">
            <a:spAutoFit/>
          </a:bodyPr>
          <a:lstStyle/>
          <a:p>
            <a:r>
              <a:rPr lang="en-US" altLang="zh-CN" dirty="0"/>
              <a:t>Low spectral resolution</a:t>
            </a:r>
            <a:endParaRPr lang="zh-CN" altLang="en-US" dirty="0"/>
          </a:p>
        </p:txBody>
      </p:sp>
      <p:sp>
        <p:nvSpPr>
          <p:cNvPr id="26" name="文本框 25">
            <a:extLst>
              <a:ext uri="{FF2B5EF4-FFF2-40B4-BE49-F238E27FC236}">
                <a16:creationId xmlns:a16="http://schemas.microsoft.com/office/drawing/2014/main" id="{C1FA2F34-1DAA-1E83-12D5-54F956A56567}"/>
              </a:ext>
            </a:extLst>
          </p:cNvPr>
          <p:cNvSpPr txBox="1"/>
          <p:nvPr/>
        </p:nvSpPr>
        <p:spPr>
          <a:xfrm>
            <a:off x="265503" y="5283535"/>
            <a:ext cx="3805762" cy="369332"/>
          </a:xfrm>
          <a:prstGeom prst="rect">
            <a:avLst/>
          </a:prstGeom>
          <a:noFill/>
        </p:spPr>
        <p:txBody>
          <a:bodyPr wrap="square">
            <a:spAutoFit/>
          </a:bodyPr>
          <a:lstStyle/>
          <a:p>
            <a:r>
              <a:rPr lang="en-US" altLang="zh-CN" dirty="0"/>
              <a:t>Short optical path difference (OPD)</a:t>
            </a:r>
            <a:endParaRPr lang="zh-CN" altLang="en-US" dirty="0"/>
          </a:p>
        </p:txBody>
      </p:sp>
      <p:sp>
        <p:nvSpPr>
          <p:cNvPr id="28" name="箭头: 下 27">
            <a:extLst>
              <a:ext uri="{FF2B5EF4-FFF2-40B4-BE49-F238E27FC236}">
                <a16:creationId xmlns:a16="http://schemas.microsoft.com/office/drawing/2014/main" id="{4132B251-646B-865E-F464-A854954C60B8}"/>
              </a:ext>
            </a:extLst>
          </p:cNvPr>
          <p:cNvSpPr/>
          <p:nvPr/>
        </p:nvSpPr>
        <p:spPr>
          <a:xfrm>
            <a:off x="1866272" y="5690436"/>
            <a:ext cx="179962" cy="2636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C0CD05EB-9936-ADE8-C542-E1939C6634FC}"/>
              </a:ext>
            </a:extLst>
          </p:cNvPr>
          <p:cNvSpPr txBox="1"/>
          <p:nvPr/>
        </p:nvSpPr>
        <p:spPr>
          <a:xfrm>
            <a:off x="344474" y="5962401"/>
            <a:ext cx="3805762" cy="369332"/>
          </a:xfrm>
          <a:prstGeom prst="rect">
            <a:avLst/>
          </a:prstGeom>
          <a:noFill/>
        </p:spPr>
        <p:txBody>
          <a:bodyPr wrap="square">
            <a:spAutoFit/>
          </a:bodyPr>
          <a:lstStyle/>
          <a:p>
            <a:r>
              <a:rPr lang="en-US" altLang="zh-CN" dirty="0"/>
              <a:t>Convolution of rectangular function</a:t>
            </a:r>
            <a:endParaRPr lang="zh-CN" altLang="en-US" dirty="0"/>
          </a:p>
        </p:txBody>
      </p:sp>
    </p:spTree>
    <p:extLst>
      <p:ext uri="{BB962C8B-B14F-4D97-AF65-F5344CB8AC3E}">
        <p14:creationId xmlns:p14="http://schemas.microsoft.com/office/powerpoint/2010/main" val="3463814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3439645" y="555762"/>
            <a:ext cx="5230529" cy="2264851"/>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傅里叶变换光谱仪通常用于检测红外波段的吸收或发射光谱，工作原理是使用干涉仪来调制到达单个探测器上的光，再通过傅里叶变换将探测器上收集到的干涉图转换为与波长相关的光谱。傅里叶变换型光谱仪具有杂散光低、分辨率较高、光通量大、精度高等优点，使得微型化的同时满足高光通量和高分辨率等性能的要求。</a:t>
            </a:r>
            <a:endParaRPr lang="en-US" altLang="zh-CN" sz="16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TextBox 39">
            <a:extLst>
              <a:ext uri="{FF2B5EF4-FFF2-40B4-BE49-F238E27FC236}">
                <a16:creationId xmlns:a16="http://schemas.microsoft.com/office/drawing/2014/main" id="{EA537F0C-AE9D-4C0E-BFD5-09CF3E2B4FC4}"/>
              </a:ext>
            </a:extLst>
          </p:cNvPr>
          <p:cNvSpPr txBox="1"/>
          <p:nvPr/>
        </p:nvSpPr>
        <p:spPr>
          <a:xfrm>
            <a:off x="866516" y="3121615"/>
            <a:ext cx="7767874" cy="366895"/>
          </a:xfrm>
          <a:prstGeom prst="rect">
            <a:avLst/>
          </a:prstGeom>
          <a:noFill/>
          <a:ln>
            <a:solidFill>
              <a:srgbClr val="FF0000"/>
            </a:solidFill>
          </a:ln>
        </p:spPr>
        <p:txBody>
          <a:bodyPr wrap="square">
            <a:spAutoFit/>
          </a:bodyPr>
          <a:lstStyle/>
          <a:p>
            <a:pPr algn="ct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思考：为什么红外光谱仪大部分是傅里叶型的，很少用光栅色散？</a:t>
            </a:r>
            <a:endParaRPr lang="en-US" sz="1350" b="1" dirty="0"/>
          </a:p>
        </p:txBody>
      </p:sp>
      <p:sp>
        <p:nvSpPr>
          <p:cNvPr id="14" name="文本框 13">
            <a:extLst>
              <a:ext uri="{FF2B5EF4-FFF2-40B4-BE49-F238E27FC236}">
                <a16:creationId xmlns:a16="http://schemas.microsoft.com/office/drawing/2014/main" id="{0429E50A-D465-4B2E-9047-946C8954914B}"/>
              </a:ext>
            </a:extLst>
          </p:cNvPr>
          <p:cNvSpPr txBox="1"/>
          <p:nvPr/>
        </p:nvSpPr>
        <p:spPr>
          <a:xfrm>
            <a:off x="694822" y="3789512"/>
            <a:ext cx="7975352" cy="2264851"/>
          </a:xfrm>
          <a:prstGeom prst="rect">
            <a:avLst/>
          </a:prstGeom>
          <a:noFill/>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cs typeface="Arial" panose="020B0604020202020204" pitchFamily="34" charset="0"/>
              </a:rPr>
              <a:t>1. </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多通道（</a:t>
            </a:r>
            <a:r>
              <a:rPr lang="en-US" altLang="zh-CN" sz="1600" dirty="0" err="1">
                <a:latin typeface="微软雅黑" panose="020B0503020204020204" pitchFamily="34" charset="-122"/>
                <a:ea typeface="微软雅黑" panose="020B0503020204020204" pitchFamily="34" charset="-122"/>
                <a:cs typeface="Arial" panose="020B0604020202020204" pitchFamily="34" charset="0"/>
              </a:rPr>
              <a:t>Fellgett’s</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 advantage</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所有光谱同时到达探测器，能量比色散</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滤光后的强，减少探测时间，噪声较低。</a:t>
            </a:r>
            <a:endParaRPr lang="en-US" altLang="zh-CN" sz="160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Arial" panose="020B0604020202020204" pitchFamily="34" charset="0"/>
              </a:rPr>
              <a:t>2. </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高光通量（</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Jacquinot advantage</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光路简单，不需要狭缝，整体进光亮较高。</a:t>
            </a:r>
            <a:endParaRPr lang="en-US" altLang="zh-CN" sz="160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Arial" panose="020B0604020202020204" pitchFamily="34" charset="0"/>
              </a:rPr>
              <a:t>3. </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高测量精度（</a:t>
            </a:r>
            <a:r>
              <a:rPr lang="en-US" altLang="zh-CN" sz="1600" dirty="0" err="1">
                <a:latin typeface="微软雅黑" panose="020B0503020204020204" pitchFamily="34" charset="-122"/>
                <a:ea typeface="微软雅黑" panose="020B0503020204020204" pitchFamily="34" charset="-122"/>
                <a:cs typeface="Arial" panose="020B0604020202020204" pitchFamily="34" charset="0"/>
              </a:rPr>
              <a:t>Connes</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advantage</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FTIR</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光谱仪的光学结构简单</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干涉仪只有一个动镜是运动部件</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通常动镜是在无摩擦的空气轴承上移动</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其运动又受高度稳定的</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He-Ne</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激光干涉系统监控</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因此测量的重复性和准确度都很十分高。</a:t>
            </a:r>
            <a:endParaRPr lang="en-US" altLang="zh-CN" sz="1600"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5" name="图片 14">
            <a:extLst>
              <a:ext uri="{FF2B5EF4-FFF2-40B4-BE49-F238E27FC236}">
                <a16:creationId xmlns:a16="http://schemas.microsoft.com/office/drawing/2014/main" id="{2072BE3D-394F-4516-9FDC-ECE7E234C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818" y="670392"/>
            <a:ext cx="2766234" cy="2339909"/>
          </a:xfrm>
          <a:prstGeom prst="rect">
            <a:avLst/>
          </a:prstGeom>
        </p:spPr>
      </p:pic>
      <p:sp>
        <p:nvSpPr>
          <p:cNvPr id="2" name="标题 2">
            <a:extLst>
              <a:ext uri="{FF2B5EF4-FFF2-40B4-BE49-F238E27FC236}">
                <a16:creationId xmlns:a16="http://schemas.microsoft.com/office/drawing/2014/main" id="{7307ED9A-A0A5-2C01-A4CA-A93ABDE762F8}"/>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214732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242752" y="1571755"/>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661817" y="5605867"/>
            <a:ext cx="4049214"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传统</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FTIR</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也是时间调制型，由驱动器控制迈克尔逊干涉仪的反射镜运动以获得干涉曲线。</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Rectangle 11">
            <a:extLst>
              <a:ext uri="{FF2B5EF4-FFF2-40B4-BE49-F238E27FC236}">
                <a16:creationId xmlns:a16="http://schemas.microsoft.com/office/drawing/2014/main" id="{39C95884-18A1-4BDD-8F35-9D330AFA4B3E}"/>
              </a:ext>
            </a:extLst>
          </p:cNvPr>
          <p:cNvSpPr/>
          <p:nvPr/>
        </p:nvSpPr>
        <p:spPr>
          <a:xfrm>
            <a:off x="5096097" y="5210493"/>
            <a:ext cx="3223672" cy="230832"/>
          </a:xfrm>
          <a:prstGeom prst="rect">
            <a:avLst/>
          </a:prstGeom>
        </p:spPr>
        <p:txBody>
          <a:bodyPr wrap="square">
            <a:spAutoFit/>
          </a:bodyPr>
          <a:lstStyle/>
          <a:p>
            <a:pPr algn="ctr"/>
            <a:r>
              <a:rPr lang="nl-NL" altLang="zh-CN" sz="900" dirty="0">
                <a:solidFill>
                  <a:prstClr val="black"/>
                </a:solidFill>
                <a:latin typeface="Arial" panose="020B0604020202020204" pitchFamily="34" charset="0"/>
                <a:cs typeface="Arial" panose="020B0604020202020204" pitchFamily="34" charset="0"/>
              </a:rPr>
              <a:t>M. Herzig</a:t>
            </a:r>
            <a:r>
              <a:rPr lang="zh-CN" altLang="en-US" sz="900" dirty="0">
                <a:solidFill>
                  <a:prstClr val="black"/>
                </a:solidFill>
                <a:latin typeface="Arial" panose="020B0604020202020204" pitchFamily="34" charset="0"/>
                <a:cs typeface="Arial" panose="020B0604020202020204" pitchFamily="34" charset="0"/>
              </a:rPr>
              <a:t> </a:t>
            </a:r>
            <a:r>
              <a:rPr lang="en-US" altLang="zh-CN" sz="900" dirty="0">
                <a:solidFill>
                  <a:prstClr val="black"/>
                </a:solidFill>
                <a:latin typeface="Arial" panose="020B0604020202020204" pitchFamily="34" charset="0"/>
                <a:cs typeface="Arial" panose="020B0604020202020204" pitchFamily="34" charset="0"/>
              </a:rPr>
              <a:t>et</a:t>
            </a:r>
            <a:r>
              <a:rPr lang="zh-CN" altLang="en-US" sz="900" dirty="0">
                <a:solidFill>
                  <a:prstClr val="black"/>
                </a:solidFill>
                <a:latin typeface="Arial" panose="020B0604020202020204" pitchFamily="34" charset="0"/>
                <a:cs typeface="Arial" panose="020B0604020202020204" pitchFamily="34" charset="0"/>
              </a:rPr>
              <a:t> </a:t>
            </a:r>
            <a:r>
              <a:rPr lang="en-US" altLang="zh-CN" sz="900" dirty="0">
                <a:solidFill>
                  <a:prstClr val="black"/>
                </a:solidFill>
                <a:latin typeface="Arial" panose="020B0604020202020204" pitchFamily="34" charset="0"/>
                <a:cs typeface="Arial" panose="020B0604020202020204" pitchFamily="34" charset="0"/>
              </a:rPr>
              <a:t>al.</a:t>
            </a:r>
            <a:r>
              <a:rPr lang="nl-NL" altLang="zh-CN" sz="900" dirty="0">
                <a:solidFill>
                  <a:prstClr val="black"/>
                </a:solidFill>
                <a:latin typeface="Arial" panose="020B0604020202020204" pitchFamily="34" charset="0"/>
                <a:cs typeface="Arial" panose="020B0604020202020204" pitchFamily="34" charset="0"/>
              </a:rPr>
              <a:t>, </a:t>
            </a:r>
            <a:r>
              <a:rPr lang="nl-NL" altLang="zh-CN" sz="900" b="1" i="1" dirty="0">
                <a:solidFill>
                  <a:prstClr val="black"/>
                </a:solidFill>
                <a:latin typeface="Arial" panose="020B0604020202020204" pitchFamily="34" charset="0"/>
                <a:cs typeface="Arial" panose="020B0604020202020204" pitchFamily="34" charset="0"/>
              </a:rPr>
              <a:t>Opt. Lett. </a:t>
            </a:r>
            <a:r>
              <a:rPr lang="nl-NL" altLang="zh-CN" sz="900" dirty="0">
                <a:solidFill>
                  <a:prstClr val="black"/>
                </a:solidFill>
                <a:latin typeface="Arial" panose="020B0604020202020204" pitchFamily="34" charset="0"/>
                <a:cs typeface="Arial" panose="020B0604020202020204" pitchFamily="34" charset="0"/>
              </a:rPr>
              <a:t>24, 1705 (1999)</a:t>
            </a:r>
            <a:endParaRPr lang="en-GB" sz="900" dirty="0">
              <a:solidFill>
                <a:prstClr val="black"/>
              </a:solidFill>
              <a:latin typeface="Arial" panose="020B0604020202020204" pitchFamily="34" charset="0"/>
              <a:cs typeface="Arial" panose="020B0604020202020204" pitchFamily="34" charset="0"/>
            </a:endParaRPr>
          </a:p>
        </p:txBody>
      </p:sp>
      <p:pic>
        <p:nvPicPr>
          <p:cNvPr id="7" name="图片 6">
            <a:extLst>
              <a:ext uri="{FF2B5EF4-FFF2-40B4-BE49-F238E27FC236}">
                <a16:creationId xmlns:a16="http://schemas.microsoft.com/office/drawing/2014/main" id="{C55E349B-CDCB-4F9F-A26F-463ADD064B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2107" y="1501942"/>
            <a:ext cx="4249243" cy="3703103"/>
          </a:xfrm>
          <a:prstGeom prst="rect">
            <a:avLst/>
          </a:prstGeom>
          <a:noFill/>
          <a:ln>
            <a:noFill/>
          </a:ln>
        </p:spPr>
      </p:pic>
      <p:pic>
        <p:nvPicPr>
          <p:cNvPr id="6" name="图片 5">
            <a:extLst>
              <a:ext uri="{FF2B5EF4-FFF2-40B4-BE49-F238E27FC236}">
                <a16:creationId xmlns:a16="http://schemas.microsoft.com/office/drawing/2014/main" id="{24CD7D15-345E-4DB0-B312-16BCEA3DA1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281" y="3501147"/>
            <a:ext cx="3601950" cy="1823119"/>
          </a:xfrm>
          <a:prstGeom prst="rect">
            <a:avLst/>
          </a:prstGeom>
        </p:spPr>
      </p:pic>
      <p:pic>
        <p:nvPicPr>
          <p:cNvPr id="15" name="图片 14">
            <a:extLst>
              <a:ext uri="{FF2B5EF4-FFF2-40B4-BE49-F238E27FC236}">
                <a16:creationId xmlns:a16="http://schemas.microsoft.com/office/drawing/2014/main" id="{2131DD9B-37A0-4DF1-8C5C-BD8870B769BF}"/>
              </a:ext>
            </a:extLst>
          </p:cNvPr>
          <p:cNvPicPr>
            <a:picLocks noChangeAspect="1"/>
          </p:cNvPicPr>
          <p:nvPr/>
        </p:nvPicPr>
        <p:blipFill rotWithShape="1">
          <a:blip r:embed="rId5">
            <a:extLst>
              <a:ext uri="{28A0092B-C50C-407E-A947-70E740481C1C}">
                <a14:useLocalDpi xmlns:a14="http://schemas.microsoft.com/office/drawing/2010/main" val="0"/>
              </a:ext>
            </a:extLst>
          </a:blip>
          <a:srcRect t="19904" b="18599"/>
          <a:stretch/>
        </p:blipFill>
        <p:spPr>
          <a:xfrm>
            <a:off x="991553" y="1421352"/>
            <a:ext cx="3231800" cy="1987477"/>
          </a:xfrm>
          <a:prstGeom prst="rect">
            <a:avLst/>
          </a:prstGeom>
        </p:spPr>
      </p:pic>
      <p:sp>
        <p:nvSpPr>
          <p:cNvPr id="16" name="Rectangle 17">
            <a:extLst>
              <a:ext uri="{FF2B5EF4-FFF2-40B4-BE49-F238E27FC236}">
                <a16:creationId xmlns:a16="http://schemas.microsoft.com/office/drawing/2014/main" id="{D19F906C-E892-4F2A-8F5B-3587A1A612C5}"/>
              </a:ext>
            </a:extLst>
          </p:cNvPr>
          <p:cNvSpPr/>
          <p:nvPr/>
        </p:nvSpPr>
        <p:spPr>
          <a:xfrm>
            <a:off x="582846" y="1402535"/>
            <a:ext cx="4049215" cy="4052929"/>
          </a:xfrm>
          <a:prstGeom prst="rect">
            <a:avLst/>
          </a:prstGeom>
          <a:no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GB" altLang="zh-CN" sz="1350">
              <a:solidFill>
                <a:srgbClr val="FFFFFF"/>
              </a:solidFill>
              <a:ea typeface="宋体" panose="02010600030101010101" pitchFamily="2" charset="-122"/>
            </a:endParaRPr>
          </a:p>
        </p:txBody>
      </p:sp>
      <p:sp>
        <p:nvSpPr>
          <p:cNvPr id="17" name="TextBox 39">
            <a:extLst>
              <a:ext uri="{FF2B5EF4-FFF2-40B4-BE49-F238E27FC236}">
                <a16:creationId xmlns:a16="http://schemas.microsoft.com/office/drawing/2014/main" id="{C659B252-E1AD-4B4F-A37D-0D36CA66A33B}"/>
              </a:ext>
            </a:extLst>
          </p:cNvPr>
          <p:cNvSpPr txBox="1"/>
          <p:nvPr/>
        </p:nvSpPr>
        <p:spPr>
          <a:xfrm>
            <a:off x="4831307" y="5605867"/>
            <a:ext cx="4153902"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通过</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MEMS</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工艺做成片上傅里叶型微光谱仪。</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动镜通过静电、电磁力、电热驱动移动。</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2">
            <a:extLst>
              <a:ext uri="{FF2B5EF4-FFF2-40B4-BE49-F238E27FC236}">
                <a16:creationId xmlns:a16="http://schemas.microsoft.com/office/drawing/2014/main" id="{A21026B7-8E9C-16AC-2DE0-8B5B86917E6A}"/>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
        <p:nvSpPr>
          <p:cNvPr id="13" name="文本框 12">
            <a:extLst>
              <a:ext uri="{FF2B5EF4-FFF2-40B4-BE49-F238E27FC236}">
                <a16:creationId xmlns:a16="http://schemas.microsoft.com/office/drawing/2014/main" id="{118A768F-E51B-4B3F-95CC-917E2CA079F4}"/>
              </a:ext>
            </a:extLst>
          </p:cNvPr>
          <p:cNvSpPr txBox="1"/>
          <p:nvPr/>
        </p:nvSpPr>
        <p:spPr>
          <a:xfrm>
            <a:off x="801971" y="496239"/>
            <a:ext cx="7818119" cy="787075"/>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微型傅里叶光谱仪核心就是</a:t>
            </a:r>
            <a:r>
              <a:rPr lang="en-US" altLang="zh-CN" sz="1600" dirty="0">
                <a:latin typeface="微软雅黑" panose="020B0503020204020204" pitchFamily="34" charset="-122"/>
                <a:ea typeface="微软雅黑" panose="020B0503020204020204" pitchFamily="34" charset="-122"/>
                <a:cs typeface="Arial" panose="020B0604020202020204" pitchFamily="34" charset="0"/>
              </a:rPr>
              <a:t>scan the Optical Path Difference (OPD),</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可分为两类：一类是</a:t>
            </a:r>
            <a:r>
              <a:rPr lang="zh-CN" altLang="en-US" sz="1600" b="1" dirty="0">
                <a:latin typeface="微软雅黑" panose="020B0503020204020204" pitchFamily="34" charset="-122"/>
                <a:ea typeface="微软雅黑" panose="020B0503020204020204" pitchFamily="34" charset="-122"/>
                <a:cs typeface="Arial" panose="020B0604020202020204" pitchFamily="34" charset="0"/>
              </a:rPr>
              <a:t>时间调制</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型；另一类是</a:t>
            </a:r>
            <a:r>
              <a:rPr lang="zh-CN" altLang="en-US" sz="1600" b="1" dirty="0">
                <a:latin typeface="微软雅黑" panose="020B0503020204020204" pitchFamily="34" charset="-122"/>
                <a:ea typeface="微软雅黑" panose="020B0503020204020204" pitchFamily="34" charset="-122"/>
                <a:cs typeface="Arial" panose="020B0604020202020204" pitchFamily="34" charset="0"/>
              </a:rPr>
              <a:t>空间调制</a:t>
            </a:r>
            <a:r>
              <a:rPr lang="zh-CN" altLang="en-US" sz="1600" dirty="0">
                <a:latin typeface="微软雅黑" panose="020B0503020204020204" pitchFamily="34" charset="-122"/>
                <a:ea typeface="微软雅黑" panose="020B0503020204020204" pitchFamily="34" charset="-122"/>
                <a:cs typeface="Arial" panose="020B0604020202020204" pitchFamily="34" charset="0"/>
              </a:rPr>
              <a:t>型。</a:t>
            </a:r>
            <a:endParaRPr lang="en-US" altLang="zh-CN" sz="1600" dirty="0"/>
          </a:p>
        </p:txBody>
      </p:sp>
    </p:spTree>
    <p:extLst>
      <p:ext uri="{BB962C8B-B14F-4D97-AF65-F5344CB8AC3E}">
        <p14:creationId xmlns:p14="http://schemas.microsoft.com/office/powerpoint/2010/main" val="1686059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2637234" y="4479313"/>
            <a:ext cx="2117262" cy="678519"/>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美国</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Si-Ware</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公司的时间调制傅里叶型微光谱仪</a:t>
            </a:r>
            <a:endParaRPr lang="en-US" sz="1350" b="1" dirty="0"/>
          </a:p>
        </p:txBody>
      </p:sp>
      <p:pic>
        <p:nvPicPr>
          <p:cNvPr id="12" name="Picture 2" descr="新闻详情">
            <a:extLst>
              <a:ext uri="{FF2B5EF4-FFF2-40B4-BE49-F238E27FC236}">
                <a16:creationId xmlns:a16="http://schemas.microsoft.com/office/drawing/2014/main" id="{426B8C35-C502-40D1-A7AF-B3718F4FF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117" y="982471"/>
            <a:ext cx="5274385" cy="2760256"/>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730F6AD4-3B3B-4EAD-BF01-0935B31EFF2B}"/>
              </a:ext>
            </a:extLst>
          </p:cNvPr>
          <p:cNvPicPr>
            <a:picLocks noChangeAspect="1"/>
          </p:cNvPicPr>
          <p:nvPr/>
        </p:nvPicPr>
        <p:blipFill rotWithShape="1">
          <a:blip r:embed="rId4">
            <a:extLst>
              <a:ext uri="{28A0092B-C50C-407E-A947-70E740481C1C}">
                <a14:useLocalDpi xmlns:a14="http://schemas.microsoft.com/office/drawing/2010/main" val="0"/>
              </a:ext>
            </a:extLst>
          </a:blip>
          <a:srcRect l="478" t="17760" r="54264" b="47976"/>
          <a:stretch/>
        </p:blipFill>
        <p:spPr>
          <a:xfrm>
            <a:off x="626249" y="3811988"/>
            <a:ext cx="1711619" cy="1504151"/>
          </a:xfrm>
          <a:prstGeom prst="rect">
            <a:avLst/>
          </a:prstGeom>
        </p:spPr>
      </p:pic>
      <p:pic>
        <p:nvPicPr>
          <p:cNvPr id="2" name="图片 1">
            <a:extLst>
              <a:ext uri="{FF2B5EF4-FFF2-40B4-BE49-F238E27FC236}">
                <a16:creationId xmlns:a16="http://schemas.microsoft.com/office/drawing/2014/main" id="{A3BEA6A6-24A0-5164-5E58-8FD0A320D722}"/>
              </a:ext>
            </a:extLst>
          </p:cNvPr>
          <p:cNvPicPr>
            <a:picLocks noChangeAspect="1"/>
          </p:cNvPicPr>
          <p:nvPr/>
        </p:nvPicPr>
        <p:blipFill rotWithShape="1">
          <a:blip r:embed="rId5"/>
          <a:srcRect l="14997" t="15161" r="15356" b="17433"/>
          <a:stretch/>
        </p:blipFill>
        <p:spPr>
          <a:xfrm>
            <a:off x="5955776" y="2345551"/>
            <a:ext cx="2985247" cy="2166897"/>
          </a:xfrm>
          <a:prstGeom prst="rect">
            <a:avLst/>
          </a:prstGeom>
        </p:spPr>
      </p:pic>
      <p:sp>
        <p:nvSpPr>
          <p:cNvPr id="3" name="TextBox 39">
            <a:extLst>
              <a:ext uri="{FF2B5EF4-FFF2-40B4-BE49-F238E27FC236}">
                <a16:creationId xmlns:a16="http://schemas.microsoft.com/office/drawing/2014/main" id="{39FA633E-B9E7-AE7B-0A9A-A4B0D1711578}"/>
              </a:ext>
            </a:extLst>
          </p:cNvPr>
          <p:cNvSpPr txBox="1"/>
          <p:nvPr/>
        </p:nvSpPr>
        <p:spPr>
          <a:xfrm>
            <a:off x="5955776" y="4479313"/>
            <a:ext cx="2561975" cy="678519"/>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合肥南巢科技的时间调制傅里叶型微光谱仪， </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6 nm</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分辨率</a:t>
            </a:r>
            <a:endParaRPr lang="en-US" sz="1350" b="1" dirty="0"/>
          </a:p>
        </p:txBody>
      </p:sp>
      <p:sp>
        <p:nvSpPr>
          <p:cNvPr id="4" name="标题 2">
            <a:extLst>
              <a:ext uri="{FF2B5EF4-FFF2-40B4-BE49-F238E27FC236}">
                <a16:creationId xmlns:a16="http://schemas.microsoft.com/office/drawing/2014/main" id="{B7FAF4AD-4CAD-77B7-429E-B0AC5B17723D}"/>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32708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2537993" y="4934290"/>
            <a:ext cx="4787721"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日本滨松公司的时间调制傅里叶型微光谱仪</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C15511-01</a:t>
            </a:r>
          </a:p>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移动距离有限，分辨率有限，稳定性差</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4F91B0C6-58AC-40E5-A3FF-E58C9ABE2808}"/>
              </a:ext>
            </a:extLst>
          </p:cNvPr>
          <p:cNvPicPr>
            <a:picLocks noChangeAspect="1"/>
          </p:cNvPicPr>
          <p:nvPr/>
        </p:nvPicPr>
        <p:blipFill rotWithShape="1">
          <a:blip r:embed="rId3">
            <a:extLst>
              <a:ext uri="{28A0092B-C50C-407E-A947-70E740481C1C}">
                <a14:useLocalDpi xmlns:a14="http://schemas.microsoft.com/office/drawing/2010/main" val="0"/>
              </a:ext>
            </a:extLst>
          </a:blip>
          <a:srcRect l="8316" t="16298" r="7981" b="14120"/>
          <a:stretch/>
        </p:blipFill>
        <p:spPr>
          <a:xfrm>
            <a:off x="388832" y="2357690"/>
            <a:ext cx="1859083" cy="1545465"/>
          </a:xfrm>
          <a:prstGeom prst="rect">
            <a:avLst/>
          </a:prstGeom>
        </p:spPr>
      </p:pic>
      <p:pic>
        <p:nvPicPr>
          <p:cNvPr id="6" name="图片 5">
            <a:extLst>
              <a:ext uri="{FF2B5EF4-FFF2-40B4-BE49-F238E27FC236}">
                <a16:creationId xmlns:a16="http://schemas.microsoft.com/office/drawing/2014/main" id="{7815940D-6E1A-49B2-85FA-E9D735858B19}"/>
              </a:ext>
            </a:extLst>
          </p:cNvPr>
          <p:cNvPicPr>
            <a:picLocks noChangeAspect="1"/>
          </p:cNvPicPr>
          <p:nvPr/>
        </p:nvPicPr>
        <p:blipFill>
          <a:blip r:embed="rId4"/>
          <a:stretch>
            <a:fillRect/>
          </a:stretch>
        </p:blipFill>
        <p:spPr>
          <a:xfrm>
            <a:off x="2608334" y="3286237"/>
            <a:ext cx="2713601" cy="1493899"/>
          </a:xfrm>
          <a:prstGeom prst="rect">
            <a:avLst/>
          </a:prstGeom>
        </p:spPr>
      </p:pic>
      <p:pic>
        <p:nvPicPr>
          <p:cNvPr id="9" name="图片 8">
            <a:extLst>
              <a:ext uri="{FF2B5EF4-FFF2-40B4-BE49-F238E27FC236}">
                <a16:creationId xmlns:a16="http://schemas.microsoft.com/office/drawing/2014/main" id="{CCA042D0-FB82-4ED8-901A-5B172D795347}"/>
              </a:ext>
            </a:extLst>
          </p:cNvPr>
          <p:cNvPicPr>
            <a:picLocks noChangeAspect="1"/>
          </p:cNvPicPr>
          <p:nvPr/>
        </p:nvPicPr>
        <p:blipFill>
          <a:blip r:embed="rId5"/>
          <a:stretch>
            <a:fillRect/>
          </a:stretch>
        </p:blipFill>
        <p:spPr>
          <a:xfrm>
            <a:off x="2397937" y="1379661"/>
            <a:ext cx="3292637" cy="1670179"/>
          </a:xfrm>
          <a:prstGeom prst="rect">
            <a:avLst/>
          </a:prstGeom>
        </p:spPr>
      </p:pic>
      <p:pic>
        <p:nvPicPr>
          <p:cNvPr id="13" name="图片 12">
            <a:extLst>
              <a:ext uri="{FF2B5EF4-FFF2-40B4-BE49-F238E27FC236}">
                <a16:creationId xmlns:a16="http://schemas.microsoft.com/office/drawing/2014/main" id="{FC5D99BB-0F37-4556-AB8A-4A2AB0BE00BA}"/>
              </a:ext>
            </a:extLst>
          </p:cNvPr>
          <p:cNvPicPr>
            <a:picLocks noChangeAspect="1"/>
          </p:cNvPicPr>
          <p:nvPr/>
        </p:nvPicPr>
        <p:blipFill>
          <a:blip r:embed="rId6"/>
          <a:stretch>
            <a:fillRect/>
          </a:stretch>
        </p:blipFill>
        <p:spPr>
          <a:xfrm>
            <a:off x="5375968" y="1109532"/>
            <a:ext cx="3571966" cy="3563921"/>
          </a:xfrm>
          <a:prstGeom prst="rect">
            <a:avLst/>
          </a:prstGeom>
        </p:spPr>
      </p:pic>
      <p:sp>
        <p:nvSpPr>
          <p:cNvPr id="14" name="TextBox 39">
            <a:extLst>
              <a:ext uri="{FF2B5EF4-FFF2-40B4-BE49-F238E27FC236}">
                <a16:creationId xmlns:a16="http://schemas.microsoft.com/office/drawing/2014/main" id="{951F93CF-271F-407E-BE70-F428D4DFED47}"/>
              </a:ext>
            </a:extLst>
          </p:cNvPr>
          <p:cNvSpPr txBox="1"/>
          <p:nvPr/>
        </p:nvSpPr>
        <p:spPr>
          <a:xfrm>
            <a:off x="492922" y="3994549"/>
            <a:ext cx="1905014"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尺寸</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49×57×76 mm</a:t>
            </a:r>
          </a:p>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分辨率</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5.7 nm</a:t>
            </a:r>
          </a:p>
        </p:txBody>
      </p:sp>
      <p:sp>
        <p:nvSpPr>
          <p:cNvPr id="2" name="标题 2">
            <a:extLst>
              <a:ext uri="{FF2B5EF4-FFF2-40B4-BE49-F238E27FC236}">
                <a16:creationId xmlns:a16="http://schemas.microsoft.com/office/drawing/2014/main" id="{0A8BED1B-F92B-E759-ABB6-B4EA68304FC5}"/>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2626732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1722102" y="5191759"/>
            <a:ext cx="5607893" cy="367280"/>
          </a:xfrm>
          <a:prstGeom prst="rect">
            <a:avLst/>
          </a:prstGeom>
          <a:noFill/>
        </p:spPr>
        <p:txBody>
          <a:bodyPr wrap="square">
            <a:spAutoFit/>
          </a:bodyPr>
          <a:lstStyle/>
          <a:p>
            <a:pPr>
              <a:lnSpc>
                <a:spcPct val="150000"/>
              </a:lnSpc>
            </a:pP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MZI </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干涉仪，通过加热其中一个波导臂改变光程差，无移动部件，稳定</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4" name="图片 3">
            <a:extLst>
              <a:ext uri="{FF2B5EF4-FFF2-40B4-BE49-F238E27FC236}">
                <a16:creationId xmlns:a16="http://schemas.microsoft.com/office/drawing/2014/main" id="{4524632C-2C64-4212-A1D0-A7DD9F515239}"/>
              </a:ext>
            </a:extLst>
          </p:cNvPr>
          <p:cNvPicPr>
            <a:picLocks noChangeAspect="1"/>
          </p:cNvPicPr>
          <p:nvPr/>
        </p:nvPicPr>
        <p:blipFill rotWithShape="1">
          <a:blip r:embed="rId3">
            <a:extLst>
              <a:ext uri="{28A0092B-C50C-407E-A947-70E740481C1C}">
                <a14:useLocalDpi xmlns:a14="http://schemas.microsoft.com/office/drawing/2010/main" val="0"/>
              </a:ext>
            </a:extLst>
          </a:blip>
          <a:srcRect t="3930" b="4252"/>
          <a:stretch/>
        </p:blipFill>
        <p:spPr>
          <a:xfrm>
            <a:off x="491838" y="1356647"/>
            <a:ext cx="4661071" cy="2250584"/>
          </a:xfrm>
          <a:prstGeom prst="rect">
            <a:avLst/>
          </a:prstGeom>
        </p:spPr>
      </p:pic>
      <p:pic>
        <p:nvPicPr>
          <p:cNvPr id="7" name="图片 6">
            <a:extLst>
              <a:ext uri="{FF2B5EF4-FFF2-40B4-BE49-F238E27FC236}">
                <a16:creationId xmlns:a16="http://schemas.microsoft.com/office/drawing/2014/main" id="{C67640E5-AC5A-4BDC-A1F3-CF58BEC59412}"/>
              </a:ext>
            </a:extLst>
          </p:cNvPr>
          <p:cNvPicPr>
            <a:picLocks noChangeAspect="1"/>
          </p:cNvPicPr>
          <p:nvPr/>
        </p:nvPicPr>
        <p:blipFill>
          <a:blip r:embed="rId4"/>
          <a:stretch>
            <a:fillRect/>
          </a:stretch>
        </p:blipFill>
        <p:spPr>
          <a:xfrm>
            <a:off x="530069" y="3687412"/>
            <a:ext cx="4584609" cy="1234151"/>
          </a:xfrm>
          <a:prstGeom prst="rect">
            <a:avLst/>
          </a:prstGeom>
        </p:spPr>
      </p:pic>
      <p:sp>
        <p:nvSpPr>
          <p:cNvPr id="15" name="Rectangle 11">
            <a:extLst>
              <a:ext uri="{FF2B5EF4-FFF2-40B4-BE49-F238E27FC236}">
                <a16:creationId xmlns:a16="http://schemas.microsoft.com/office/drawing/2014/main" id="{96F6FFC6-17F9-445A-945F-A93DB7A9CEFA}"/>
              </a:ext>
            </a:extLst>
          </p:cNvPr>
          <p:cNvSpPr/>
          <p:nvPr/>
        </p:nvSpPr>
        <p:spPr>
          <a:xfrm>
            <a:off x="1304141" y="4952786"/>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M. Souza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Nature Communications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9</a:t>
            </a:r>
            <a:r>
              <a:rPr lang="en-US" altLang="zh-CN" sz="900" dirty="0">
                <a:solidFill>
                  <a:prstClr val="black"/>
                </a:solidFill>
                <a:latin typeface="Arial" panose="020B0604020202020204" pitchFamily="34" charset="0"/>
                <a:cs typeface="Arial" panose="020B0604020202020204" pitchFamily="34" charset="0"/>
              </a:rPr>
              <a:t>, 665 (2018) </a:t>
            </a:r>
            <a:endParaRPr lang="en-GB" sz="900" dirty="0">
              <a:solidFill>
                <a:prstClr val="black"/>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AE5E2D81-ED45-40AB-B0B6-AEFBEECCCFAA}"/>
              </a:ext>
            </a:extLst>
          </p:cNvPr>
          <p:cNvSpPr txBox="1"/>
          <p:nvPr/>
        </p:nvSpPr>
        <p:spPr>
          <a:xfrm>
            <a:off x="5371195" y="1341298"/>
            <a:ext cx="3280967" cy="3795141"/>
          </a:xfrm>
          <a:prstGeom prst="rect">
            <a:avLst/>
          </a:prstGeom>
          <a:noFill/>
        </p:spPr>
        <p:txBody>
          <a:bodyPr wrap="square">
            <a:spAutoFit/>
          </a:bodyPr>
          <a:lstStyle/>
          <a:p>
            <a:pPr>
              <a:lnSpc>
                <a:spcPct val="150000"/>
              </a:lnSpc>
            </a:pPr>
            <a:r>
              <a:rPr lang="zh-CN" altLang="en-US" sz="1350" dirty="0">
                <a:latin typeface="微软雅黑" panose="020B0503020204020204" pitchFamily="34" charset="-122"/>
                <a:ea typeface="微软雅黑" panose="020B0503020204020204" pitchFamily="34" charset="-122"/>
                <a:cs typeface="Arial" panose="020B0604020202020204" pitchFamily="34" charset="0"/>
              </a:rPr>
              <a:t>没有动镜的基于集成波导的平面片上傅里叶变换光谱仪。这些系统没有采用迈克尔逊结构，而是基于马赫</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曾德尔干涉仪</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(MZIs)</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Mach-Zehnder</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干涉仪中光被分裂到至少两个单向通道，然后进入同一个探测器并被重新组合，由于光在不同通道的光程差不同，因此相位差也不同，便产生了干涉。</a:t>
            </a: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zh-CN" altLang="en-US" sz="1350" dirty="0">
                <a:latin typeface="微软雅黑" panose="020B0503020204020204" pitchFamily="34" charset="-122"/>
                <a:ea typeface="微软雅黑" panose="020B0503020204020204" pitchFamily="34" charset="-122"/>
                <a:cs typeface="Arial" panose="020B0604020202020204" pitchFamily="34" charset="0"/>
              </a:rPr>
              <a:t>连续调制的</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Mach-Zehnder</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干涉仪可以通过电光调制铌酸锂波导实现，也可以通过热光学效应实现，比如在集成光路附近嵌入微型加热器。</a:t>
            </a:r>
          </a:p>
        </p:txBody>
      </p:sp>
      <p:sp>
        <p:nvSpPr>
          <p:cNvPr id="2" name="标题 2">
            <a:extLst>
              <a:ext uri="{FF2B5EF4-FFF2-40B4-BE49-F238E27FC236}">
                <a16:creationId xmlns:a16="http://schemas.microsoft.com/office/drawing/2014/main" id="{475494E0-9E96-578D-1332-E5A8AD98821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2442026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3292743" y="5184599"/>
            <a:ext cx="2861051" cy="367280"/>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光引科技的傅里叶型微光谱仪方案</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Rectangle 11">
            <a:extLst>
              <a:ext uri="{FF2B5EF4-FFF2-40B4-BE49-F238E27FC236}">
                <a16:creationId xmlns:a16="http://schemas.microsoft.com/office/drawing/2014/main" id="{96F6FFC6-17F9-445A-945F-A93DB7A9CEFA}"/>
              </a:ext>
            </a:extLst>
          </p:cNvPr>
          <p:cNvSpPr/>
          <p:nvPr/>
        </p:nvSpPr>
        <p:spPr>
          <a:xfrm>
            <a:off x="2990205" y="4968290"/>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A. Li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Laser Photonics Review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15</a:t>
            </a:r>
            <a:r>
              <a:rPr lang="en-US" altLang="zh-CN" sz="900" dirty="0">
                <a:solidFill>
                  <a:prstClr val="black"/>
                </a:solidFill>
                <a:latin typeface="Arial" panose="020B0604020202020204" pitchFamily="34" charset="0"/>
                <a:cs typeface="Arial" panose="020B0604020202020204" pitchFamily="34" charset="0"/>
              </a:rPr>
              <a:t>, 2000358 (2021) </a:t>
            </a:r>
            <a:endParaRPr lang="en-GB" sz="900" dirty="0">
              <a:solidFill>
                <a:prstClr val="black"/>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C1B0D62B-D671-45E5-9BCE-45648B3A4336}"/>
              </a:ext>
            </a:extLst>
          </p:cNvPr>
          <p:cNvPicPr>
            <a:picLocks noChangeAspect="1"/>
          </p:cNvPicPr>
          <p:nvPr/>
        </p:nvPicPr>
        <p:blipFill>
          <a:blip r:embed="rId3"/>
          <a:stretch>
            <a:fillRect/>
          </a:stretch>
        </p:blipFill>
        <p:spPr>
          <a:xfrm>
            <a:off x="1078547" y="1533013"/>
            <a:ext cx="6986903" cy="3254627"/>
          </a:xfrm>
          <a:prstGeom prst="rect">
            <a:avLst/>
          </a:prstGeom>
        </p:spPr>
      </p:pic>
      <p:sp>
        <p:nvSpPr>
          <p:cNvPr id="2" name="标题 2">
            <a:extLst>
              <a:ext uri="{FF2B5EF4-FFF2-40B4-BE49-F238E27FC236}">
                <a16:creationId xmlns:a16="http://schemas.microsoft.com/office/drawing/2014/main" id="{61D82E6A-DDAB-7250-F491-4202C14D50CE}"/>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100690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时间调制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1622141" y="5222176"/>
            <a:ext cx="6211590" cy="678904"/>
          </a:xfrm>
          <a:prstGeom prst="rect">
            <a:avLst/>
          </a:prstGeom>
          <a:noFill/>
        </p:spPr>
        <p:txBody>
          <a:bodyPr wrap="square">
            <a:spAutoFit/>
          </a:bodyPr>
          <a:lstStyle/>
          <a:p>
            <a:pPr>
              <a:lnSpc>
                <a:spcPct val="150000"/>
              </a:lnSpc>
            </a:pP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MIT</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的数字</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MZI </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干涉仪，通过多个光开关调节光路从而调节光程差，无移动部件</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Rectangle 11">
            <a:extLst>
              <a:ext uri="{FF2B5EF4-FFF2-40B4-BE49-F238E27FC236}">
                <a16:creationId xmlns:a16="http://schemas.microsoft.com/office/drawing/2014/main" id="{96F6FFC6-17F9-445A-945F-A93DB7A9CEFA}"/>
              </a:ext>
            </a:extLst>
          </p:cNvPr>
          <p:cNvSpPr/>
          <p:nvPr/>
        </p:nvSpPr>
        <p:spPr>
          <a:xfrm>
            <a:off x="2990205" y="4968290"/>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D. Kita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Nature Communications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9</a:t>
            </a:r>
            <a:r>
              <a:rPr lang="en-US" altLang="zh-CN" sz="900" dirty="0">
                <a:solidFill>
                  <a:prstClr val="black"/>
                </a:solidFill>
                <a:latin typeface="Arial" panose="020B0604020202020204" pitchFamily="34" charset="0"/>
                <a:cs typeface="Arial" panose="020B0604020202020204" pitchFamily="34" charset="0"/>
              </a:rPr>
              <a:t>, 4405 (2018) </a:t>
            </a:r>
            <a:endParaRPr lang="en-GB" sz="900" dirty="0">
              <a:solidFill>
                <a:prstClr val="black"/>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A4A41F3F-0FE9-434F-A49D-2B9D99DCF6AC}"/>
              </a:ext>
            </a:extLst>
          </p:cNvPr>
          <p:cNvPicPr>
            <a:picLocks noChangeAspect="1"/>
          </p:cNvPicPr>
          <p:nvPr/>
        </p:nvPicPr>
        <p:blipFill rotWithShape="1">
          <a:blip r:embed="rId3"/>
          <a:srcRect t="5293"/>
          <a:stretch/>
        </p:blipFill>
        <p:spPr>
          <a:xfrm>
            <a:off x="353493" y="1550706"/>
            <a:ext cx="6284207" cy="3227313"/>
          </a:xfrm>
          <a:prstGeom prst="rect">
            <a:avLst/>
          </a:prstGeom>
        </p:spPr>
      </p:pic>
      <p:sp>
        <p:nvSpPr>
          <p:cNvPr id="10" name="文本框 9">
            <a:extLst>
              <a:ext uri="{FF2B5EF4-FFF2-40B4-BE49-F238E27FC236}">
                <a16:creationId xmlns:a16="http://schemas.microsoft.com/office/drawing/2014/main" id="{CD859BBD-24FE-4180-BA1A-41AEBA29A276}"/>
              </a:ext>
            </a:extLst>
          </p:cNvPr>
          <p:cNvSpPr txBox="1"/>
          <p:nvPr/>
        </p:nvSpPr>
        <p:spPr>
          <a:xfrm>
            <a:off x="6684844" y="2036118"/>
            <a:ext cx="2297773" cy="2237023"/>
          </a:xfrm>
          <a:prstGeom prst="rect">
            <a:avLst/>
          </a:prstGeom>
          <a:noFill/>
        </p:spPr>
        <p:txBody>
          <a:bodyPr wrap="square">
            <a:spAutoFit/>
          </a:bodyPr>
          <a:lstStyle/>
          <a:p>
            <a:pPr>
              <a:lnSpc>
                <a:spcPct val="150000"/>
              </a:lnSpc>
            </a:pPr>
            <a:r>
              <a:rPr lang="zh-CN" altLang="en-US" sz="1350" dirty="0">
                <a:latin typeface="微软雅黑" panose="020B0503020204020204" pitchFamily="34" charset="-122"/>
                <a:ea typeface="微软雅黑" panose="020B0503020204020204" pitchFamily="34" charset="-122"/>
                <a:cs typeface="Arial" panose="020B0604020202020204" pitchFamily="34" charset="0"/>
              </a:rPr>
              <a:t>数字傅里叶变换光谱仪使用了一个具有许多光开光的光子电路，将光信号沿着不同长度的路径传递。在此，光谱分辨率取决于路径的数量或光谱通道数，其与光开关的数量成指数关系。</a:t>
            </a:r>
          </a:p>
        </p:txBody>
      </p:sp>
      <p:sp>
        <p:nvSpPr>
          <p:cNvPr id="2" name="标题 2">
            <a:extLst>
              <a:ext uri="{FF2B5EF4-FFF2-40B4-BE49-F238E27FC236}">
                <a16:creationId xmlns:a16="http://schemas.microsoft.com/office/drawing/2014/main" id="{5BE37A8E-CF14-7A70-3296-BB890F74BEC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355066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空间调制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Rectangle 11">
            <a:extLst>
              <a:ext uri="{FF2B5EF4-FFF2-40B4-BE49-F238E27FC236}">
                <a16:creationId xmlns:a16="http://schemas.microsoft.com/office/drawing/2014/main" id="{96F6FFC6-17F9-445A-945F-A93DB7A9CEFA}"/>
              </a:ext>
            </a:extLst>
          </p:cNvPr>
          <p:cNvSpPr/>
          <p:nvPr/>
        </p:nvSpPr>
        <p:spPr>
          <a:xfrm>
            <a:off x="5418940" y="4540122"/>
            <a:ext cx="3163589" cy="230832"/>
          </a:xfrm>
          <a:prstGeom prst="rect">
            <a:avLst/>
          </a:prstGeom>
        </p:spPr>
        <p:txBody>
          <a:bodyPr wrap="square">
            <a:spAutoFit/>
          </a:bodyPr>
          <a:lstStyle/>
          <a:p>
            <a:pPr algn="ctr"/>
            <a:r>
              <a:rPr lang="zh-CN" altLang="en-US" sz="900" dirty="0">
                <a:solidFill>
                  <a:prstClr val="black"/>
                </a:solidFill>
                <a:latin typeface="Arial" panose="020B0604020202020204" pitchFamily="34" charset="0"/>
                <a:cs typeface="Arial" panose="020B0604020202020204" pitchFamily="34" charset="0"/>
              </a:rPr>
              <a:t>吕金光</a:t>
            </a:r>
            <a:r>
              <a:rPr lang="en-US" altLang="zh-CN" sz="900" dirty="0">
                <a:solidFill>
                  <a:prstClr val="black"/>
                </a:solidFill>
                <a:latin typeface="Arial" panose="020B0604020202020204" pitchFamily="34" charset="0"/>
                <a:cs typeface="Arial" panose="020B0604020202020204" pitchFamily="34" charset="0"/>
              </a:rPr>
              <a:t> </a:t>
            </a:r>
            <a:r>
              <a:rPr lang="zh-CN" altLang="en-US" sz="900" dirty="0">
                <a:solidFill>
                  <a:prstClr val="black"/>
                </a:solidFill>
                <a:latin typeface="Arial" panose="020B0604020202020204" pitchFamily="34" charset="0"/>
                <a:cs typeface="Arial" panose="020B0604020202020204" pitchFamily="34" charset="0"/>
              </a:rPr>
              <a:t>等</a:t>
            </a:r>
            <a:r>
              <a:rPr lang="en-US" altLang="zh-CN" sz="900" dirty="0">
                <a:solidFill>
                  <a:prstClr val="black"/>
                </a:solidFill>
                <a:latin typeface="Arial" panose="020B0604020202020204" pitchFamily="34" charset="0"/>
                <a:cs typeface="Arial" panose="020B0604020202020204" pitchFamily="34" charset="0"/>
              </a:rPr>
              <a:t>. </a:t>
            </a:r>
            <a:r>
              <a:rPr lang="zh-CN" altLang="en-US" sz="900" b="1" i="1" dirty="0">
                <a:solidFill>
                  <a:prstClr val="black"/>
                </a:solidFill>
                <a:latin typeface="Arial" panose="020B0604020202020204" pitchFamily="34" charset="0"/>
                <a:cs typeface="Arial" panose="020B0604020202020204" pitchFamily="34" charset="0"/>
              </a:rPr>
              <a:t>光学学报</a:t>
            </a:r>
            <a:r>
              <a:rPr lang="en-US" altLang="zh-CN" sz="900" dirty="0">
                <a:solidFill>
                  <a:prstClr val="black"/>
                </a:solidFill>
                <a:latin typeface="Arial" panose="020B0604020202020204" pitchFamily="34" charset="0"/>
                <a:cs typeface="Arial" panose="020B0604020202020204" pitchFamily="34" charset="0"/>
              </a:rPr>
              <a:t>, 38, 0230001 (2018)</a:t>
            </a:r>
          </a:p>
        </p:txBody>
      </p:sp>
      <p:sp>
        <p:nvSpPr>
          <p:cNvPr id="9" name="TextBox 39">
            <a:extLst>
              <a:ext uri="{FF2B5EF4-FFF2-40B4-BE49-F238E27FC236}">
                <a16:creationId xmlns:a16="http://schemas.microsoft.com/office/drawing/2014/main" id="{12120ADE-677C-45DB-9C2C-A6375552B0E9}"/>
              </a:ext>
            </a:extLst>
          </p:cNvPr>
          <p:cNvSpPr txBox="1"/>
          <p:nvPr/>
        </p:nvSpPr>
        <p:spPr>
          <a:xfrm>
            <a:off x="1057566" y="5071674"/>
            <a:ext cx="7379447"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静态傅里叶型光谱仪，通过空间位置的改变得到光程差序列，无须扫描实现干涉信号的空间调制。</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0" name="图片 9">
            <a:extLst>
              <a:ext uri="{FF2B5EF4-FFF2-40B4-BE49-F238E27FC236}">
                <a16:creationId xmlns:a16="http://schemas.microsoft.com/office/drawing/2014/main" id="{63298F9F-5C46-499E-8815-D16E83FB214F}"/>
              </a:ext>
            </a:extLst>
          </p:cNvPr>
          <p:cNvPicPr>
            <a:picLocks noChangeAspect="1"/>
          </p:cNvPicPr>
          <p:nvPr/>
        </p:nvPicPr>
        <p:blipFill>
          <a:blip r:embed="rId3"/>
          <a:stretch>
            <a:fillRect/>
          </a:stretch>
        </p:blipFill>
        <p:spPr>
          <a:xfrm>
            <a:off x="411913" y="2509777"/>
            <a:ext cx="3844214" cy="1639314"/>
          </a:xfrm>
          <a:prstGeom prst="rect">
            <a:avLst/>
          </a:prstGeom>
        </p:spPr>
      </p:pic>
      <p:pic>
        <p:nvPicPr>
          <p:cNvPr id="13" name="图片 12">
            <a:extLst>
              <a:ext uri="{FF2B5EF4-FFF2-40B4-BE49-F238E27FC236}">
                <a16:creationId xmlns:a16="http://schemas.microsoft.com/office/drawing/2014/main" id="{920AF3F3-217E-461B-BF69-4E32CD4002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6214" y="2223734"/>
            <a:ext cx="4626955" cy="2095971"/>
          </a:xfrm>
          <a:prstGeom prst="rect">
            <a:avLst/>
          </a:prstGeom>
        </p:spPr>
      </p:pic>
      <p:sp>
        <p:nvSpPr>
          <p:cNvPr id="16" name="Rectangle 11">
            <a:extLst>
              <a:ext uri="{FF2B5EF4-FFF2-40B4-BE49-F238E27FC236}">
                <a16:creationId xmlns:a16="http://schemas.microsoft.com/office/drawing/2014/main" id="{460947C1-C881-4389-BBB8-6F75C30FBB73}"/>
              </a:ext>
            </a:extLst>
          </p:cNvPr>
          <p:cNvSpPr/>
          <p:nvPr/>
        </p:nvSpPr>
        <p:spPr>
          <a:xfrm>
            <a:off x="985680" y="4540121"/>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A. </a:t>
            </a:r>
            <a:r>
              <a:rPr lang="en-US" altLang="zh-CN" sz="900" dirty="0" err="1">
                <a:solidFill>
                  <a:prstClr val="black"/>
                </a:solidFill>
                <a:latin typeface="Arial" panose="020B0604020202020204" pitchFamily="34" charset="0"/>
                <a:cs typeface="Arial" panose="020B0604020202020204" pitchFamily="34" charset="0"/>
              </a:rPr>
              <a:t>Manuilskiy</a:t>
            </a:r>
            <a:r>
              <a:rPr lang="en-US" altLang="zh-CN" sz="900" dirty="0">
                <a:solidFill>
                  <a:prstClr val="black"/>
                </a:solidFill>
                <a:latin typeface="Arial" panose="020B0604020202020204" pitchFamily="34" charset="0"/>
                <a:cs typeface="Arial" panose="020B0604020202020204" pitchFamily="34" charset="0"/>
              </a:rPr>
              <a:t>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SPIE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6395</a:t>
            </a:r>
            <a:r>
              <a:rPr lang="en-US" altLang="zh-CN" sz="900" dirty="0">
                <a:solidFill>
                  <a:prstClr val="black"/>
                </a:solidFill>
                <a:latin typeface="Arial" panose="020B0604020202020204" pitchFamily="34" charset="0"/>
                <a:cs typeface="Arial" panose="020B0604020202020204" pitchFamily="34" charset="0"/>
              </a:rPr>
              <a:t>, 639504 (2006) </a:t>
            </a:r>
            <a:endParaRPr lang="en-GB" sz="900" dirty="0">
              <a:solidFill>
                <a:prstClr val="black"/>
              </a:solidFill>
              <a:latin typeface="Arial" panose="020B0604020202020204" pitchFamily="34" charset="0"/>
              <a:cs typeface="Arial" panose="020B0604020202020204" pitchFamily="34" charset="0"/>
            </a:endParaRPr>
          </a:p>
        </p:txBody>
      </p:sp>
      <p:sp>
        <p:nvSpPr>
          <p:cNvPr id="2" name="标题 2">
            <a:extLst>
              <a:ext uri="{FF2B5EF4-FFF2-40B4-BE49-F238E27FC236}">
                <a16:creationId xmlns:a16="http://schemas.microsoft.com/office/drawing/2014/main" id="{34EA4079-82A6-BBE1-8661-BDF02F9EFF7C}"/>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3292812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空间调制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Rectangle 11">
            <a:extLst>
              <a:ext uri="{FF2B5EF4-FFF2-40B4-BE49-F238E27FC236}">
                <a16:creationId xmlns:a16="http://schemas.microsoft.com/office/drawing/2014/main" id="{96F6FFC6-17F9-445A-945F-A93DB7A9CEFA}"/>
              </a:ext>
            </a:extLst>
          </p:cNvPr>
          <p:cNvSpPr/>
          <p:nvPr/>
        </p:nvSpPr>
        <p:spPr>
          <a:xfrm>
            <a:off x="3559407" y="4815422"/>
            <a:ext cx="2405871" cy="230832"/>
          </a:xfrm>
          <a:prstGeom prst="rect">
            <a:avLst/>
          </a:prstGeom>
        </p:spPr>
        <p:txBody>
          <a:bodyPr wrap="square">
            <a:spAutoFit/>
          </a:bodyPr>
          <a:lstStyle/>
          <a:p>
            <a:pPr algn="ctr"/>
            <a:r>
              <a:rPr lang="zh-CN" altLang="en-US" sz="900" dirty="0">
                <a:solidFill>
                  <a:prstClr val="black"/>
                </a:solidFill>
                <a:latin typeface="Arial" panose="020B0604020202020204" pitchFamily="34" charset="0"/>
                <a:cs typeface="Arial" panose="020B0604020202020204" pitchFamily="34" charset="0"/>
              </a:rPr>
              <a:t>王新强 等</a:t>
            </a:r>
            <a:r>
              <a:rPr lang="en-US" altLang="zh-CN" sz="900" dirty="0">
                <a:solidFill>
                  <a:prstClr val="black"/>
                </a:solidFill>
                <a:latin typeface="Arial" panose="020B0604020202020204" pitchFamily="34" charset="0"/>
                <a:cs typeface="Arial" panose="020B0604020202020204" pitchFamily="34" charset="0"/>
              </a:rPr>
              <a:t>. </a:t>
            </a:r>
            <a:r>
              <a:rPr lang="zh-CN" altLang="en-US" sz="900" b="1" i="1" dirty="0">
                <a:solidFill>
                  <a:prstClr val="black"/>
                </a:solidFill>
                <a:latin typeface="Arial" panose="020B0604020202020204" pitchFamily="34" charset="0"/>
                <a:cs typeface="Arial" panose="020B0604020202020204" pitchFamily="34" charset="0"/>
              </a:rPr>
              <a:t>应用光学</a:t>
            </a:r>
            <a:r>
              <a:rPr lang="en-US" altLang="zh-CN" sz="900" b="1" i="1" dirty="0">
                <a:solidFill>
                  <a:prstClr val="black"/>
                </a:solidFill>
                <a:latin typeface="Arial" panose="020B0604020202020204" pitchFamily="34" charset="0"/>
                <a:cs typeface="Arial" panose="020B0604020202020204" pitchFamily="34" charset="0"/>
              </a:rPr>
              <a:t>, </a:t>
            </a:r>
            <a:r>
              <a:rPr lang="en-US" altLang="zh-CN" sz="900" dirty="0">
                <a:solidFill>
                  <a:prstClr val="black"/>
                </a:solidFill>
                <a:latin typeface="Arial" panose="020B0604020202020204" pitchFamily="34" charset="0"/>
                <a:cs typeface="Arial" panose="020B0604020202020204" pitchFamily="34" charset="0"/>
              </a:rPr>
              <a:t>41, 462 (2020)</a:t>
            </a:r>
          </a:p>
        </p:txBody>
      </p:sp>
      <p:sp>
        <p:nvSpPr>
          <p:cNvPr id="9" name="TextBox 39">
            <a:extLst>
              <a:ext uri="{FF2B5EF4-FFF2-40B4-BE49-F238E27FC236}">
                <a16:creationId xmlns:a16="http://schemas.microsoft.com/office/drawing/2014/main" id="{12120ADE-677C-45DB-9C2C-A6375552B0E9}"/>
              </a:ext>
            </a:extLst>
          </p:cNvPr>
          <p:cNvSpPr txBox="1"/>
          <p:nvPr/>
        </p:nvSpPr>
        <p:spPr>
          <a:xfrm>
            <a:off x="1800237" y="5186076"/>
            <a:ext cx="5924212" cy="367280"/>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空间外差型，通过两个光栅对不同波长的路径差，实现干涉信号的空间调制。</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F517E8E8-45B1-47BA-9F59-E1FDE578F8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6482" y="1454414"/>
            <a:ext cx="3847199" cy="3149607"/>
          </a:xfrm>
          <a:prstGeom prst="rect">
            <a:avLst/>
          </a:prstGeom>
        </p:spPr>
      </p:pic>
      <p:sp>
        <p:nvSpPr>
          <p:cNvPr id="2" name="标题 2">
            <a:extLst>
              <a:ext uri="{FF2B5EF4-FFF2-40B4-BE49-F238E27FC236}">
                <a16:creationId xmlns:a16="http://schemas.microsoft.com/office/drawing/2014/main" id="{96818296-395D-EFE8-9AFA-4CCA06DC6887}"/>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642027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空间调制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401328" y="4933212"/>
            <a:ext cx="3100476" cy="678904"/>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不同光程差的多个</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Mach-Zehnder</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干涉仪阵列空间调制。</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Rectangle 11">
            <a:extLst>
              <a:ext uri="{FF2B5EF4-FFF2-40B4-BE49-F238E27FC236}">
                <a16:creationId xmlns:a16="http://schemas.microsoft.com/office/drawing/2014/main" id="{96F6FFC6-17F9-445A-945F-A93DB7A9CEFA}"/>
              </a:ext>
            </a:extLst>
          </p:cNvPr>
          <p:cNvSpPr/>
          <p:nvPr/>
        </p:nvSpPr>
        <p:spPr>
          <a:xfrm>
            <a:off x="6075799" y="4239377"/>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A. </a:t>
            </a:r>
            <a:r>
              <a:rPr lang="en-US" altLang="zh-CN" sz="900" dirty="0" err="1">
                <a:solidFill>
                  <a:prstClr val="black"/>
                </a:solidFill>
                <a:latin typeface="Arial" panose="020B0604020202020204" pitchFamily="34" charset="0"/>
                <a:cs typeface="Arial" panose="020B0604020202020204" pitchFamily="34" charset="0"/>
              </a:rPr>
              <a:t>Bermello</a:t>
            </a:r>
            <a:r>
              <a:rPr lang="en-US" altLang="zh-CN" sz="900" dirty="0">
                <a:solidFill>
                  <a:prstClr val="black"/>
                </a:solidFill>
                <a:latin typeface="Arial" panose="020B0604020202020204" pitchFamily="34" charset="0"/>
                <a:cs typeface="Arial" panose="020B0604020202020204" pitchFamily="34" charset="0"/>
              </a:rPr>
              <a:t>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Optics Letters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44</a:t>
            </a:r>
            <a:r>
              <a:rPr lang="en-US" altLang="zh-CN" sz="900" dirty="0">
                <a:solidFill>
                  <a:prstClr val="black"/>
                </a:solidFill>
                <a:latin typeface="Arial" panose="020B0604020202020204" pitchFamily="34" charset="0"/>
                <a:cs typeface="Arial" panose="020B0604020202020204" pitchFamily="34" charset="0"/>
              </a:rPr>
              <a:t>, 5840 (2019) </a:t>
            </a:r>
            <a:endParaRPr lang="en-GB" sz="900" dirty="0">
              <a:solidFill>
                <a:prstClr val="black"/>
              </a:solidFill>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D6645A61-92BF-4C3D-8A09-8322DC5B7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567" y="1388268"/>
            <a:ext cx="2000876" cy="1598627"/>
          </a:xfrm>
          <a:prstGeom prst="rect">
            <a:avLst/>
          </a:prstGeom>
        </p:spPr>
      </p:pic>
      <p:pic>
        <p:nvPicPr>
          <p:cNvPr id="6" name="图片 5">
            <a:extLst>
              <a:ext uri="{FF2B5EF4-FFF2-40B4-BE49-F238E27FC236}">
                <a16:creationId xmlns:a16="http://schemas.microsoft.com/office/drawing/2014/main" id="{3379A268-D498-4FB4-BB2D-4CB5CA1BBFA4}"/>
              </a:ext>
            </a:extLst>
          </p:cNvPr>
          <p:cNvPicPr>
            <a:picLocks noChangeAspect="1"/>
          </p:cNvPicPr>
          <p:nvPr/>
        </p:nvPicPr>
        <p:blipFill>
          <a:blip r:embed="rId4"/>
          <a:stretch>
            <a:fillRect/>
          </a:stretch>
        </p:blipFill>
        <p:spPr>
          <a:xfrm>
            <a:off x="6406990" y="1783130"/>
            <a:ext cx="2347217" cy="2329162"/>
          </a:xfrm>
          <a:prstGeom prst="rect">
            <a:avLst/>
          </a:prstGeom>
        </p:spPr>
      </p:pic>
      <p:pic>
        <p:nvPicPr>
          <p:cNvPr id="9" name="图片 8">
            <a:extLst>
              <a:ext uri="{FF2B5EF4-FFF2-40B4-BE49-F238E27FC236}">
                <a16:creationId xmlns:a16="http://schemas.microsoft.com/office/drawing/2014/main" id="{ECEDF97D-3513-403B-A1E3-399398AF9C19}"/>
              </a:ext>
            </a:extLst>
          </p:cNvPr>
          <p:cNvPicPr>
            <a:picLocks noChangeAspect="1"/>
          </p:cNvPicPr>
          <p:nvPr/>
        </p:nvPicPr>
        <p:blipFill>
          <a:blip r:embed="rId5"/>
          <a:stretch>
            <a:fillRect/>
          </a:stretch>
        </p:blipFill>
        <p:spPr>
          <a:xfrm rot="5400000">
            <a:off x="2521598" y="2257943"/>
            <a:ext cx="1098288" cy="228093"/>
          </a:xfrm>
          <a:prstGeom prst="rect">
            <a:avLst/>
          </a:prstGeom>
        </p:spPr>
      </p:pic>
      <p:sp>
        <p:nvSpPr>
          <p:cNvPr id="12" name="Rectangle 11">
            <a:extLst>
              <a:ext uri="{FF2B5EF4-FFF2-40B4-BE49-F238E27FC236}">
                <a16:creationId xmlns:a16="http://schemas.microsoft.com/office/drawing/2014/main" id="{9531A51A-1BD9-4F56-A118-9973B5FACDE5}"/>
              </a:ext>
            </a:extLst>
          </p:cNvPr>
          <p:cNvSpPr/>
          <p:nvPr/>
        </p:nvSpPr>
        <p:spPr>
          <a:xfrm>
            <a:off x="338215" y="3020591"/>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A. Velasco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Optics Letters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38</a:t>
            </a:r>
            <a:r>
              <a:rPr lang="en-US" altLang="zh-CN" sz="900" dirty="0">
                <a:solidFill>
                  <a:prstClr val="black"/>
                </a:solidFill>
                <a:latin typeface="Arial" panose="020B0604020202020204" pitchFamily="34" charset="0"/>
                <a:cs typeface="Arial" panose="020B0604020202020204" pitchFamily="34" charset="0"/>
              </a:rPr>
              <a:t>, 706 (2013) </a:t>
            </a:r>
            <a:endParaRPr lang="en-GB" sz="900" dirty="0">
              <a:solidFill>
                <a:prstClr val="black"/>
              </a:solidFill>
              <a:latin typeface="Arial" panose="020B0604020202020204" pitchFamily="34" charset="0"/>
              <a:cs typeface="Arial" panose="020B0604020202020204" pitchFamily="34" charset="0"/>
            </a:endParaRPr>
          </a:p>
        </p:txBody>
      </p:sp>
      <p:sp>
        <p:nvSpPr>
          <p:cNvPr id="13" name="TextBox 39">
            <a:extLst>
              <a:ext uri="{FF2B5EF4-FFF2-40B4-BE49-F238E27FC236}">
                <a16:creationId xmlns:a16="http://schemas.microsoft.com/office/drawing/2014/main" id="{AC03E712-554E-4244-A5B7-CF700B70B6F4}"/>
              </a:ext>
            </a:extLst>
          </p:cNvPr>
          <p:cNvSpPr txBox="1"/>
          <p:nvPr/>
        </p:nvSpPr>
        <p:spPr>
          <a:xfrm>
            <a:off x="6406990" y="4916933"/>
            <a:ext cx="2631814" cy="367280"/>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机器学习提高光谱范围和分辨率。</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4" name="图片 13">
            <a:extLst>
              <a:ext uri="{FF2B5EF4-FFF2-40B4-BE49-F238E27FC236}">
                <a16:creationId xmlns:a16="http://schemas.microsoft.com/office/drawing/2014/main" id="{DC85C0CA-D1EB-4273-AEDC-2179A58ADF9D}"/>
              </a:ext>
            </a:extLst>
          </p:cNvPr>
          <p:cNvPicPr>
            <a:picLocks noChangeAspect="1"/>
          </p:cNvPicPr>
          <p:nvPr/>
        </p:nvPicPr>
        <p:blipFill>
          <a:blip r:embed="rId6"/>
          <a:stretch>
            <a:fillRect/>
          </a:stretch>
        </p:blipFill>
        <p:spPr>
          <a:xfrm>
            <a:off x="547873" y="3339205"/>
            <a:ext cx="2459612" cy="1320423"/>
          </a:xfrm>
          <a:prstGeom prst="rect">
            <a:avLst/>
          </a:prstGeom>
        </p:spPr>
      </p:pic>
      <p:sp>
        <p:nvSpPr>
          <p:cNvPr id="16" name="Rectangle 11">
            <a:extLst>
              <a:ext uri="{FF2B5EF4-FFF2-40B4-BE49-F238E27FC236}">
                <a16:creationId xmlns:a16="http://schemas.microsoft.com/office/drawing/2014/main" id="{B04133E2-7133-4C59-A6B9-6CF074046358}"/>
              </a:ext>
            </a:extLst>
          </p:cNvPr>
          <p:cNvSpPr/>
          <p:nvPr/>
        </p:nvSpPr>
        <p:spPr>
          <a:xfrm>
            <a:off x="306658" y="4694334"/>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M. </a:t>
            </a:r>
            <a:r>
              <a:rPr lang="en-US" altLang="zh-CN" sz="900" dirty="0" err="1">
                <a:solidFill>
                  <a:prstClr val="black"/>
                </a:solidFill>
                <a:latin typeface="Arial" panose="020B0604020202020204" pitchFamily="34" charset="0"/>
                <a:cs typeface="Arial" panose="020B0604020202020204" pitchFamily="34" charset="0"/>
              </a:rPr>
              <a:t>Florjanczyk</a:t>
            </a:r>
            <a:r>
              <a:rPr lang="en-US" altLang="zh-CN" sz="900" dirty="0">
                <a:solidFill>
                  <a:prstClr val="black"/>
                </a:solidFill>
                <a:latin typeface="Arial" panose="020B0604020202020204" pitchFamily="34" charset="0"/>
                <a:cs typeface="Arial" panose="020B0604020202020204" pitchFamily="34" charset="0"/>
              </a:rPr>
              <a:t>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Optics Express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26</a:t>
            </a:r>
            <a:r>
              <a:rPr lang="en-US" altLang="zh-CN" sz="900" dirty="0">
                <a:solidFill>
                  <a:prstClr val="black"/>
                </a:solidFill>
                <a:latin typeface="Arial" panose="020B0604020202020204" pitchFamily="34" charset="0"/>
                <a:cs typeface="Arial" panose="020B0604020202020204" pitchFamily="34" charset="0"/>
              </a:rPr>
              <a:t>, 18178 (2007) </a:t>
            </a:r>
            <a:endParaRPr lang="en-GB" sz="900" dirty="0">
              <a:solidFill>
                <a:prstClr val="black"/>
              </a:solidFill>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453289C6-675A-4719-9FF4-88921884CE34}"/>
              </a:ext>
            </a:extLst>
          </p:cNvPr>
          <p:cNvSpPr txBox="1"/>
          <p:nvPr/>
        </p:nvSpPr>
        <p:spPr>
          <a:xfrm>
            <a:off x="3418408" y="1621840"/>
            <a:ext cx="2718110" cy="3171894"/>
          </a:xfrm>
          <a:prstGeom prst="rect">
            <a:avLst/>
          </a:prstGeom>
          <a:noFill/>
        </p:spPr>
        <p:txBody>
          <a:bodyPr wrap="square">
            <a:spAutoFit/>
          </a:bodyPr>
          <a:lstStyle/>
          <a:p>
            <a:pPr>
              <a:lnSpc>
                <a:spcPct val="150000"/>
              </a:lnSpc>
            </a:pPr>
            <a:r>
              <a:rPr lang="zh-CN" altLang="en-US" sz="1350" dirty="0">
                <a:latin typeface="微软雅黑" panose="020B0503020204020204" pitchFamily="34" charset="-122"/>
                <a:ea typeface="微软雅黑" panose="020B0503020204020204" pitchFamily="34" charset="-122"/>
                <a:cs typeface="Arial" panose="020B0604020202020204" pitchFamily="34" charset="0"/>
              </a:rPr>
              <a:t>基于多个</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Mach-Zehnder</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干涉仪阵列，形成空间调制。例如，螺旋状的波导阵列，波导的长度线性变化，从而引起光程差。</a:t>
            </a: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zh-CN" altLang="en-US" sz="1350" dirty="0">
                <a:latin typeface="微软雅黑" panose="020B0503020204020204" pitchFamily="34" charset="-122"/>
                <a:ea typeface="微软雅黑" panose="020B0503020204020204" pitchFamily="34" charset="-122"/>
                <a:cs typeface="Arial" panose="020B0604020202020204" pitchFamily="34" charset="0"/>
              </a:rPr>
              <a:t>但是，此类系统的光谱分辨率受到最大光程差以及</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Mach-Zehnder</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干涉仪数量的限制，这都限制了光谱仪在保持高性能的同时尽可能的微型化。</a:t>
            </a:r>
          </a:p>
        </p:txBody>
      </p:sp>
      <p:sp>
        <p:nvSpPr>
          <p:cNvPr id="2" name="标题 2">
            <a:extLst>
              <a:ext uri="{FF2B5EF4-FFF2-40B4-BE49-F238E27FC236}">
                <a16:creationId xmlns:a16="http://schemas.microsoft.com/office/drawing/2014/main" id="{ACAB1AB8-B3E3-19F9-84DC-A729B1DE3404}"/>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1531063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空间调制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3504291" y="5067035"/>
            <a:ext cx="2478238" cy="367280"/>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驻波集成傅里叶变换光谱仪</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Rectangle 11">
            <a:extLst>
              <a:ext uri="{FF2B5EF4-FFF2-40B4-BE49-F238E27FC236}">
                <a16:creationId xmlns:a16="http://schemas.microsoft.com/office/drawing/2014/main" id="{9531A51A-1BD9-4F56-A118-9973B5FACDE5}"/>
              </a:ext>
            </a:extLst>
          </p:cNvPr>
          <p:cNvSpPr/>
          <p:nvPr/>
        </p:nvSpPr>
        <p:spPr>
          <a:xfrm>
            <a:off x="2952755" y="4859285"/>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E. </a:t>
            </a:r>
            <a:r>
              <a:rPr lang="en-US" altLang="zh-CN" sz="900" dirty="0" err="1">
                <a:solidFill>
                  <a:prstClr val="black"/>
                </a:solidFill>
                <a:latin typeface="Arial" panose="020B0604020202020204" pitchFamily="34" charset="0"/>
                <a:cs typeface="Arial" panose="020B0604020202020204" pitchFamily="34" charset="0"/>
              </a:rPr>
              <a:t>Coarer</a:t>
            </a:r>
            <a:r>
              <a:rPr lang="en-US" altLang="zh-CN" sz="900" dirty="0">
                <a:solidFill>
                  <a:prstClr val="black"/>
                </a:solidFill>
                <a:latin typeface="Arial" panose="020B0604020202020204" pitchFamily="34" charset="0"/>
                <a:cs typeface="Arial" panose="020B0604020202020204" pitchFamily="34" charset="0"/>
              </a:rPr>
              <a:t>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Nature Photonics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1</a:t>
            </a:r>
            <a:r>
              <a:rPr lang="en-US" altLang="zh-CN" sz="900" dirty="0">
                <a:solidFill>
                  <a:prstClr val="black"/>
                </a:solidFill>
                <a:latin typeface="Arial" panose="020B0604020202020204" pitchFamily="34" charset="0"/>
                <a:cs typeface="Arial" panose="020B0604020202020204" pitchFamily="34" charset="0"/>
              </a:rPr>
              <a:t>, 473 (2007) </a:t>
            </a:r>
            <a:endParaRPr lang="en-GB" sz="900" dirty="0">
              <a:solidFill>
                <a:prstClr val="black"/>
              </a:solidFill>
              <a:latin typeface="Arial" panose="020B0604020202020204" pitchFamily="34" charset="0"/>
              <a:cs typeface="Arial" panose="020B0604020202020204" pitchFamily="34" charset="0"/>
            </a:endParaRPr>
          </a:p>
        </p:txBody>
      </p:sp>
      <p:pic>
        <p:nvPicPr>
          <p:cNvPr id="7" name="图片 6">
            <a:extLst>
              <a:ext uri="{FF2B5EF4-FFF2-40B4-BE49-F238E27FC236}">
                <a16:creationId xmlns:a16="http://schemas.microsoft.com/office/drawing/2014/main" id="{5437E4E8-7DCB-40A5-A537-CB793364AE42}"/>
              </a:ext>
            </a:extLst>
          </p:cNvPr>
          <p:cNvPicPr>
            <a:picLocks noChangeAspect="1"/>
          </p:cNvPicPr>
          <p:nvPr/>
        </p:nvPicPr>
        <p:blipFill>
          <a:blip r:embed="rId3"/>
          <a:stretch>
            <a:fillRect/>
          </a:stretch>
        </p:blipFill>
        <p:spPr>
          <a:xfrm>
            <a:off x="495107" y="1581311"/>
            <a:ext cx="5303535" cy="3127559"/>
          </a:xfrm>
          <a:prstGeom prst="rect">
            <a:avLst/>
          </a:prstGeom>
        </p:spPr>
      </p:pic>
      <p:sp>
        <p:nvSpPr>
          <p:cNvPr id="16" name="文本框 15">
            <a:extLst>
              <a:ext uri="{FF2B5EF4-FFF2-40B4-BE49-F238E27FC236}">
                <a16:creationId xmlns:a16="http://schemas.microsoft.com/office/drawing/2014/main" id="{42295259-B229-42C1-B618-7D8B9FA817AB}"/>
              </a:ext>
            </a:extLst>
          </p:cNvPr>
          <p:cNvSpPr txBox="1"/>
          <p:nvPr/>
        </p:nvSpPr>
        <p:spPr>
          <a:xfrm>
            <a:off x="6012745" y="1656222"/>
            <a:ext cx="2795604" cy="3000821"/>
          </a:xfrm>
          <a:prstGeom prst="rect">
            <a:avLst/>
          </a:prstGeom>
          <a:noFill/>
        </p:spPr>
        <p:txBody>
          <a:bodyPr wrap="square">
            <a:spAutoFit/>
          </a:bodyPr>
          <a:lstStyle/>
          <a:p>
            <a:r>
              <a:rPr lang="zh-CN" altLang="en-US" sz="1350" dirty="0">
                <a:latin typeface="微软雅黑" panose="020B0503020204020204" pitchFamily="34" charset="-122"/>
                <a:ea typeface="微软雅黑" panose="020B0503020204020204" pitchFamily="34" charset="-122"/>
                <a:cs typeface="Arial" panose="020B0604020202020204" pitchFamily="34" charset="0"/>
              </a:rPr>
              <a:t>驻波集成傅里叶变换光谱仪有两种工作方式：</a:t>
            </a: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r>
              <a:rPr lang="zh-CN" altLang="en-US" sz="1350" dirty="0">
                <a:latin typeface="微软雅黑" panose="020B0503020204020204" pitchFamily="34" charset="-122"/>
                <a:ea typeface="微软雅黑" panose="020B0503020204020204" pitchFamily="34" charset="-122"/>
                <a:cs typeface="Arial" panose="020B0604020202020204" pitchFamily="34" charset="0"/>
              </a:rPr>
              <a:t>一种为单反式，即进入波导的光经反射镜反射后与入射光干涉，形成驻波；</a:t>
            </a: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r>
              <a:rPr lang="zh-CN" altLang="en-US" sz="1350" dirty="0">
                <a:latin typeface="微软雅黑" panose="020B0503020204020204" pitchFamily="34" charset="-122"/>
                <a:ea typeface="微软雅黑" panose="020B0503020204020204" pitchFamily="34" charset="-122"/>
                <a:cs typeface="Arial" panose="020B0604020202020204" pitchFamily="34" charset="0"/>
              </a:rPr>
              <a:t>另一种为相遇式，即从波导的两边分别入射光波，干涉形成驻波。将微型探测器集成到波导上，每个像元就可以采集到一定的干涉信号。</a:t>
            </a:r>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endParaRPr lang="en-US" altLang="zh-CN" sz="1350" dirty="0">
              <a:latin typeface="微软雅黑" panose="020B0503020204020204" pitchFamily="34" charset="-122"/>
              <a:ea typeface="微软雅黑" panose="020B0503020204020204" pitchFamily="34" charset="-122"/>
              <a:cs typeface="Arial" panose="020B0604020202020204" pitchFamily="34" charset="0"/>
            </a:endParaRPr>
          </a:p>
          <a:p>
            <a:r>
              <a:rPr lang="zh-CN" altLang="en-US" sz="1350" dirty="0">
                <a:latin typeface="微软雅黑" panose="020B0503020204020204" pitchFamily="34" charset="-122"/>
                <a:ea typeface="微软雅黑" panose="020B0503020204020204" pitchFamily="34" charset="-122"/>
                <a:cs typeface="Arial" panose="020B0604020202020204" pitchFamily="34" charset="0"/>
              </a:rPr>
              <a:t>探测器像元尺寸限制了系统的光谱分辨率。</a:t>
            </a:r>
          </a:p>
        </p:txBody>
      </p:sp>
      <p:sp>
        <p:nvSpPr>
          <p:cNvPr id="2" name="标题 2">
            <a:extLst>
              <a:ext uri="{FF2B5EF4-FFF2-40B4-BE49-F238E27FC236}">
                <a16:creationId xmlns:a16="http://schemas.microsoft.com/office/drawing/2014/main" id="{43AD44A0-C705-BD3A-22F1-E1B0E60CEE7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2750008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2">
            <a:extLst>
              <a:ext uri="{FF2B5EF4-FFF2-40B4-BE49-F238E27FC236}">
                <a16:creationId xmlns:a16="http://schemas.microsoft.com/office/drawing/2014/main" id="{22B5F089-77EF-44A5-9BE3-1A2DE5F61701}"/>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2.3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傅里叶型微光谱仪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空间调制</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Box 39">
            <a:extLst>
              <a:ext uri="{FF2B5EF4-FFF2-40B4-BE49-F238E27FC236}">
                <a16:creationId xmlns:a16="http://schemas.microsoft.com/office/drawing/2014/main" id="{0F9311D1-BBFE-440D-9F29-ED0BDC51444F}"/>
              </a:ext>
            </a:extLst>
          </p:cNvPr>
          <p:cNvSpPr txBox="1"/>
          <p:nvPr/>
        </p:nvSpPr>
        <p:spPr>
          <a:xfrm>
            <a:off x="1356277" y="5198726"/>
            <a:ext cx="6592313" cy="367280"/>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干涉位置通过电压可调，解决驻波集成傅里叶变换光谱仪欠采样问题，提高分辨率</a:t>
            </a:r>
            <a:endParaRPr lang="en-US" altLang="zh-CN" sz="135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Rectangle 11">
            <a:extLst>
              <a:ext uri="{FF2B5EF4-FFF2-40B4-BE49-F238E27FC236}">
                <a16:creationId xmlns:a16="http://schemas.microsoft.com/office/drawing/2014/main" id="{9531A51A-1BD9-4F56-A118-9973B5FACDE5}"/>
              </a:ext>
            </a:extLst>
          </p:cNvPr>
          <p:cNvSpPr/>
          <p:nvPr/>
        </p:nvSpPr>
        <p:spPr>
          <a:xfrm>
            <a:off x="3016969" y="5014148"/>
            <a:ext cx="3163589" cy="230832"/>
          </a:xfrm>
          <a:prstGeom prst="rect">
            <a:avLst/>
          </a:prstGeom>
        </p:spPr>
        <p:txBody>
          <a:bodyPr wrap="square">
            <a:spAutoFit/>
          </a:bodyPr>
          <a:lstStyle/>
          <a:p>
            <a:pPr algn="ctr"/>
            <a:r>
              <a:rPr lang="en-US" altLang="zh-CN" sz="900" dirty="0">
                <a:solidFill>
                  <a:prstClr val="black"/>
                </a:solidFill>
                <a:latin typeface="Arial" panose="020B0604020202020204" pitchFamily="34" charset="0"/>
                <a:cs typeface="Arial" panose="020B0604020202020204" pitchFamily="34" charset="0"/>
              </a:rPr>
              <a:t>D. Pohl </a:t>
            </a:r>
            <a:r>
              <a:rPr lang="en-US" altLang="zh-CN" sz="900" i="1" dirty="0">
                <a:solidFill>
                  <a:prstClr val="black"/>
                </a:solidFill>
                <a:latin typeface="Arial" panose="020B0604020202020204" pitchFamily="34" charset="0"/>
                <a:cs typeface="Arial" panose="020B0604020202020204" pitchFamily="34" charset="0"/>
              </a:rPr>
              <a:t>et al</a:t>
            </a:r>
            <a:r>
              <a:rPr lang="en-US" altLang="zh-CN" sz="900" dirty="0">
                <a:solidFill>
                  <a:prstClr val="black"/>
                </a:solidFill>
                <a:latin typeface="Arial" panose="020B0604020202020204" pitchFamily="34" charset="0"/>
                <a:cs typeface="Arial" panose="020B0604020202020204" pitchFamily="34" charset="0"/>
              </a:rPr>
              <a:t>.</a:t>
            </a:r>
            <a:r>
              <a:rPr lang="en-US" sz="900" dirty="0">
                <a:solidFill>
                  <a:prstClr val="black"/>
                </a:solidFill>
                <a:latin typeface="Arial" panose="020B0604020202020204" pitchFamily="34" charset="0"/>
                <a:cs typeface="Arial" panose="020B0604020202020204" pitchFamily="34" charset="0"/>
              </a:rPr>
              <a:t>,</a:t>
            </a:r>
            <a:r>
              <a:rPr lang="en-GB" sz="900" dirty="0">
                <a:solidFill>
                  <a:prstClr val="black"/>
                </a:solidFill>
                <a:latin typeface="Arial" panose="020B0604020202020204" pitchFamily="34" charset="0"/>
                <a:cs typeface="Arial" panose="020B0604020202020204" pitchFamily="34" charset="0"/>
              </a:rPr>
              <a:t> </a:t>
            </a:r>
            <a:r>
              <a:rPr lang="en-US" altLang="zh-CN" sz="900" b="1" i="1" dirty="0">
                <a:solidFill>
                  <a:prstClr val="black"/>
                </a:solidFill>
                <a:latin typeface="Arial" panose="020B0604020202020204" pitchFamily="34" charset="0"/>
                <a:ea typeface="宋体" panose="02010600030101010101" pitchFamily="2" charset="-122"/>
                <a:cs typeface="Arial" panose="020B0604020202020204" pitchFamily="34" charset="0"/>
              </a:rPr>
              <a:t>Nature Photonics </a:t>
            </a:r>
            <a:r>
              <a:rPr lang="en-US" altLang="zh-CN" sz="900" dirty="0">
                <a:solidFill>
                  <a:prstClr val="black"/>
                </a:solidFill>
                <a:latin typeface="Arial" panose="020B0604020202020204" pitchFamily="34" charset="0"/>
                <a:ea typeface="宋体" panose="02010600030101010101" pitchFamily="2" charset="-122"/>
                <a:cs typeface="Arial" panose="020B0604020202020204" pitchFamily="34" charset="0"/>
              </a:rPr>
              <a:t>14</a:t>
            </a:r>
            <a:r>
              <a:rPr lang="en-US" altLang="zh-CN" sz="900" dirty="0">
                <a:solidFill>
                  <a:prstClr val="black"/>
                </a:solidFill>
                <a:latin typeface="Arial" panose="020B0604020202020204" pitchFamily="34" charset="0"/>
                <a:cs typeface="Arial" panose="020B0604020202020204" pitchFamily="34" charset="0"/>
              </a:rPr>
              <a:t>, 24 (2020) </a:t>
            </a:r>
            <a:endParaRPr lang="en-GB" sz="900" dirty="0">
              <a:solidFill>
                <a:prstClr val="black"/>
              </a:solidFill>
              <a:latin typeface="Arial" panose="020B0604020202020204" pitchFamily="34" charset="0"/>
              <a:cs typeface="Arial" panose="020B0604020202020204" pitchFamily="34" charset="0"/>
            </a:endParaRPr>
          </a:p>
        </p:txBody>
      </p:sp>
      <p:pic>
        <p:nvPicPr>
          <p:cNvPr id="3" name="图片 2">
            <a:extLst>
              <a:ext uri="{FF2B5EF4-FFF2-40B4-BE49-F238E27FC236}">
                <a16:creationId xmlns:a16="http://schemas.microsoft.com/office/drawing/2014/main" id="{C385516F-0692-499A-AAC6-345BC341F2B8}"/>
              </a:ext>
            </a:extLst>
          </p:cNvPr>
          <p:cNvPicPr>
            <a:picLocks noChangeAspect="1"/>
          </p:cNvPicPr>
          <p:nvPr/>
        </p:nvPicPr>
        <p:blipFill>
          <a:blip r:embed="rId3"/>
          <a:stretch>
            <a:fillRect/>
          </a:stretch>
        </p:blipFill>
        <p:spPr>
          <a:xfrm>
            <a:off x="409277" y="1315094"/>
            <a:ext cx="3298097" cy="3659993"/>
          </a:xfrm>
          <a:prstGeom prst="rect">
            <a:avLst/>
          </a:prstGeom>
        </p:spPr>
      </p:pic>
      <p:pic>
        <p:nvPicPr>
          <p:cNvPr id="13" name="图片 12">
            <a:extLst>
              <a:ext uri="{FF2B5EF4-FFF2-40B4-BE49-F238E27FC236}">
                <a16:creationId xmlns:a16="http://schemas.microsoft.com/office/drawing/2014/main" id="{0E3C2342-58DA-41D0-85B6-1FD154D39001}"/>
              </a:ext>
            </a:extLst>
          </p:cNvPr>
          <p:cNvPicPr>
            <a:picLocks noChangeAspect="1"/>
          </p:cNvPicPr>
          <p:nvPr/>
        </p:nvPicPr>
        <p:blipFill>
          <a:blip r:embed="rId4"/>
          <a:stretch>
            <a:fillRect/>
          </a:stretch>
        </p:blipFill>
        <p:spPr>
          <a:xfrm>
            <a:off x="3980499" y="1540988"/>
            <a:ext cx="4754225" cy="3249521"/>
          </a:xfrm>
          <a:prstGeom prst="rect">
            <a:avLst/>
          </a:prstGeom>
        </p:spPr>
      </p:pic>
      <p:sp>
        <p:nvSpPr>
          <p:cNvPr id="2" name="标题 2">
            <a:extLst>
              <a:ext uri="{FF2B5EF4-FFF2-40B4-BE49-F238E27FC236}">
                <a16:creationId xmlns:a16="http://schemas.microsoft.com/office/drawing/2014/main" id="{B40A7F72-A78E-D487-7179-CE19FC6015D0}"/>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Spectroscopy</a:t>
            </a:r>
          </a:p>
        </p:txBody>
      </p:sp>
    </p:spTree>
    <p:extLst>
      <p:ext uri="{BB962C8B-B14F-4D97-AF65-F5344CB8AC3E}">
        <p14:creationId xmlns:p14="http://schemas.microsoft.com/office/powerpoint/2010/main" val="3016976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 2</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pic>
        <p:nvPicPr>
          <p:cNvPr id="2" name="图片 1">
            <a:extLst>
              <a:ext uri="{FF2B5EF4-FFF2-40B4-BE49-F238E27FC236}">
                <a16:creationId xmlns:a16="http://schemas.microsoft.com/office/drawing/2014/main" id="{8D8AD51A-7BC6-1D00-8FD2-469EB94609F4}"/>
              </a:ext>
            </a:extLst>
          </p:cNvPr>
          <p:cNvPicPr>
            <a:picLocks noChangeAspect="1"/>
          </p:cNvPicPr>
          <p:nvPr/>
        </p:nvPicPr>
        <p:blipFill>
          <a:blip r:embed="rId3"/>
          <a:stretch>
            <a:fillRect/>
          </a:stretch>
        </p:blipFill>
        <p:spPr>
          <a:xfrm>
            <a:off x="590452" y="3989849"/>
            <a:ext cx="4855937" cy="1238264"/>
          </a:xfrm>
          <a:prstGeom prst="rect">
            <a:avLst/>
          </a:prstGeom>
        </p:spPr>
      </p:pic>
      <p:sp>
        <p:nvSpPr>
          <p:cNvPr id="4" name="文本框 3">
            <a:extLst>
              <a:ext uri="{FF2B5EF4-FFF2-40B4-BE49-F238E27FC236}">
                <a16:creationId xmlns:a16="http://schemas.microsoft.com/office/drawing/2014/main" id="{C7E66DA5-02EE-E3AD-1B4F-D107EAEEBD37}"/>
              </a:ext>
            </a:extLst>
          </p:cNvPr>
          <p:cNvSpPr txBox="1"/>
          <p:nvPr/>
        </p:nvSpPr>
        <p:spPr>
          <a:xfrm>
            <a:off x="518531" y="612016"/>
            <a:ext cx="8106937" cy="3139321"/>
          </a:xfrm>
          <a:prstGeom prst="rect">
            <a:avLst/>
          </a:prstGeom>
          <a:noFill/>
        </p:spPr>
        <p:txBody>
          <a:bodyPr wrap="square">
            <a:spAutoFit/>
          </a:bodyPr>
          <a:lstStyle/>
          <a:p>
            <a:pPr algn="just"/>
            <a:r>
              <a:rPr lang="en-US" altLang="zh-CN" dirty="0"/>
              <a:t>Fourier optics methods can be visualized by considering the Fraunhofer diffraction pattern of a single slit. The diffraction process transforms the slit in the object plane to a diffraction pattern in the distant image plane. This diffraction pattern contains information about the slit in a form in which smaller spatial details (narrower slits) are transformed into larger spatial displacement in the image plane (broader diffraction patterns). Smaller spatial detail can be referred to as a higher "spatial frequency", and the diffraction pattern produces a plot in which greater distance from the optic axis implies greater spatial frequency. This kind of transformation, where a plot of light distribution is transformed into plot of spatial frequency is an example of a Fourier transformation and is a conceptual starting point for Fourier optics.</a:t>
            </a:r>
            <a:endParaRPr lang="zh-CN" altLang="en-US" dirty="0"/>
          </a:p>
        </p:txBody>
      </p:sp>
      <p:pic>
        <p:nvPicPr>
          <p:cNvPr id="3" name="图片 2">
            <a:extLst>
              <a:ext uri="{FF2B5EF4-FFF2-40B4-BE49-F238E27FC236}">
                <a16:creationId xmlns:a16="http://schemas.microsoft.com/office/drawing/2014/main" id="{E3877883-12D0-DF78-9179-B5302966EEBF}"/>
              </a:ext>
            </a:extLst>
          </p:cNvPr>
          <p:cNvPicPr>
            <a:picLocks noChangeAspect="1"/>
          </p:cNvPicPr>
          <p:nvPr/>
        </p:nvPicPr>
        <p:blipFill>
          <a:blip r:embed="rId4"/>
          <a:stretch>
            <a:fillRect/>
          </a:stretch>
        </p:blipFill>
        <p:spPr>
          <a:xfrm>
            <a:off x="5910534" y="4187326"/>
            <a:ext cx="2600325" cy="1762125"/>
          </a:xfrm>
          <a:prstGeom prst="rect">
            <a:avLst/>
          </a:prstGeom>
        </p:spPr>
      </p:pic>
      <p:sp>
        <p:nvSpPr>
          <p:cNvPr id="5" name="矩形 4">
            <a:extLst>
              <a:ext uri="{FF2B5EF4-FFF2-40B4-BE49-F238E27FC236}">
                <a16:creationId xmlns:a16="http://schemas.microsoft.com/office/drawing/2014/main" id="{769C9DEB-F886-DC9A-7D76-C388CC8E527F}"/>
              </a:ext>
            </a:extLst>
          </p:cNvPr>
          <p:cNvSpPr/>
          <p:nvPr/>
        </p:nvSpPr>
        <p:spPr>
          <a:xfrm>
            <a:off x="761309" y="5426377"/>
            <a:ext cx="4514222" cy="584775"/>
          </a:xfrm>
          <a:prstGeom prst="rect">
            <a:avLst/>
          </a:prstGeom>
        </p:spPr>
        <p:txBody>
          <a:bodyPr wrap="square">
            <a:spAutoFit/>
          </a:bodyPr>
          <a:lstStyle/>
          <a:p>
            <a:r>
              <a:rPr lang="en-US" altLang="zh-CN" sz="1600" b="1" dirty="0"/>
              <a:t>Fourier transform of the single slit (rectangular function)</a:t>
            </a:r>
            <a:endParaRPr lang="zh-CN" altLang="en-US" sz="1600" b="1" dirty="0"/>
          </a:p>
        </p:txBody>
      </p:sp>
    </p:spTree>
    <p:extLst>
      <p:ext uri="{BB962C8B-B14F-4D97-AF65-F5344CB8AC3E}">
        <p14:creationId xmlns:p14="http://schemas.microsoft.com/office/powerpoint/2010/main" val="4036390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B20A2-3F04-4629-5B5A-E4F454C4970B}"/>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5F4ABC99-CC7D-7E15-261D-88D480945B53}"/>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Transform with Respect to Space</a:t>
            </a:r>
          </a:p>
        </p:txBody>
      </p:sp>
      <p:sp>
        <p:nvSpPr>
          <p:cNvPr id="6" name="Rectangle 3">
            <a:extLst>
              <a:ext uri="{FF2B5EF4-FFF2-40B4-BE49-F238E27FC236}">
                <a16:creationId xmlns:a16="http://schemas.microsoft.com/office/drawing/2014/main" id="{5EA0BD66-2A53-BDC4-AD6E-3C8E962CA0B7}"/>
              </a:ext>
            </a:extLst>
          </p:cNvPr>
          <p:cNvSpPr txBox="1">
            <a:spLocks noChangeArrowheads="1"/>
          </p:cNvSpPr>
          <p:nvPr/>
        </p:nvSpPr>
        <p:spPr>
          <a:xfrm>
            <a:off x="2024661" y="3140908"/>
            <a:ext cx="2628900" cy="579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a:latin typeface="Edwardian Script ITC" panose="030303020407070D0804" pitchFamily="66" charset="0"/>
                <a:cs typeface="Times New Roman" panose="02020603050405020304" pitchFamily="18" charset="0"/>
              </a:rPr>
              <a:t>F  </a:t>
            </a:r>
            <a:r>
              <a:rPr lang="en-US" altLang="en-US">
                <a:latin typeface="Edwardian Script ITC" panose="030303020407070D0804" pitchFamily="66" charset="0"/>
              </a:rPr>
              <a:t> </a:t>
            </a:r>
            <a:r>
              <a:rPr lang="en-US" altLang="en-US">
                <a:latin typeface="Times New Roman" panose="02020603050405020304" pitchFamily="18" charset="0"/>
                <a:cs typeface="Times New Roman" panose="02020603050405020304" pitchFamily="18" charset="0"/>
              </a:rPr>
              <a:t>{</a:t>
            </a:r>
            <a:r>
              <a:rPr lang="en-US" altLang="en-US" i="1">
                <a:latin typeface="Times New Roman" panose="02020603050405020304" pitchFamily="18" charset="0"/>
                <a:cs typeface="Times New Roman" panose="02020603050405020304" pitchFamily="18" charset="0"/>
              </a:rPr>
              <a:t>f</a:t>
            </a:r>
            <a:r>
              <a:rPr lang="en-US" altLang="en-US">
                <a:latin typeface="Times New Roman" panose="02020603050405020304" pitchFamily="18" charset="0"/>
                <a:cs typeface="Times New Roman" panose="02020603050405020304" pitchFamily="18" charset="0"/>
              </a:rPr>
              <a:t>(</a:t>
            </a:r>
            <a:r>
              <a:rPr lang="en-US" altLang="en-US" i="1">
                <a:latin typeface="Times New Roman" panose="02020603050405020304" pitchFamily="18" charset="0"/>
                <a:cs typeface="Times New Roman" panose="02020603050405020304" pitchFamily="18" charset="0"/>
              </a:rPr>
              <a:t>x</a:t>
            </a:r>
            <a:r>
              <a:rPr lang="en-US" altLang="en-US">
                <a:latin typeface="Times New Roman" panose="02020603050405020304" pitchFamily="18" charset="0"/>
                <a:cs typeface="Times New Roman" panose="02020603050405020304" pitchFamily="18" charset="0"/>
              </a:rPr>
              <a:t>)}  =  </a:t>
            </a:r>
            <a:r>
              <a:rPr lang="en-US" altLang="en-US" i="1">
                <a:latin typeface="Times New Roman" panose="02020603050405020304" pitchFamily="18" charset="0"/>
                <a:cs typeface="Times New Roman" panose="02020603050405020304" pitchFamily="18" charset="0"/>
              </a:rPr>
              <a:t>F</a:t>
            </a:r>
            <a:r>
              <a:rPr lang="en-US" altLang="en-US">
                <a:latin typeface="Times New Roman" panose="02020603050405020304" pitchFamily="18" charset="0"/>
                <a:cs typeface="Times New Roman" panose="02020603050405020304" pitchFamily="18" charset="0"/>
              </a:rPr>
              <a:t>(</a:t>
            </a:r>
            <a:r>
              <a:rPr lang="en-US" altLang="en-US" i="1">
                <a:latin typeface="Times New Roman" panose="02020603050405020304" pitchFamily="18" charset="0"/>
                <a:cs typeface="Times New Roman" panose="02020603050405020304" pitchFamily="18" charset="0"/>
              </a:rPr>
              <a:t>k</a:t>
            </a:r>
            <a:r>
              <a:rPr lang="en-US" altLang="en-US">
                <a:latin typeface="Times New Roman" panose="02020603050405020304" pitchFamily="18" charset="0"/>
                <a:cs typeface="Times New Roman" panose="02020603050405020304" pitchFamily="18" charset="0"/>
              </a:rPr>
              <a:t>)</a:t>
            </a:r>
            <a:endParaRPr lang="en-US" altLang="en-US" sz="2400" dirty="0"/>
          </a:p>
        </p:txBody>
      </p:sp>
      <p:graphicFrame>
        <p:nvGraphicFramePr>
          <p:cNvPr id="7" name="Object 5">
            <a:extLst>
              <a:ext uri="{FF2B5EF4-FFF2-40B4-BE49-F238E27FC236}">
                <a16:creationId xmlns:a16="http://schemas.microsoft.com/office/drawing/2014/main" id="{7B72E2D1-8D9F-CD1A-8EF3-4640E81938C7}"/>
              </a:ext>
            </a:extLst>
          </p:cNvPr>
          <p:cNvGraphicFramePr>
            <a:graphicFrameLocks noChangeAspect="1"/>
          </p:cNvGraphicFramePr>
          <p:nvPr>
            <p:extLst>
              <p:ext uri="{D42A27DB-BD31-4B8C-83A1-F6EECF244321}">
                <p14:modId xmlns:p14="http://schemas.microsoft.com/office/powerpoint/2010/main" val="2985186595"/>
              </p:ext>
            </p:extLst>
          </p:nvPr>
        </p:nvGraphicFramePr>
        <p:xfrm>
          <a:off x="1353846" y="2012921"/>
          <a:ext cx="3833812" cy="1004887"/>
        </p:xfrm>
        <a:graphic>
          <a:graphicData uri="http://schemas.openxmlformats.org/presentationml/2006/ole">
            <mc:AlternateContent xmlns:mc="http://schemas.openxmlformats.org/markup-compatibility/2006">
              <mc:Choice xmlns:v="urn:schemas-microsoft-com:vml" Requires="v">
                <p:oleObj name="Equation" r:id="rId3" imgW="1841500" imgH="482600" progId="Equation.DSMT4">
                  <p:embed/>
                </p:oleObj>
              </mc:Choice>
              <mc:Fallback>
                <p:oleObj name="Equation" r:id="rId3" imgW="1841500" imgH="482600" progId="Equation.DSMT4">
                  <p:embed/>
                  <p:pic>
                    <p:nvPicPr>
                      <p:cNvPr id="37892" name="Object 5">
                        <a:extLst>
                          <a:ext uri="{FF2B5EF4-FFF2-40B4-BE49-F238E27FC236}">
                            <a16:creationId xmlns:a16="http://schemas.microsoft.com/office/drawing/2014/main" id="{483A002F-36A0-4050-9303-0545B8D3FA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3846" y="2012921"/>
                        <a:ext cx="3833812"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 name="Text Box 20">
            <a:extLst>
              <a:ext uri="{FF2B5EF4-FFF2-40B4-BE49-F238E27FC236}">
                <a16:creationId xmlns:a16="http://schemas.microsoft.com/office/drawing/2014/main" id="{1FF78249-19FA-422E-E179-3990E72C1115}"/>
              </a:ext>
            </a:extLst>
          </p:cNvPr>
          <p:cNvSpPr txBox="1">
            <a:spLocks noChangeArrowheads="1"/>
          </p:cNvSpPr>
          <p:nvPr/>
        </p:nvSpPr>
        <p:spPr bwMode="auto">
          <a:xfrm>
            <a:off x="719277" y="804284"/>
            <a:ext cx="5359402"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solidFill>
                  <a:srgbClr val="000000"/>
                </a:solidFill>
              </a:rPr>
              <a:t>If </a:t>
            </a:r>
            <a:r>
              <a:rPr lang="en-US" altLang="en-US" sz="2000" i="1" dirty="0">
                <a:solidFill>
                  <a:srgbClr val="000000"/>
                </a:solidFill>
                <a:latin typeface="Times New Roman" panose="02020603050405020304" pitchFamily="18" charset="0"/>
              </a:rPr>
              <a:t>f</a:t>
            </a:r>
            <a:r>
              <a:rPr lang="en-US" altLang="en-US" sz="2000" dirty="0">
                <a:solidFill>
                  <a:srgbClr val="000000"/>
                </a:solidFill>
                <a:latin typeface="Times New Roman" panose="02020603050405020304" pitchFamily="18" charset="0"/>
              </a:rPr>
              <a:t>(</a:t>
            </a:r>
            <a:r>
              <a:rPr lang="en-US" altLang="en-US" sz="2000" i="1" dirty="0">
                <a:solidFill>
                  <a:srgbClr val="000000"/>
                </a:solidFill>
                <a:latin typeface="Times New Roman" panose="02020603050405020304" pitchFamily="18" charset="0"/>
              </a:rPr>
              <a:t>x</a:t>
            </a:r>
            <a:r>
              <a:rPr lang="en-US" altLang="en-US" sz="2000" dirty="0">
                <a:solidFill>
                  <a:srgbClr val="000000"/>
                </a:solidFill>
                <a:latin typeface="Times New Roman" panose="02020603050405020304" pitchFamily="18" charset="0"/>
              </a:rPr>
              <a:t>)</a:t>
            </a:r>
            <a:r>
              <a:rPr lang="en-US" altLang="en-US" sz="2000" dirty="0">
                <a:solidFill>
                  <a:srgbClr val="000000"/>
                </a:solidFill>
              </a:rPr>
              <a:t> is a function of position </a:t>
            </a:r>
            <a:r>
              <a:rPr lang="en-US" altLang="en-US" sz="2000" i="1" dirty="0">
                <a:solidFill>
                  <a:srgbClr val="000000"/>
                </a:solidFill>
                <a:latin typeface="Times New Roman" panose="02020603050405020304" pitchFamily="18" charset="0"/>
                <a:cs typeface="Times New Roman" panose="02020603050405020304" pitchFamily="18" charset="0"/>
              </a:rPr>
              <a:t>x</a:t>
            </a:r>
            <a:r>
              <a:rPr lang="en-US" altLang="en-US" sz="2000" dirty="0">
                <a:solidFill>
                  <a:srgbClr val="000000"/>
                </a:solidFill>
              </a:rPr>
              <a:t>, we can define a </a:t>
            </a:r>
            <a:r>
              <a:rPr lang="en-US" altLang="en-US" sz="2000" b="1" dirty="0">
                <a:solidFill>
                  <a:srgbClr val="C00000"/>
                </a:solidFill>
              </a:rPr>
              <a:t>spatial</a:t>
            </a:r>
            <a:r>
              <a:rPr lang="en-US" altLang="en-US" sz="2000" dirty="0">
                <a:solidFill>
                  <a:srgbClr val="000000"/>
                </a:solidFill>
              </a:rPr>
              <a:t> Fourier transform from </a:t>
            </a:r>
            <a:r>
              <a:rPr lang="en-US" altLang="en-US" sz="2000" i="1" dirty="0">
                <a:solidFill>
                  <a:srgbClr val="000000"/>
                </a:solidFill>
                <a:latin typeface="Times New Roman" panose="02020603050405020304" pitchFamily="18" charset="0"/>
                <a:cs typeface="Times New Roman" panose="02020603050405020304" pitchFamily="18" charset="0"/>
              </a:rPr>
              <a:t>x</a:t>
            </a:r>
            <a:r>
              <a:rPr lang="en-US" altLang="en-US" sz="2000" dirty="0">
                <a:solidFill>
                  <a:srgbClr val="000000"/>
                </a:solidFill>
              </a:rPr>
              <a:t> to </a:t>
            </a:r>
            <a:r>
              <a:rPr lang="en-US" altLang="en-US" sz="2000" i="1" dirty="0">
                <a:solidFill>
                  <a:srgbClr val="000000"/>
                </a:solidFill>
                <a:latin typeface="Times New Roman" panose="02020603050405020304" pitchFamily="18" charset="0"/>
                <a:cs typeface="Times New Roman" panose="02020603050405020304" pitchFamily="18" charset="0"/>
              </a:rPr>
              <a:t>k</a:t>
            </a:r>
            <a:r>
              <a:rPr lang="en-US" altLang="en-US" sz="2000" dirty="0">
                <a:solidFill>
                  <a:srgbClr val="000000"/>
                </a:solidFill>
              </a:rPr>
              <a:t>.</a:t>
            </a:r>
          </a:p>
        </p:txBody>
      </p:sp>
      <p:sp>
        <p:nvSpPr>
          <p:cNvPr id="9" name="Text Box 21">
            <a:extLst>
              <a:ext uri="{FF2B5EF4-FFF2-40B4-BE49-F238E27FC236}">
                <a16:creationId xmlns:a16="http://schemas.microsoft.com/office/drawing/2014/main" id="{75F0A1A5-0FB0-ADCC-8F2D-E53CEB8F4342}"/>
              </a:ext>
            </a:extLst>
          </p:cNvPr>
          <p:cNvSpPr txBox="1">
            <a:spLocks noChangeArrowheads="1"/>
          </p:cNvSpPr>
          <p:nvPr/>
        </p:nvSpPr>
        <p:spPr bwMode="auto">
          <a:xfrm>
            <a:off x="719277" y="1536717"/>
            <a:ext cx="5157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000" dirty="0">
                <a:solidFill>
                  <a:srgbClr val="000000"/>
                </a:solidFill>
              </a:rPr>
              <a:t>We refer to </a:t>
            </a:r>
            <a:r>
              <a:rPr lang="en-US" altLang="en-US" sz="2000" i="1" dirty="0">
                <a:solidFill>
                  <a:srgbClr val="000000"/>
                </a:solidFill>
                <a:latin typeface="Times New Roman" panose="02020603050405020304" pitchFamily="18" charset="0"/>
              </a:rPr>
              <a:t>k</a:t>
            </a:r>
            <a:r>
              <a:rPr lang="en-US" altLang="en-US" sz="2000" dirty="0">
                <a:solidFill>
                  <a:srgbClr val="000000"/>
                </a:solidFill>
              </a:rPr>
              <a:t> as the </a:t>
            </a:r>
            <a:r>
              <a:rPr lang="en-US" altLang="en-US" sz="2000" b="1" dirty="0">
                <a:solidFill>
                  <a:srgbClr val="C00000"/>
                </a:solidFill>
              </a:rPr>
              <a:t>spatial frequency</a:t>
            </a:r>
            <a:r>
              <a:rPr lang="en-US" altLang="en-US" sz="2000" dirty="0">
                <a:solidFill>
                  <a:srgbClr val="000000"/>
                </a:solidFill>
              </a:rPr>
              <a:t>.</a:t>
            </a:r>
          </a:p>
        </p:txBody>
      </p:sp>
      <p:sp>
        <p:nvSpPr>
          <p:cNvPr id="10" name="AutoShape 38">
            <a:extLst>
              <a:ext uri="{FF2B5EF4-FFF2-40B4-BE49-F238E27FC236}">
                <a16:creationId xmlns:a16="http://schemas.microsoft.com/office/drawing/2014/main" id="{1BD0934E-3EA6-E4AF-016E-5481950FFE16}"/>
              </a:ext>
            </a:extLst>
          </p:cNvPr>
          <p:cNvSpPr>
            <a:spLocks noChangeArrowheads="1"/>
          </p:cNvSpPr>
          <p:nvPr/>
        </p:nvSpPr>
        <p:spPr bwMode="auto">
          <a:xfrm rot="5400000">
            <a:off x="7244700" y="2894113"/>
            <a:ext cx="349250" cy="304800"/>
          </a:xfrm>
          <a:prstGeom prst="rightArrow">
            <a:avLst>
              <a:gd name="adj1" fmla="val 50000"/>
              <a:gd name="adj2" fmla="val 28646"/>
            </a:avLst>
          </a:prstGeom>
          <a:solidFill>
            <a:schemeClr val="bg1">
              <a:lumMod val="75000"/>
            </a:schemeClr>
          </a:solidFill>
          <a:ln w="28575">
            <a:solidFill>
              <a:schemeClr val="tx1"/>
            </a:solidFill>
            <a:miter lim="800000"/>
            <a:headEnd/>
            <a:tailEnd/>
          </a:ln>
          <a:effec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defRPr/>
            </a:pPr>
            <a:endParaRPr lang="en-US" altLang="en-US" sz="2400">
              <a:solidFill>
                <a:srgbClr val="000000"/>
              </a:solidFill>
            </a:endParaRPr>
          </a:p>
        </p:txBody>
      </p:sp>
      <p:grpSp>
        <p:nvGrpSpPr>
          <p:cNvPr id="11" name="Group 9">
            <a:extLst>
              <a:ext uri="{FF2B5EF4-FFF2-40B4-BE49-F238E27FC236}">
                <a16:creationId xmlns:a16="http://schemas.microsoft.com/office/drawing/2014/main" id="{A7A12310-99CE-ED4B-085D-A8D2EB22F2AE}"/>
              </a:ext>
            </a:extLst>
          </p:cNvPr>
          <p:cNvGrpSpPr/>
          <p:nvPr/>
        </p:nvGrpSpPr>
        <p:grpSpPr>
          <a:xfrm>
            <a:off x="6523698" y="970063"/>
            <a:ext cx="1814512" cy="1668462"/>
            <a:chOff x="6329363" y="1270230"/>
            <a:chExt cx="1814512" cy="1668462"/>
          </a:xfrm>
        </p:grpSpPr>
        <p:grpSp>
          <p:nvGrpSpPr>
            <p:cNvPr id="12" name="Group 41">
              <a:extLst>
                <a:ext uri="{FF2B5EF4-FFF2-40B4-BE49-F238E27FC236}">
                  <a16:creationId xmlns:a16="http://schemas.microsoft.com/office/drawing/2014/main" id="{824822FA-E92B-EEFF-61AA-79A601D0C64C}"/>
                </a:ext>
              </a:extLst>
            </p:cNvPr>
            <p:cNvGrpSpPr>
              <a:grpSpLocks/>
            </p:cNvGrpSpPr>
            <p:nvPr/>
          </p:nvGrpSpPr>
          <p:grpSpPr bwMode="auto">
            <a:xfrm>
              <a:off x="6329363" y="1270230"/>
              <a:ext cx="1814512" cy="1668462"/>
              <a:chOff x="3995" y="833"/>
              <a:chExt cx="1143" cy="1051"/>
            </a:xfrm>
          </p:grpSpPr>
          <p:sp>
            <p:nvSpPr>
              <p:cNvPr id="14" name="Rectangle 23">
                <a:extLst>
                  <a:ext uri="{FF2B5EF4-FFF2-40B4-BE49-F238E27FC236}">
                    <a16:creationId xmlns:a16="http://schemas.microsoft.com/office/drawing/2014/main" id="{932E9654-F36C-3CCE-A22B-7B432FD856FF}"/>
                  </a:ext>
                </a:extLst>
              </p:cNvPr>
              <p:cNvSpPr>
                <a:spLocks noChangeArrowheads="1"/>
              </p:cNvSpPr>
              <p:nvPr/>
            </p:nvSpPr>
            <p:spPr bwMode="auto">
              <a:xfrm>
                <a:off x="3995" y="833"/>
                <a:ext cx="1143" cy="1051"/>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15" name="Line 25">
                <a:extLst>
                  <a:ext uri="{FF2B5EF4-FFF2-40B4-BE49-F238E27FC236}">
                    <a16:creationId xmlns:a16="http://schemas.microsoft.com/office/drawing/2014/main" id="{880B2563-2B9F-3D75-E08C-010E6F9EB668}"/>
                  </a:ext>
                </a:extLst>
              </p:cNvPr>
              <p:cNvSpPr>
                <a:spLocks noChangeShapeType="1"/>
              </p:cNvSpPr>
              <p:nvPr/>
            </p:nvSpPr>
            <p:spPr bwMode="auto">
              <a:xfrm flipV="1">
                <a:off x="4559" y="966"/>
                <a:ext cx="0" cy="6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Text Box 26">
                <a:extLst>
                  <a:ext uri="{FF2B5EF4-FFF2-40B4-BE49-F238E27FC236}">
                    <a16:creationId xmlns:a16="http://schemas.microsoft.com/office/drawing/2014/main" id="{4AD5C285-ED8F-85D7-F1B1-5805F404A2CE}"/>
                  </a:ext>
                </a:extLst>
              </p:cNvPr>
              <p:cNvSpPr txBox="1">
                <a:spLocks noChangeArrowheads="1"/>
              </p:cNvSpPr>
              <p:nvPr/>
            </p:nvSpPr>
            <p:spPr bwMode="auto">
              <a:xfrm>
                <a:off x="4862" y="1600"/>
                <a:ext cx="187" cy="2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solidFill>
                      <a:srgbClr val="000000"/>
                    </a:solidFill>
                    <a:latin typeface="Times New Roman" panose="02020603050405020304" pitchFamily="18" charset="0"/>
                    <a:cs typeface="Times New Roman" panose="02020603050405020304" pitchFamily="18" charset="0"/>
                  </a:rPr>
                  <a:t>x</a:t>
                </a:r>
              </a:p>
            </p:txBody>
          </p:sp>
          <p:grpSp>
            <p:nvGrpSpPr>
              <p:cNvPr id="17" name="Group 27">
                <a:extLst>
                  <a:ext uri="{FF2B5EF4-FFF2-40B4-BE49-F238E27FC236}">
                    <a16:creationId xmlns:a16="http://schemas.microsoft.com/office/drawing/2014/main" id="{B89FFDDE-AF2E-B330-1A06-89CBA1ADC9C5}"/>
                  </a:ext>
                </a:extLst>
              </p:cNvPr>
              <p:cNvGrpSpPr>
                <a:grpSpLocks/>
              </p:cNvGrpSpPr>
              <p:nvPr/>
            </p:nvGrpSpPr>
            <p:grpSpPr bwMode="auto">
              <a:xfrm>
                <a:off x="4448" y="1072"/>
                <a:ext cx="222" cy="577"/>
                <a:chOff x="2520" y="1735"/>
                <a:chExt cx="730" cy="1788"/>
              </a:xfrm>
            </p:grpSpPr>
            <p:sp>
              <p:nvSpPr>
                <p:cNvPr id="19" name="Freeform 28">
                  <a:extLst>
                    <a:ext uri="{FF2B5EF4-FFF2-40B4-BE49-F238E27FC236}">
                      <a16:creationId xmlns:a16="http://schemas.microsoft.com/office/drawing/2014/main" id="{F1D759CE-60E9-EFE2-92D3-FEB21F2CA7E2}"/>
                    </a:ext>
                  </a:extLst>
                </p:cNvPr>
                <p:cNvSpPr>
                  <a:spLocks/>
                </p:cNvSpPr>
                <p:nvPr/>
              </p:nvSpPr>
              <p:spPr bwMode="auto">
                <a:xfrm>
                  <a:off x="2520" y="1735"/>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9">
                  <a:extLst>
                    <a:ext uri="{FF2B5EF4-FFF2-40B4-BE49-F238E27FC236}">
                      <a16:creationId xmlns:a16="http://schemas.microsoft.com/office/drawing/2014/main" id="{8337B9D0-D6B7-BAE0-5F96-A0A0E529F89B}"/>
                    </a:ext>
                  </a:extLst>
                </p:cNvPr>
                <p:cNvSpPr>
                  <a:spLocks/>
                </p:cNvSpPr>
                <p:nvPr/>
              </p:nvSpPr>
              <p:spPr bwMode="auto">
                <a:xfrm flipH="1">
                  <a:off x="2870" y="1735"/>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8" name="Line 24">
                <a:extLst>
                  <a:ext uri="{FF2B5EF4-FFF2-40B4-BE49-F238E27FC236}">
                    <a16:creationId xmlns:a16="http://schemas.microsoft.com/office/drawing/2014/main" id="{8725C8C1-093B-0A30-A834-2630C710D86B}"/>
                  </a:ext>
                </a:extLst>
              </p:cNvPr>
              <p:cNvSpPr>
                <a:spLocks noChangeShapeType="1"/>
              </p:cNvSpPr>
              <p:nvPr/>
            </p:nvSpPr>
            <p:spPr bwMode="auto">
              <a:xfrm>
                <a:off x="4060" y="1656"/>
                <a:ext cx="101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3" name="Rectangle 1">
              <a:extLst>
                <a:ext uri="{FF2B5EF4-FFF2-40B4-BE49-F238E27FC236}">
                  <a16:creationId xmlns:a16="http://schemas.microsoft.com/office/drawing/2014/main" id="{54C27CDA-0249-3429-D6CE-37181E1DDA0F}"/>
                </a:ext>
              </a:extLst>
            </p:cNvPr>
            <p:cNvSpPr>
              <a:spLocks noChangeArrowheads="1"/>
            </p:cNvSpPr>
            <p:nvPr/>
          </p:nvSpPr>
          <p:spPr bwMode="auto">
            <a:xfrm>
              <a:off x="6415088" y="1316267"/>
              <a:ext cx="611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a:solidFill>
                    <a:srgbClr val="000000"/>
                  </a:solidFill>
                  <a:latin typeface="Times New Roman" panose="02020603050405020304" pitchFamily="18" charset="0"/>
                </a:rPr>
                <a:t>f</a:t>
              </a:r>
              <a:r>
                <a:rPr lang="en-US" altLang="en-US" sz="2400">
                  <a:solidFill>
                    <a:srgbClr val="000000"/>
                  </a:solidFill>
                  <a:latin typeface="Times New Roman" panose="02020603050405020304" pitchFamily="18" charset="0"/>
                </a:rPr>
                <a:t>(</a:t>
              </a:r>
              <a:r>
                <a:rPr lang="en-US" altLang="en-US" sz="2400" i="1">
                  <a:solidFill>
                    <a:srgbClr val="000000"/>
                  </a:solidFill>
                  <a:latin typeface="Times New Roman" panose="02020603050405020304" pitchFamily="18" charset="0"/>
                </a:rPr>
                <a:t>x</a:t>
              </a:r>
              <a:r>
                <a:rPr lang="en-US" altLang="en-US" sz="2400">
                  <a:solidFill>
                    <a:srgbClr val="000000"/>
                  </a:solidFill>
                  <a:latin typeface="Times New Roman" panose="02020603050405020304" pitchFamily="18" charset="0"/>
                </a:rPr>
                <a:t>)</a:t>
              </a:r>
              <a:endParaRPr lang="en-US" altLang="en-US" sz="2400">
                <a:solidFill>
                  <a:srgbClr val="000000"/>
                </a:solidFill>
              </a:endParaRPr>
            </a:p>
          </p:txBody>
        </p:sp>
      </p:grpSp>
      <p:grpSp>
        <p:nvGrpSpPr>
          <p:cNvPr id="21" name="Group 10">
            <a:extLst>
              <a:ext uri="{FF2B5EF4-FFF2-40B4-BE49-F238E27FC236}">
                <a16:creationId xmlns:a16="http://schemas.microsoft.com/office/drawing/2014/main" id="{89E98A62-D9A5-DA2B-05D6-613832FDCF43}"/>
              </a:ext>
            </a:extLst>
          </p:cNvPr>
          <p:cNvGrpSpPr/>
          <p:nvPr/>
        </p:nvGrpSpPr>
        <p:grpSpPr>
          <a:xfrm>
            <a:off x="6521365" y="3460626"/>
            <a:ext cx="1814512" cy="1668463"/>
            <a:chOff x="6329363" y="3766461"/>
            <a:chExt cx="1814512" cy="1668463"/>
          </a:xfrm>
        </p:grpSpPr>
        <p:grpSp>
          <p:nvGrpSpPr>
            <p:cNvPr id="22" name="Group 40">
              <a:extLst>
                <a:ext uri="{FF2B5EF4-FFF2-40B4-BE49-F238E27FC236}">
                  <a16:creationId xmlns:a16="http://schemas.microsoft.com/office/drawing/2014/main" id="{F5B49651-6801-5FAD-505A-786B66A6759B}"/>
                </a:ext>
              </a:extLst>
            </p:cNvPr>
            <p:cNvGrpSpPr>
              <a:grpSpLocks/>
            </p:cNvGrpSpPr>
            <p:nvPr/>
          </p:nvGrpSpPr>
          <p:grpSpPr bwMode="auto">
            <a:xfrm>
              <a:off x="6329363" y="3766461"/>
              <a:ext cx="1814512" cy="1668463"/>
              <a:chOff x="3995" y="2265"/>
              <a:chExt cx="1143" cy="1051"/>
            </a:xfrm>
          </p:grpSpPr>
          <p:sp>
            <p:nvSpPr>
              <p:cNvPr id="24" name="Rectangle 31">
                <a:extLst>
                  <a:ext uri="{FF2B5EF4-FFF2-40B4-BE49-F238E27FC236}">
                    <a16:creationId xmlns:a16="http://schemas.microsoft.com/office/drawing/2014/main" id="{C4AEDF7A-E94E-4EEE-B074-159026052001}"/>
                  </a:ext>
                </a:extLst>
              </p:cNvPr>
              <p:cNvSpPr>
                <a:spLocks noChangeArrowheads="1"/>
              </p:cNvSpPr>
              <p:nvPr/>
            </p:nvSpPr>
            <p:spPr bwMode="auto">
              <a:xfrm>
                <a:off x="3995" y="2265"/>
                <a:ext cx="1143" cy="1051"/>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25" name="Line 32">
                <a:extLst>
                  <a:ext uri="{FF2B5EF4-FFF2-40B4-BE49-F238E27FC236}">
                    <a16:creationId xmlns:a16="http://schemas.microsoft.com/office/drawing/2014/main" id="{F26A1DE3-5D69-7FD1-853B-5C0015E0FFE7}"/>
                  </a:ext>
                </a:extLst>
              </p:cNvPr>
              <p:cNvSpPr>
                <a:spLocks noChangeShapeType="1"/>
              </p:cNvSpPr>
              <p:nvPr/>
            </p:nvSpPr>
            <p:spPr bwMode="auto">
              <a:xfrm>
                <a:off x="4060" y="3088"/>
                <a:ext cx="101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33">
                <a:extLst>
                  <a:ext uri="{FF2B5EF4-FFF2-40B4-BE49-F238E27FC236}">
                    <a16:creationId xmlns:a16="http://schemas.microsoft.com/office/drawing/2014/main" id="{E4D908A7-3B07-A7F2-81D5-61E812A7473F}"/>
                  </a:ext>
                </a:extLst>
              </p:cNvPr>
              <p:cNvSpPr>
                <a:spLocks noChangeShapeType="1"/>
              </p:cNvSpPr>
              <p:nvPr/>
            </p:nvSpPr>
            <p:spPr bwMode="auto">
              <a:xfrm flipV="1">
                <a:off x="4562" y="2398"/>
                <a:ext cx="0" cy="6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Text Box 34">
                <a:extLst>
                  <a:ext uri="{FF2B5EF4-FFF2-40B4-BE49-F238E27FC236}">
                    <a16:creationId xmlns:a16="http://schemas.microsoft.com/office/drawing/2014/main" id="{1B8A5935-6912-A683-9744-5C68BB46884F}"/>
                  </a:ext>
                </a:extLst>
              </p:cNvPr>
              <p:cNvSpPr txBox="1">
                <a:spLocks noChangeArrowheads="1"/>
              </p:cNvSpPr>
              <p:nvPr/>
            </p:nvSpPr>
            <p:spPr bwMode="auto">
              <a:xfrm>
                <a:off x="4870" y="3064"/>
                <a:ext cx="187" cy="25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a:solidFill>
                      <a:srgbClr val="000000"/>
                    </a:solidFill>
                    <a:latin typeface="Times New Roman" panose="02020603050405020304" pitchFamily="18" charset="0"/>
                    <a:cs typeface="Times New Roman" panose="02020603050405020304" pitchFamily="18" charset="0"/>
                  </a:rPr>
                  <a:t>k</a:t>
                </a:r>
              </a:p>
            </p:txBody>
          </p:sp>
          <p:grpSp>
            <p:nvGrpSpPr>
              <p:cNvPr id="28" name="Group 35">
                <a:extLst>
                  <a:ext uri="{FF2B5EF4-FFF2-40B4-BE49-F238E27FC236}">
                    <a16:creationId xmlns:a16="http://schemas.microsoft.com/office/drawing/2014/main" id="{23CBCB6E-25CC-CEFB-CAB4-7B80656A2773}"/>
                  </a:ext>
                </a:extLst>
              </p:cNvPr>
              <p:cNvGrpSpPr>
                <a:grpSpLocks/>
              </p:cNvGrpSpPr>
              <p:nvPr/>
            </p:nvGrpSpPr>
            <p:grpSpPr bwMode="auto">
              <a:xfrm>
                <a:off x="4057" y="2881"/>
                <a:ext cx="1005" cy="184"/>
                <a:chOff x="2520" y="1559"/>
                <a:chExt cx="730" cy="1788"/>
              </a:xfrm>
            </p:grpSpPr>
            <p:sp>
              <p:nvSpPr>
                <p:cNvPr id="29" name="Freeform 36">
                  <a:extLst>
                    <a:ext uri="{FF2B5EF4-FFF2-40B4-BE49-F238E27FC236}">
                      <a16:creationId xmlns:a16="http://schemas.microsoft.com/office/drawing/2014/main" id="{DE33A8A4-35EF-EFD7-B8ED-01E5598CB3E3}"/>
                    </a:ext>
                  </a:extLst>
                </p:cNvPr>
                <p:cNvSpPr>
                  <a:spLocks/>
                </p:cNvSpPr>
                <p:nvPr/>
              </p:nvSpPr>
              <p:spPr bwMode="auto">
                <a:xfrm>
                  <a:off x="2520" y="1559"/>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99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Freeform 37">
                  <a:extLst>
                    <a:ext uri="{FF2B5EF4-FFF2-40B4-BE49-F238E27FC236}">
                      <a16:creationId xmlns:a16="http://schemas.microsoft.com/office/drawing/2014/main" id="{54D22596-9D45-B72A-9D8C-33AA3995BB1B}"/>
                    </a:ext>
                  </a:extLst>
                </p:cNvPr>
                <p:cNvSpPr>
                  <a:spLocks/>
                </p:cNvSpPr>
                <p:nvPr/>
              </p:nvSpPr>
              <p:spPr bwMode="auto">
                <a:xfrm flipH="1">
                  <a:off x="2870" y="1559"/>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99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3" name="Rectangle 2">
              <a:extLst>
                <a:ext uri="{FF2B5EF4-FFF2-40B4-BE49-F238E27FC236}">
                  <a16:creationId xmlns:a16="http://schemas.microsoft.com/office/drawing/2014/main" id="{DCF06675-F4A1-DE70-D681-715C7BFDDB00}"/>
                </a:ext>
              </a:extLst>
            </p:cNvPr>
            <p:cNvSpPr>
              <a:spLocks noChangeArrowheads="1"/>
            </p:cNvSpPr>
            <p:nvPr/>
          </p:nvSpPr>
          <p:spPr bwMode="auto">
            <a:xfrm>
              <a:off x="6415088" y="3841074"/>
              <a:ext cx="714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a:solidFill>
                    <a:srgbClr val="000000"/>
                  </a:solidFill>
                  <a:latin typeface="Times New Roman" panose="02020603050405020304" pitchFamily="18" charset="0"/>
                </a:rPr>
                <a:t>F</a:t>
              </a:r>
              <a:r>
                <a:rPr lang="en-US" altLang="en-US" sz="2400">
                  <a:solidFill>
                    <a:srgbClr val="000000"/>
                  </a:solidFill>
                  <a:latin typeface="Times New Roman" panose="02020603050405020304" pitchFamily="18" charset="0"/>
                </a:rPr>
                <a:t>(</a:t>
              </a:r>
              <a:r>
                <a:rPr lang="en-US" altLang="en-US" sz="2400" i="1">
                  <a:solidFill>
                    <a:srgbClr val="000000"/>
                  </a:solidFill>
                  <a:latin typeface="Times New Roman" panose="02020603050405020304" pitchFamily="18" charset="0"/>
                </a:rPr>
                <a:t>k</a:t>
              </a:r>
              <a:r>
                <a:rPr lang="en-US" altLang="en-US" sz="2400">
                  <a:solidFill>
                    <a:srgbClr val="000000"/>
                  </a:solidFill>
                  <a:latin typeface="Times New Roman" panose="02020603050405020304" pitchFamily="18" charset="0"/>
                </a:rPr>
                <a:t>)</a:t>
              </a:r>
              <a:endParaRPr lang="en-US" altLang="en-US" sz="2400">
                <a:solidFill>
                  <a:srgbClr val="000000"/>
                </a:solidFill>
              </a:endParaRPr>
            </a:p>
          </p:txBody>
        </p:sp>
      </p:grpSp>
      <p:sp>
        <p:nvSpPr>
          <p:cNvPr id="31" name="TextBox 3">
            <a:extLst>
              <a:ext uri="{FF2B5EF4-FFF2-40B4-BE49-F238E27FC236}">
                <a16:creationId xmlns:a16="http://schemas.microsoft.com/office/drawing/2014/main" id="{1AF46772-A2A7-5171-239F-3F48A97BDEFA}"/>
              </a:ext>
            </a:extLst>
          </p:cNvPr>
          <p:cNvSpPr txBox="1"/>
          <p:nvPr/>
        </p:nvSpPr>
        <p:spPr bwMode="auto">
          <a:xfrm>
            <a:off x="719277" y="5549164"/>
            <a:ext cx="79887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buFontTx/>
              <a:buNone/>
            </a:pPr>
            <a:r>
              <a:rPr lang="en-US" altLang="en-US" sz="2000" dirty="0">
                <a:solidFill>
                  <a:srgbClr val="000000"/>
                </a:solidFill>
              </a:rPr>
              <a:t>Everything we’ve said about Fourier transforms between the </a:t>
            </a:r>
            <a:r>
              <a:rPr lang="en-US" altLang="en-US" sz="2000" i="1" dirty="0">
                <a:solidFill>
                  <a:srgbClr val="000000"/>
                </a:solidFill>
                <a:latin typeface="Times New Roman" panose="02020603050405020304" pitchFamily="18" charset="0"/>
              </a:rPr>
              <a:t>t</a:t>
            </a:r>
            <a:r>
              <a:rPr lang="en-US" altLang="en-US" sz="2000" dirty="0">
                <a:solidFill>
                  <a:srgbClr val="000000"/>
                </a:solidFill>
              </a:rPr>
              <a:t> and </a:t>
            </a:r>
            <a:r>
              <a:rPr lang="en-US" altLang="en-US" sz="2000" i="1" dirty="0">
                <a:solidFill>
                  <a:srgbClr val="000000"/>
                </a:solidFill>
                <a:latin typeface="Symbol" panose="05050102010706020507" pitchFamily="18" charset="2"/>
              </a:rPr>
              <a:t>w</a:t>
            </a:r>
            <a:r>
              <a:rPr lang="en-US" altLang="en-US" sz="2000" dirty="0">
                <a:solidFill>
                  <a:srgbClr val="000000"/>
                </a:solidFill>
              </a:rPr>
              <a:t> domains also applies to the </a:t>
            </a:r>
            <a:r>
              <a:rPr lang="en-US" altLang="en-US" sz="2000" i="1" dirty="0">
                <a:solidFill>
                  <a:srgbClr val="000000"/>
                </a:solidFill>
                <a:latin typeface="Times New Roman" panose="02020603050405020304" pitchFamily="18" charset="0"/>
              </a:rPr>
              <a:t>x</a:t>
            </a:r>
            <a:r>
              <a:rPr lang="en-US" altLang="en-US" sz="2000" dirty="0">
                <a:solidFill>
                  <a:srgbClr val="000000"/>
                </a:solidFill>
              </a:rPr>
              <a:t> and </a:t>
            </a:r>
            <a:r>
              <a:rPr lang="en-US" altLang="en-US" sz="2000" i="1" dirty="0">
                <a:solidFill>
                  <a:srgbClr val="000000"/>
                </a:solidFill>
                <a:latin typeface="Times New Roman" panose="02020603050405020304" pitchFamily="18" charset="0"/>
              </a:rPr>
              <a:t>k</a:t>
            </a:r>
            <a:r>
              <a:rPr lang="en-US" altLang="en-US" sz="2000" dirty="0">
                <a:solidFill>
                  <a:srgbClr val="000000"/>
                </a:solidFill>
              </a:rPr>
              <a:t> domains.</a:t>
            </a:r>
          </a:p>
        </p:txBody>
      </p:sp>
      <p:graphicFrame>
        <p:nvGraphicFramePr>
          <p:cNvPr id="32" name="Object 5">
            <a:extLst>
              <a:ext uri="{FF2B5EF4-FFF2-40B4-BE49-F238E27FC236}">
                <a16:creationId xmlns:a16="http://schemas.microsoft.com/office/drawing/2014/main" id="{50C96EFC-B669-925A-01E6-2D3CAFDC7221}"/>
              </a:ext>
            </a:extLst>
          </p:cNvPr>
          <p:cNvGraphicFramePr>
            <a:graphicFrameLocks noChangeAspect="1"/>
          </p:cNvGraphicFramePr>
          <p:nvPr>
            <p:extLst>
              <p:ext uri="{D42A27DB-BD31-4B8C-83A1-F6EECF244321}">
                <p14:modId xmlns:p14="http://schemas.microsoft.com/office/powerpoint/2010/main" val="1614832644"/>
              </p:ext>
            </p:extLst>
          </p:nvPr>
        </p:nvGraphicFramePr>
        <p:xfrm>
          <a:off x="1633453" y="4416603"/>
          <a:ext cx="4071938" cy="1004887"/>
        </p:xfrm>
        <a:graphic>
          <a:graphicData uri="http://schemas.openxmlformats.org/presentationml/2006/ole">
            <mc:AlternateContent xmlns:mc="http://schemas.openxmlformats.org/markup-compatibility/2006">
              <mc:Choice xmlns:v="urn:schemas-microsoft-com:vml" Requires="v">
                <p:oleObj name="Equation" r:id="rId5" imgW="1955520" imgH="482400" progId="Equation.DSMT4">
                  <p:embed/>
                </p:oleObj>
              </mc:Choice>
              <mc:Fallback>
                <p:oleObj name="Equation" r:id="rId5" imgW="1955520" imgH="482400" progId="Equation.DSMT4">
                  <p:embed/>
                  <p:pic>
                    <p:nvPicPr>
                      <p:cNvPr id="5" name="Object 5">
                        <a:extLst>
                          <a:ext uri="{FF2B5EF4-FFF2-40B4-BE49-F238E27FC236}">
                            <a16:creationId xmlns:a16="http://schemas.microsoft.com/office/drawing/2014/main" id="{0BCEA98C-8F71-1134-41C2-2E11B9F99FF8}"/>
                          </a:ext>
                        </a:extLst>
                      </p:cNvPr>
                      <p:cNvPicPr>
                        <a:picLocks noChangeAspect="1" noChangeArrowheads="1"/>
                      </p:cNvPicPr>
                      <p:nvPr/>
                    </p:nvPicPr>
                    <p:blipFill>
                      <a:blip r:embed="rId6"/>
                      <a:srcRect/>
                      <a:stretch>
                        <a:fillRect/>
                      </a:stretch>
                    </p:blipFill>
                    <p:spPr bwMode="auto">
                      <a:xfrm>
                        <a:off x="1633453" y="4416603"/>
                        <a:ext cx="4071938" cy="1004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4" name="TextBox 8">
            <a:extLst>
              <a:ext uri="{FF2B5EF4-FFF2-40B4-BE49-F238E27FC236}">
                <a16:creationId xmlns:a16="http://schemas.microsoft.com/office/drawing/2014/main" id="{E7FDE6DC-A372-F9D4-B2EF-8426BB5CC1CE}"/>
              </a:ext>
            </a:extLst>
          </p:cNvPr>
          <p:cNvSpPr txBox="1"/>
          <p:nvPr/>
        </p:nvSpPr>
        <p:spPr bwMode="auto">
          <a:xfrm>
            <a:off x="719277" y="3881532"/>
            <a:ext cx="53955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dirty="0"/>
              <a:t>And the</a:t>
            </a:r>
            <a:r>
              <a:rPr lang="en-US" sz="2000" dirty="0">
                <a:solidFill>
                  <a:srgbClr val="C00000"/>
                </a:solidFill>
              </a:rPr>
              <a:t> </a:t>
            </a:r>
            <a:r>
              <a:rPr lang="en-US" sz="2000" b="1" dirty="0">
                <a:solidFill>
                  <a:srgbClr val="C00000"/>
                </a:solidFill>
              </a:rPr>
              <a:t>inverse</a:t>
            </a:r>
            <a:r>
              <a:rPr lang="en-US" sz="2000" dirty="0">
                <a:solidFill>
                  <a:srgbClr val="C00000"/>
                </a:solidFill>
              </a:rPr>
              <a:t> </a:t>
            </a:r>
            <a:r>
              <a:rPr lang="en-US" sz="2000" dirty="0"/>
              <a:t>spatial Fourier transform is now: </a:t>
            </a:r>
          </a:p>
        </p:txBody>
      </p:sp>
      <p:grpSp>
        <p:nvGrpSpPr>
          <p:cNvPr id="35" name="Group 12">
            <a:extLst>
              <a:ext uri="{FF2B5EF4-FFF2-40B4-BE49-F238E27FC236}">
                <a16:creationId xmlns:a16="http://schemas.microsoft.com/office/drawing/2014/main" id="{4810FD97-A58E-2325-B440-F04B2024689F}"/>
              </a:ext>
            </a:extLst>
          </p:cNvPr>
          <p:cNvGrpSpPr/>
          <p:nvPr/>
        </p:nvGrpSpPr>
        <p:grpSpPr>
          <a:xfrm>
            <a:off x="6523698" y="970063"/>
            <a:ext cx="1814512" cy="1668462"/>
            <a:chOff x="6329363" y="1270230"/>
            <a:chExt cx="1814512" cy="1668462"/>
          </a:xfrm>
        </p:grpSpPr>
        <p:grpSp>
          <p:nvGrpSpPr>
            <p:cNvPr id="36" name="Group 41">
              <a:extLst>
                <a:ext uri="{FF2B5EF4-FFF2-40B4-BE49-F238E27FC236}">
                  <a16:creationId xmlns:a16="http://schemas.microsoft.com/office/drawing/2014/main" id="{4D3B8737-EE55-10C8-4B8F-D9E229940CFE}"/>
                </a:ext>
              </a:extLst>
            </p:cNvPr>
            <p:cNvGrpSpPr>
              <a:grpSpLocks/>
            </p:cNvGrpSpPr>
            <p:nvPr/>
          </p:nvGrpSpPr>
          <p:grpSpPr bwMode="auto">
            <a:xfrm>
              <a:off x="6329363" y="1270230"/>
              <a:ext cx="1814512" cy="1668462"/>
              <a:chOff x="3995" y="833"/>
              <a:chExt cx="1143" cy="1051"/>
            </a:xfrm>
          </p:grpSpPr>
          <p:sp>
            <p:nvSpPr>
              <p:cNvPr id="38" name="Rectangle 23">
                <a:extLst>
                  <a:ext uri="{FF2B5EF4-FFF2-40B4-BE49-F238E27FC236}">
                    <a16:creationId xmlns:a16="http://schemas.microsoft.com/office/drawing/2014/main" id="{D0E5B955-B2DA-0C49-72ED-EC71CA796682}"/>
                  </a:ext>
                </a:extLst>
              </p:cNvPr>
              <p:cNvSpPr>
                <a:spLocks noChangeArrowheads="1"/>
              </p:cNvSpPr>
              <p:nvPr/>
            </p:nvSpPr>
            <p:spPr bwMode="auto">
              <a:xfrm>
                <a:off x="3995" y="833"/>
                <a:ext cx="1143" cy="1051"/>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39" name="Line 25">
                <a:extLst>
                  <a:ext uri="{FF2B5EF4-FFF2-40B4-BE49-F238E27FC236}">
                    <a16:creationId xmlns:a16="http://schemas.microsoft.com/office/drawing/2014/main" id="{3BAC046A-AD63-DF09-DD63-D4C044987447}"/>
                  </a:ext>
                </a:extLst>
              </p:cNvPr>
              <p:cNvSpPr>
                <a:spLocks noChangeShapeType="1"/>
              </p:cNvSpPr>
              <p:nvPr/>
            </p:nvSpPr>
            <p:spPr bwMode="auto">
              <a:xfrm flipV="1">
                <a:off x="4559" y="966"/>
                <a:ext cx="0" cy="6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Text Box 26">
                <a:extLst>
                  <a:ext uri="{FF2B5EF4-FFF2-40B4-BE49-F238E27FC236}">
                    <a16:creationId xmlns:a16="http://schemas.microsoft.com/office/drawing/2014/main" id="{101D71E3-5BE3-1BDA-35B9-319387580548}"/>
                  </a:ext>
                </a:extLst>
              </p:cNvPr>
              <p:cNvSpPr txBox="1">
                <a:spLocks noChangeArrowheads="1"/>
              </p:cNvSpPr>
              <p:nvPr/>
            </p:nvSpPr>
            <p:spPr bwMode="auto">
              <a:xfrm>
                <a:off x="4862" y="1600"/>
                <a:ext cx="161" cy="25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dirty="0">
                    <a:solidFill>
                      <a:srgbClr val="000000"/>
                    </a:solidFill>
                    <a:latin typeface="Times New Roman" panose="02020603050405020304" pitchFamily="18" charset="0"/>
                    <a:cs typeface="Times New Roman" panose="02020603050405020304" pitchFamily="18" charset="0"/>
                  </a:rPr>
                  <a:t>t</a:t>
                </a:r>
              </a:p>
            </p:txBody>
          </p:sp>
          <p:grpSp>
            <p:nvGrpSpPr>
              <p:cNvPr id="41" name="Group 27">
                <a:extLst>
                  <a:ext uri="{FF2B5EF4-FFF2-40B4-BE49-F238E27FC236}">
                    <a16:creationId xmlns:a16="http://schemas.microsoft.com/office/drawing/2014/main" id="{7E164F92-D5B2-EFD3-2DBE-5CF6CF3A0E78}"/>
                  </a:ext>
                </a:extLst>
              </p:cNvPr>
              <p:cNvGrpSpPr>
                <a:grpSpLocks/>
              </p:cNvGrpSpPr>
              <p:nvPr/>
            </p:nvGrpSpPr>
            <p:grpSpPr bwMode="auto">
              <a:xfrm>
                <a:off x="4448" y="1072"/>
                <a:ext cx="222" cy="577"/>
                <a:chOff x="2520" y="1735"/>
                <a:chExt cx="730" cy="1788"/>
              </a:xfrm>
            </p:grpSpPr>
            <p:sp>
              <p:nvSpPr>
                <p:cNvPr id="43" name="Freeform 28">
                  <a:extLst>
                    <a:ext uri="{FF2B5EF4-FFF2-40B4-BE49-F238E27FC236}">
                      <a16:creationId xmlns:a16="http://schemas.microsoft.com/office/drawing/2014/main" id="{A89842E8-2F2A-6EF8-CE93-ECBD9C86AE84}"/>
                    </a:ext>
                  </a:extLst>
                </p:cNvPr>
                <p:cNvSpPr>
                  <a:spLocks/>
                </p:cNvSpPr>
                <p:nvPr/>
              </p:nvSpPr>
              <p:spPr bwMode="auto">
                <a:xfrm>
                  <a:off x="2520" y="1735"/>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Freeform 29">
                  <a:extLst>
                    <a:ext uri="{FF2B5EF4-FFF2-40B4-BE49-F238E27FC236}">
                      <a16:creationId xmlns:a16="http://schemas.microsoft.com/office/drawing/2014/main" id="{01532EEF-7E50-0B83-353F-933C7A004681}"/>
                    </a:ext>
                  </a:extLst>
                </p:cNvPr>
                <p:cNvSpPr>
                  <a:spLocks/>
                </p:cNvSpPr>
                <p:nvPr/>
              </p:nvSpPr>
              <p:spPr bwMode="auto">
                <a:xfrm flipH="1">
                  <a:off x="2870" y="1735"/>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2" name="Line 24">
                <a:extLst>
                  <a:ext uri="{FF2B5EF4-FFF2-40B4-BE49-F238E27FC236}">
                    <a16:creationId xmlns:a16="http://schemas.microsoft.com/office/drawing/2014/main" id="{C44AFDA7-5CB1-7A0B-4434-03647EB6451F}"/>
                  </a:ext>
                </a:extLst>
              </p:cNvPr>
              <p:cNvSpPr>
                <a:spLocks noChangeShapeType="1"/>
              </p:cNvSpPr>
              <p:nvPr/>
            </p:nvSpPr>
            <p:spPr bwMode="auto">
              <a:xfrm>
                <a:off x="4060" y="1656"/>
                <a:ext cx="101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7" name="Rectangle 1">
              <a:extLst>
                <a:ext uri="{FF2B5EF4-FFF2-40B4-BE49-F238E27FC236}">
                  <a16:creationId xmlns:a16="http://schemas.microsoft.com/office/drawing/2014/main" id="{20177EE8-58BE-5192-B707-B316F09027FD}"/>
                </a:ext>
              </a:extLst>
            </p:cNvPr>
            <p:cNvSpPr>
              <a:spLocks noChangeArrowheads="1"/>
            </p:cNvSpPr>
            <p:nvPr/>
          </p:nvSpPr>
          <p:spPr bwMode="auto">
            <a:xfrm>
              <a:off x="6415088" y="1316267"/>
              <a:ext cx="5597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dirty="0">
                  <a:solidFill>
                    <a:srgbClr val="000000"/>
                  </a:solidFill>
                  <a:latin typeface="Times New Roman" panose="02020603050405020304" pitchFamily="18" charset="0"/>
                </a:rPr>
                <a:t>f</a:t>
              </a:r>
              <a:r>
                <a:rPr lang="en-US" altLang="en-US" sz="2400" dirty="0">
                  <a:solidFill>
                    <a:srgbClr val="000000"/>
                  </a:solidFill>
                  <a:latin typeface="Times New Roman" panose="02020603050405020304" pitchFamily="18" charset="0"/>
                </a:rPr>
                <a:t>(</a:t>
              </a:r>
              <a:r>
                <a:rPr lang="en-US" altLang="en-US" sz="2400" i="1" dirty="0">
                  <a:solidFill>
                    <a:srgbClr val="000000"/>
                  </a:solidFill>
                  <a:latin typeface="Times New Roman" panose="02020603050405020304" pitchFamily="18" charset="0"/>
                </a:rPr>
                <a:t>t</a:t>
              </a:r>
              <a:r>
                <a:rPr lang="en-US" altLang="en-US" sz="2400" dirty="0">
                  <a:solidFill>
                    <a:srgbClr val="000000"/>
                  </a:solidFill>
                  <a:latin typeface="Times New Roman" panose="02020603050405020304" pitchFamily="18" charset="0"/>
                </a:rPr>
                <a:t>)</a:t>
              </a:r>
              <a:endParaRPr lang="en-US" altLang="en-US" sz="2400" dirty="0">
                <a:solidFill>
                  <a:srgbClr val="000000"/>
                </a:solidFill>
              </a:endParaRPr>
            </a:p>
          </p:txBody>
        </p:sp>
      </p:grpSp>
      <p:grpSp>
        <p:nvGrpSpPr>
          <p:cNvPr id="45" name="Group 22">
            <a:extLst>
              <a:ext uri="{FF2B5EF4-FFF2-40B4-BE49-F238E27FC236}">
                <a16:creationId xmlns:a16="http://schemas.microsoft.com/office/drawing/2014/main" id="{D5377AC8-927A-918B-B515-70B2D50CED53}"/>
              </a:ext>
            </a:extLst>
          </p:cNvPr>
          <p:cNvGrpSpPr/>
          <p:nvPr/>
        </p:nvGrpSpPr>
        <p:grpSpPr>
          <a:xfrm>
            <a:off x="6521365" y="3460626"/>
            <a:ext cx="1814512" cy="1668463"/>
            <a:chOff x="6329363" y="3766461"/>
            <a:chExt cx="1814512" cy="1668463"/>
          </a:xfrm>
        </p:grpSpPr>
        <p:grpSp>
          <p:nvGrpSpPr>
            <p:cNvPr id="46" name="Group 40">
              <a:extLst>
                <a:ext uri="{FF2B5EF4-FFF2-40B4-BE49-F238E27FC236}">
                  <a16:creationId xmlns:a16="http://schemas.microsoft.com/office/drawing/2014/main" id="{2E00848B-B029-A439-3653-7F9FC1D00E68}"/>
                </a:ext>
              </a:extLst>
            </p:cNvPr>
            <p:cNvGrpSpPr>
              <a:grpSpLocks/>
            </p:cNvGrpSpPr>
            <p:nvPr/>
          </p:nvGrpSpPr>
          <p:grpSpPr bwMode="auto">
            <a:xfrm>
              <a:off x="6329363" y="3766461"/>
              <a:ext cx="1814512" cy="1668463"/>
              <a:chOff x="3995" y="2265"/>
              <a:chExt cx="1143" cy="1051"/>
            </a:xfrm>
          </p:grpSpPr>
          <p:sp>
            <p:nvSpPr>
              <p:cNvPr id="48" name="Rectangle 31">
                <a:extLst>
                  <a:ext uri="{FF2B5EF4-FFF2-40B4-BE49-F238E27FC236}">
                    <a16:creationId xmlns:a16="http://schemas.microsoft.com/office/drawing/2014/main" id="{39E0B6BE-9378-B976-E88B-D5DE184DD824}"/>
                  </a:ext>
                </a:extLst>
              </p:cNvPr>
              <p:cNvSpPr>
                <a:spLocks noChangeArrowheads="1"/>
              </p:cNvSpPr>
              <p:nvPr/>
            </p:nvSpPr>
            <p:spPr bwMode="auto">
              <a:xfrm>
                <a:off x="3995" y="2265"/>
                <a:ext cx="1143" cy="1051"/>
              </a:xfrm>
              <a:prstGeom prst="rect">
                <a:avLst/>
              </a:prstGeom>
              <a:solidFill>
                <a:srgbClr val="C0C0C0"/>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49" name="Line 32">
                <a:extLst>
                  <a:ext uri="{FF2B5EF4-FFF2-40B4-BE49-F238E27FC236}">
                    <a16:creationId xmlns:a16="http://schemas.microsoft.com/office/drawing/2014/main" id="{DDA1B188-1FE0-48AB-1934-C7D936F438A3}"/>
                  </a:ext>
                </a:extLst>
              </p:cNvPr>
              <p:cNvSpPr>
                <a:spLocks noChangeShapeType="1"/>
              </p:cNvSpPr>
              <p:nvPr/>
            </p:nvSpPr>
            <p:spPr bwMode="auto">
              <a:xfrm>
                <a:off x="4060" y="3088"/>
                <a:ext cx="101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33">
                <a:extLst>
                  <a:ext uri="{FF2B5EF4-FFF2-40B4-BE49-F238E27FC236}">
                    <a16:creationId xmlns:a16="http://schemas.microsoft.com/office/drawing/2014/main" id="{E0F676DD-1FB8-5699-5333-D51916B1A35D}"/>
                  </a:ext>
                </a:extLst>
              </p:cNvPr>
              <p:cNvSpPr>
                <a:spLocks noChangeShapeType="1"/>
              </p:cNvSpPr>
              <p:nvPr/>
            </p:nvSpPr>
            <p:spPr bwMode="auto">
              <a:xfrm flipV="1">
                <a:off x="4562" y="2398"/>
                <a:ext cx="0" cy="6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Text Box 34">
                <a:extLst>
                  <a:ext uri="{FF2B5EF4-FFF2-40B4-BE49-F238E27FC236}">
                    <a16:creationId xmlns:a16="http://schemas.microsoft.com/office/drawing/2014/main" id="{5A7BDDFC-F523-73D0-8FE2-04476052EDB0}"/>
                  </a:ext>
                </a:extLst>
              </p:cNvPr>
              <p:cNvSpPr txBox="1">
                <a:spLocks noChangeArrowheads="1"/>
              </p:cNvSpPr>
              <p:nvPr/>
            </p:nvSpPr>
            <p:spPr bwMode="auto">
              <a:xfrm>
                <a:off x="4870" y="3064"/>
                <a:ext cx="227" cy="25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i="1" dirty="0">
                    <a:solidFill>
                      <a:srgbClr val="000000"/>
                    </a:solidFill>
                    <a:latin typeface="Times New Roman" panose="02020603050405020304" pitchFamily="18" charset="0"/>
                    <a:sym typeface="Symbol" panose="05050102010706020507" pitchFamily="18" charset="2"/>
                  </a:rPr>
                  <a:t></a:t>
                </a:r>
                <a:endParaRPr lang="en-US" altLang="en-US" sz="2000" i="1" dirty="0">
                  <a:solidFill>
                    <a:srgbClr val="000000"/>
                  </a:solidFill>
                  <a:latin typeface="Times New Roman" panose="02020603050405020304" pitchFamily="18" charset="0"/>
                  <a:cs typeface="Times New Roman" panose="02020603050405020304" pitchFamily="18" charset="0"/>
                </a:endParaRPr>
              </a:p>
            </p:txBody>
          </p:sp>
          <p:grpSp>
            <p:nvGrpSpPr>
              <p:cNvPr id="52" name="Group 35">
                <a:extLst>
                  <a:ext uri="{FF2B5EF4-FFF2-40B4-BE49-F238E27FC236}">
                    <a16:creationId xmlns:a16="http://schemas.microsoft.com/office/drawing/2014/main" id="{BAB20F99-7A46-931A-7F7A-207D9189DF4D}"/>
                  </a:ext>
                </a:extLst>
              </p:cNvPr>
              <p:cNvGrpSpPr>
                <a:grpSpLocks/>
              </p:cNvGrpSpPr>
              <p:nvPr/>
            </p:nvGrpSpPr>
            <p:grpSpPr bwMode="auto">
              <a:xfrm>
                <a:off x="4057" y="2881"/>
                <a:ext cx="1005" cy="184"/>
                <a:chOff x="2520" y="1559"/>
                <a:chExt cx="730" cy="1788"/>
              </a:xfrm>
            </p:grpSpPr>
            <p:sp>
              <p:nvSpPr>
                <p:cNvPr id="53" name="Freeform 36">
                  <a:extLst>
                    <a:ext uri="{FF2B5EF4-FFF2-40B4-BE49-F238E27FC236}">
                      <a16:creationId xmlns:a16="http://schemas.microsoft.com/office/drawing/2014/main" id="{2B3440A2-B64E-3902-4A8A-E4D7ECA8F582}"/>
                    </a:ext>
                  </a:extLst>
                </p:cNvPr>
                <p:cNvSpPr>
                  <a:spLocks/>
                </p:cNvSpPr>
                <p:nvPr/>
              </p:nvSpPr>
              <p:spPr bwMode="auto">
                <a:xfrm>
                  <a:off x="2520" y="1559"/>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00B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Freeform 37">
                  <a:extLst>
                    <a:ext uri="{FF2B5EF4-FFF2-40B4-BE49-F238E27FC236}">
                      <a16:creationId xmlns:a16="http://schemas.microsoft.com/office/drawing/2014/main" id="{5A483B2E-2FDA-8E89-784B-D44A7A1FCA7E}"/>
                    </a:ext>
                  </a:extLst>
                </p:cNvPr>
                <p:cNvSpPr>
                  <a:spLocks/>
                </p:cNvSpPr>
                <p:nvPr/>
              </p:nvSpPr>
              <p:spPr bwMode="auto">
                <a:xfrm flipH="1">
                  <a:off x="2870" y="1559"/>
                  <a:ext cx="380" cy="1788"/>
                </a:xfrm>
                <a:custGeom>
                  <a:avLst/>
                  <a:gdLst>
                    <a:gd name="T0" fmla="*/ 0 w 279"/>
                    <a:gd name="T1" fmla="*/ 2147483646 h 264"/>
                    <a:gd name="T2" fmla="*/ 57133406 w 279"/>
                    <a:gd name="T3" fmla="*/ 2147483646 h 264"/>
                    <a:gd name="T4" fmla="*/ 83169930 w 279"/>
                    <a:gd name="T5" fmla="*/ 2147483646 h 264"/>
                    <a:gd name="T6" fmla="*/ 99809330 w 279"/>
                    <a:gd name="T7" fmla="*/ 2147483646 h 264"/>
                    <a:gd name="T8" fmla="*/ 120755489 w 279"/>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9" h="264">
                      <a:moveTo>
                        <a:pt x="0" y="264"/>
                      </a:moveTo>
                      <a:cubicBezTo>
                        <a:pt x="50" y="263"/>
                        <a:pt x="100" y="263"/>
                        <a:pt x="132" y="234"/>
                      </a:cubicBezTo>
                      <a:cubicBezTo>
                        <a:pt x="164" y="205"/>
                        <a:pt x="176" y="128"/>
                        <a:pt x="192" y="93"/>
                      </a:cubicBezTo>
                      <a:cubicBezTo>
                        <a:pt x="208" y="58"/>
                        <a:pt x="216" y="37"/>
                        <a:pt x="231" y="21"/>
                      </a:cubicBezTo>
                      <a:cubicBezTo>
                        <a:pt x="246" y="5"/>
                        <a:pt x="262" y="2"/>
                        <a:pt x="279" y="0"/>
                      </a:cubicBezTo>
                    </a:path>
                  </a:pathLst>
                </a:custGeom>
                <a:solidFill>
                  <a:srgbClr val="C0C0C0"/>
                </a:solidFill>
                <a:ln w="57150" cmpd="sng">
                  <a:solidFill>
                    <a:srgbClr val="00B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47" name="Rectangle 2">
              <a:extLst>
                <a:ext uri="{FF2B5EF4-FFF2-40B4-BE49-F238E27FC236}">
                  <a16:creationId xmlns:a16="http://schemas.microsoft.com/office/drawing/2014/main" id="{A15AD516-F8B1-3E66-EB3A-C6E0835EB2A5}"/>
                </a:ext>
              </a:extLst>
            </p:cNvPr>
            <p:cNvSpPr>
              <a:spLocks noChangeArrowheads="1"/>
            </p:cNvSpPr>
            <p:nvPr/>
          </p:nvSpPr>
          <p:spPr bwMode="auto">
            <a:xfrm>
              <a:off x="6415088" y="3841074"/>
              <a:ext cx="816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i="1" dirty="0">
                  <a:solidFill>
                    <a:srgbClr val="000000"/>
                  </a:solidFill>
                  <a:latin typeface="Times New Roman" panose="02020603050405020304" pitchFamily="18" charset="0"/>
                </a:rPr>
                <a:t>F</a:t>
              </a:r>
              <a:r>
                <a:rPr lang="en-US" altLang="en-US" sz="2400" dirty="0">
                  <a:solidFill>
                    <a:srgbClr val="000000"/>
                  </a:solidFill>
                  <a:latin typeface="Times New Roman" panose="02020603050405020304" pitchFamily="18" charset="0"/>
                </a:rPr>
                <a:t>(</a:t>
              </a:r>
              <a:r>
                <a:rPr lang="en-US" altLang="en-US" sz="2400" i="1" dirty="0">
                  <a:solidFill>
                    <a:srgbClr val="000000"/>
                  </a:solidFill>
                  <a:latin typeface="Times New Roman" panose="02020603050405020304" pitchFamily="18" charset="0"/>
                  <a:sym typeface="Symbol" panose="05050102010706020507" pitchFamily="18" charset="2"/>
                </a:rPr>
                <a:t></a:t>
              </a:r>
              <a:r>
                <a:rPr lang="en-US" altLang="en-US" sz="2400" dirty="0">
                  <a:solidFill>
                    <a:srgbClr val="000000"/>
                  </a:solidFill>
                  <a:latin typeface="Times New Roman" panose="02020603050405020304" pitchFamily="18" charset="0"/>
                </a:rPr>
                <a:t>)</a:t>
              </a:r>
              <a:endParaRPr lang="en-US" altLang="en-US" sz="2400" dirty="0">
                <a:solidFill>
                  <a:srgbClr val="000000"/>
                </a:solidFill>
              </a:endParaRPr>
            </a:p>
          </p:txBody>
        </p:sp>
      </p:grpSp>
    </p:spTree>
    <p:extLst>
      <p:ext uri="{BB962C8B-B14F-4D97-AF65-F5344CB8AC3E}">
        <p14:creationId xmlns:p14="http://schemas.microsoft.com/office/powerpoint/2010/main" val="293218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800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par>
                                <p:cTn id="8" presetID="10" presetClass="exit" presetSubtype="0" fill="hold" nodeType="withEffect">
                                  <p:stCondLst>
                                    <p:cond delay="18000"/>
                                  </p:stCondLst>
                                  <p:childTnLst>
                                    <p:animEffect transition="out" filter="fade">
                                      <p:cBhvr>
                                        <p:cTn id="9" dur="500"/>
                                        <p:tgtEl>
                                          <p:spTgt spid="45"/>
                                        </p:tgtEl>
                                      </p:cBhvr>
                                    </p:animEffect>
                                    <p:set>
                                      <p:cBhvr>
                                        <p:cTn id="10" dur="1" fill="hold">
                                          <p:stCondLst>
                                            <p:cond delay="499"/>
                                          </p:stCondLst>
                                        </p:cTn>
                                        <p:tgtEl>
                                          <p:spTgt spid="45"/>
                                        </p:tgtEl>
                                        <p:attrNameLst>
                                          <p:attrName>style.visibility</p:attrName>
                                        </p:attrNameLst>
                                      </p:cBhvr>
                                      <p:to>
                                        <p:strVal val="hidden"/>
                                      </p:to>
                                    </p:set>
                                  </p:childTnLst>
                                </p:cTn>
                              </p:par>
                              <p:par>
                                <p:cTn id="11" presetID="10" presetClass="entr" presetSubtype="0" fill="hold" grpId="0" nodeType="withEffect">
                                  <p:stCondLst>
                                    <p:cond delay="160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250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270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3500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par>
                                <p:cTn id="23" presetID="10" presetClass="entr" presetSubtype="0" fill="hold" grpId="0" nodeType="withEffect">
                                  <p:stCondLst>
                                    <p:cond delay="3900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nodeType="withEffect">
                                  <p:stCondLst>
                                    <p:cond delay="4000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grpId="0" nodeType="withEffect">
                                  <p:stCondLst>
                                    <p:cond delay="4850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9" grpId="0"/>
      <p:bldP spid="31" grpId="0"/>
      <p:bldP spid="3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series and Fourier transform</a:t>
            </a:r>
          </a:p>
        </p:txBody>
      </p:sp>
      <p:pic>
        <p:nvPicPr>
          <p:cNvPr id="3" name="图片 2">
            <a:extLst>
              <a:ext uri="{FF2B5EF4-FFF2-40B4-BE49-F238E27FC236}">
                <a16:creationId xmlns:a16="http://schemas.microsoft.com/office/drawing/2014/main" id="{975DF0FE-3B18-E924-4B7C-DB05E6A8200C}"/>
              </a:ext>
            </a:extLst>
          </p:cNvPr>
          <p:cNvPicPr>
            <a:picLocks noChangeAspect="1"/>
          </p:cNvPicPr>
          <p:nvPr/>
        </p:nvPicPr>
        <p:blipFill>
          <a:blip r:embed="rId3"/>
          <a:stretch>
            <a:fillRect/>
          </a:stretch>
        </p:blipFill>
        <p:spPr>
          <a:xfrm>
            <a:off x="911749" y="1531806"/>
            <a:ext cx="7472898" cy="4636327"/>
          </a:xfrm>
          <a:prstGeom prst="rect">
            <a:avLst/>
          </a:prstGeom>
        </p:spPr>
      </p:pic>
      <p:sp>
        <p:nvSpPr>
          <p:cNvPr id="6" name="文本框 5">
            <a:extLst>
              <a:ext uri="{FF2B5EF4-FFF2-40B4-BE49-F238E27FC236}">
                <a16:creationId xmlns:a16="http://schemas.microsoft.com/office/drawing/2014/main" id="{8A624DEF-AD97-3374-74B1-49A3F30EBBCB}"/>
              </a:ext>
            </a:extLst>
          </p:cNvPr>
          <p:cNvSpPr txBox="1"/>
          <p:nvPr/>
        </p:nvSpPr>
        <p:spPr>
          <a:xfrm>
            <a:off x="480596" y="756404"/>
            <a:ext cx="8335203" cy="646331"/>
          </a:xfrm>
          <a:prstGeom prst="rect">
            <a:avLst/>
          </a:prstGeom>
          <a:noFill/>
        </p:spPr>
        <p:txBody>
          <a:bodyPr wrap="square">
            <a:spAutoFit/>
          </a:bodyPr>
          <a:lstStyle/>
          <a:p>
            <a:r>
              <a:rPr lang="en-US" altLang="zh-CN" dirty="0"/>
              <a:t>Fourier series for periodic functions, and Fourier transform for functions that are not periodic. The Fourier transform is a generalization of Fourier series.</a:t>
            </a:r>
          </a:p>
        </p:txBody>
      </p:sp>
    </p:spTree>
    <p:extLst>
      <p:ext uri="{BB962C8B-B14F-4D97-AF65-F5344CB8AC3E}">
        <p14:creationId xmlns:p14="http://schemas.microsoft.com/office/powerpoint/2010/main" val="16540925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39">
            <a:extLst>
              <a:ext uri="{FF2B5EF4-FFF2-40B4-BE49-F238E27FC236}">
                <a16:creationId xmlns:a16="http://schemas.microsoft.com/office/drawing/2014/main" id="{B895245E-19C3-47B7-BE92-B3D8EF742ABC}"/>
              </a:ext>
            </a:extLst>
          </p:cNvPr>
          <p:cNvSpPr txBox="1"/>
          <p:nvPr/>
        </p:nvSpPr>
        <p:spPr>
          <a:xfrm>
            <a:off x="7365106" y="4071368"/>
            <a:ext cx="1677731" cy="990143"/>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双缝干涉条纹交叠，而光栅的干涉图案是分立的点或线</a:t>
            </a:r>
            <a:endParaRPr lang="en-US" sz="1350" b="1" dirty="0"/>
          </a:p>
        </p:txBody>
      </p:sp>
      <p:sp>
        <p:nvSpPr>
          <p:cNvPr id="9" name="文本框 8">
            <a:extLst>
              <a:ext uri="{FF2B5EF4-FFF2-40B4-BE49-F238E27FC236}">
                <a16:creationId xmlns:a16="http://schemas.microsoft.com/office/drawing/2014/main" id="{E7A2B173-A433-4FAB-B5BD-84EF9E86BFE5}"/>
              </a:ext>
            </a:extLst>
          </p:cNvPr>
          <p:cNvSpPr txBox="1"/>
          <p:nvPr/>
        </p:nvSpPr>
        <p:spPr>
          <a:xfrm>
            <a:off x="528033" y="4399891"/>
            <a:ext cx="4211326" cy="1302151"/>
          </a:xfrm>
          <a:prstGeom prst="rect">
            <a:avLst/>
          </a:prstGeom>
          <a:noFill/>
        </p:spPr>
        <p:txBody>
          <a:bodyPr wrap="square">
            <a:spAutoFit/>
          </a:bodyPr>
          <a:lstStyle/>
          <a:p>
            <a:pPr>
              <a:lnSpc>
                <a:spcPct val="150000"/>
              </a:lnSpc>
            </a:pPr>
            <a:r>
              <a:rPr lang="en-US" altLang="zh-CN" sz="1350" dirty="0">
                <a:latin typeface="微软雅黑" panose="020B0503020204020204" pitchFamily="34" charset="-122"/>
                <a:ea typeface="微软雅黑" panose="020B0503020204020204" pitchFamily="34" charset="-122"/>
                <a:cs typeface="Arial" panose="020B0604020202020204" pitchFamily="34" charset="0"/>
              </a:rPr>
              <a:t>With the assumption that x &gt;&gt; d, we can write the condition for constructive interference as:</a:t>
            </a:r>
          </a:p>
          <a:p>
            <a:pPr algn="ctr">
              <a:lnSpc>
                <a:spcPct val="150000"/>
              </a:lnSpc>
            </a:pPr>
            <a:r>
              <a:rPr lang="en-US" altLang="zh-CN" sz="1350" b="1" i="1" dirty="0">
                <a:latin typeface="微软雅黑" panose="020B0503020204020204" pitchFamily="34" charset="-122"/>
                <a:ea typeface="微软雅黑" panose="020B0503020204020204" pitchFamily="34" charset="-122"/>
                <a:cs typeface="Arial" panose="020B0604020202020204" pitchFamily="34" charset="0"/>
              </a:rPr>
              <a:t>m λ ≃ d sin θ   </a:t>
            </a:r>
          </a:p>
          <a:p>
            <a:pPr>
              <a:lnSpc>
                <a:spcPct val="150000"/>
              </a:lnSpc>
            </a:pPr>
            <a:r>
              <a:rPr lang="en-US" altLang="zh-CN" sz="1350" dirty="0">
                <a:latin typeface="微软雅黑" panose="020B0503020204020204" pitchFamily="34" charset="-122"/>
                <a:ea typeface="微软雅黑" panose="020B0503020204020204" pitchFamily="34" charset="-122"/>
                <a:cs typeface="Arial" panose="020B0604020202020204" pitchFamily="34" charset="0"/>
              </a:rPr>
              <a:t>where m = 0 (θ = 0), 1</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θ</a:t>
            </a:r>
            <a:r>
              <a:rPr lang="en-US" altLang="zh-CN" sz="1350" baseline="-25000" dirty="0">
                <a:latin typeface="微软雅黑" panose="020B0503020204020204" pitchFamily="34" charset="-122"/>
                <a:ea typeface="微软雅黑" panose="020B0503020204020204" pitchFamily="34" charset="-122"/>
                <a:cs typeface="Arial" panose="020B0604020202020204" pitchFamily="34" charset="0"/>
              </a:rPr>
              <a:t>1</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 2</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θ</a:t>
            </a:r>
            <a:r>
              <a:rPr lang="en-US" altLang="zh-CN" sz="1350" baseline="-25000" dirty="0">
                <a:latin typeface="微软雅黑" panose="020B0503020204020204" pitchFamily="34" charset="-122"/>
                <a:ea typeface="微软雅黑" panose="020B0503020204020204" pitchFamily="34" charset="-122"/>
                <a:cs typeface="Arial" panose="020B0604020202020204" pitchFamily="34" charset="0"/>
              </a:rPr>
              <a:t>2</a:t>
            </a:r>
            <a:r>
              <a:rPr lang="zh-CN" altLang="en-US" sz="1350" dirty="0">
                <a:latin typeface="微软雅黑" panose="020B0503020204020204" pitchFamily="34" charset="-122"/>
                <a:ea typeface="微软雅黑" panose="020B0503020204020204" pitchFamily="34" charset="-122"/>
                <a:cs typeface="Arial" panose="020B0604020202020204" pitchFamily="34" charset="0"/>
              </a:rPr>
              <a:t>）</a:t>
            </a:r>
            <a:r>
              <a:rPr lang="en-US" altLang="zh-CN" sz="1350" dirty="0">
                <a:latin typeface="微软雅黑" panose="020B0503020204020204" pitchFamily="34" charset="-122"/>
                <a:ea typeface="微软雅黑" panose="020B0503020204020204" pitchFamily="34" charset="-122"/>
                <a:cs typeface="Arial" panose="020B0604020202020204" pitchFamily="34" charset="0"/>
              </a:rPr>
              <a:t>,.....</a:t>
            </a:r>
            <a:endParaRPr lang="zh-CN" altLang="en-US" sz="1350" b="1"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04505EBF-84EE-4F9F-86CB-AE430C101289}"/>
              </a:ext>
            </a:extLst>
          </p:cNvPr>
          <p:cNvPicPr>
            <a:picLocks noChangeAspect="1"/>
          </p:cNvPicPr>
          <p:nvPr/>
        </p:nvPicPr>
        <p:blipFill rotWithShape="1">
          <a:blip r:embed="rId3">
            <a:extLst>
              <a:ext uri="{28A0092B-C50C-407E-A947-70E740481C1C}">
                <a14:useLocalDpi xmlns:a14="http://schemas.microsoft.com/office/drawing/2010/main" val="0"/>
              </a:ext>
            </a:extLst>
          </a:blip>
          <a:srcRect t="8065" r="24004"/>
          <a:stretch/>
        </p:blipFill>
        <p:spPr>
          <a:xfrm>
            <a:off x="4739359" y="1375129"/>
            <a:ext cx="2565669" cy="1848072"/>
          </a:xfrm>
          <a:prstGeom prst="rect">
            <a:avLst/>
          </a:prstGeom>
        </p:spPr>
      </p:pic>
      <p:sp>
        <p:nvSpPr>
          <p:cNvPr id="6" name="矩形 5">
            <a:extLst>
              <a:ext uri="{FF2B5EF4-FFF2-40B4-BE49-F238E27FC236}">
                <a16:creationId xmlns:a16="http://schemas.microsoft.com/office/drawing/2014/main" id="{C78C96EB-1670-499B-9AEC-91AF86DE543E}"/>
              </a:ext>
            </a:extLst>
          </p:cNvPr>
          <p:cNvSpPr/>
          <p:nvPr/>
        </p:nvSpPr>
        <p:spPr>
          <a:xfrm>
            <a:off x="1444034" y="1337414"/>
            <a:ext cx="1852943" cy="300082"/>
          </a:xfrm>
          <a:prstGeom prst="rect">
            <a:avLst/>
          </a:prstGeom>
        </p:spPr>
        <p:txBody>
          <a:bodyPr wrap="none">
            <a:spAutoFit/>
          </a:bodyPr>
          <a:lstStyle/>
          <a:p>
            <a:r>
              <a:rPr lang="en-US" altLang="zh-CN" sz="1350" dirty="0">
                <a:latin typeface="CMR10"/>
              </a:rPr>
              <a:t>Double-slit interference</a:t>
            </a:r>
            <a:endParaRPr lang="zh-CN" altLang="en-US" sz="1350" dirty="0"/>
          </a:p>
        </p:txBody>
      </p:sp>
      <p:sp>
        <p:nvSpPr>
          <p:cNvPr id="16" name="标题 2">
            <a:extLst>
              <a:ext uri="{FF2B5EF4-FFF2-40B4-BE49-F238E27FC236}">
                <a16:creationId xmlns:a16="http://schemas.microsoft.com/office/drawing/2014/main" id="{FFC47EC8-BEB3-409F-9B25-17AB46A61578}"/>
              </a:ext>
            </a:extLst>
          </p:cNvPr>
          <p:cNvSpPr txBox="1">
            <a:spLocks noChangeArrowheads="1"/>
          </p:cNvSpPr>
          <p:nvPr/>
        </p:nvSpPr>
        <p:spPr bwMode="auto">
          <a:xfrm>
            <a:off x="1143000" y="903551"/>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2.1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色散型光谱仪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基本原理</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8" name="Picture 2" descr="diffraction | fizzics">
            <a:extLst>
              <a:ext uri="{FF2B5EF4-FFF2-40B4-BE49-F238E27FC236}">
                <a16:creationId xmlns:a16="http://schemas.microsoft.com/office/drawing/2014/main" id="{77E07E49-8989-467B-95C8-B2C736716E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131" b="56538"/>
          <a:stretch/>
        </p:blipFill>
        <p:spPr bwMode="auto">
          <a:xfrm rot="16200000">
            <a:off x="7318676" y="2542929"/>
            <a:ext cx="2010203" cy="487787"/>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8625FAF2-6F60-496B-A2A1-E922351EBE52}"/>
              </a:ext>
            </a:extLst>
          </p:cNvPr>
          <p:cNvPicPr>
            <a:picLocks noChangeAspect="1"/>
          </p:cNvPicPr>
          <p:nvPr/>
        </p:nvPicPr>
        <p:blipFill rotWithShape="1">
          <a:blip r:embed="rId5">
            <a:extLst>
              <a:ext uri="{28A0092B-C50C-407E-A947-70E740481C1C}">
                <a14:useLocalDpi xmlns:a14="http://schemas.microsoft.com/office/drawing/2010/main" val="0"/>
              </a:ext>
            </a:extLst>
          </a:blip>
          <a:srcRect r="17493" b="1872"/>
          <a:stretch/>
        </p:blipFill>
        <p:spPr>
          <a:xfrm>
            <a:off x="528033" y="1614414"/>
            <a:ext cx="3621963" cy="2785477"/>
          </a:xfrm>
          <a:prstGeom prst="rect">
            <a:avLst/>
          </a:prstGeom>
        </p:spPr>
      </p:pic>
      <p:pic>
        <p:nvPicPr>
          <p:cNvPr id="19" name="图片 18">
            <a:extLst>
              <a:ext uri="{FF2B5EF4-FFF2-40B4-BE49-F238E27FC236}">
                <a16:creationId xmlns:a16="http://schemas.microsoft.com/office/drawing/2014/main" id="{52CEF717-EAF9-4D48-855B-4B5E5DEFAA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94005" y="3263353"/>
            <a:ext cx="2015417" cy="1848071"/>
          </a:xfrm>
          <a:prstGeom prst="rect">
            <a:avLst/>
          </a:prstGeom>
        </p:spPr>
      </p:pic>
      <p:sp>
        <p:nvSpPr>
          <p:cNvPr id="22" name="Rectangle 17">
            <a:extLst>
              <a:ext uri="{FF2B5EF4-FFF2-40B4-BE49-F238E27FC236}">
                <a16:creationId xmlns:a16="http://schemas.microsoft.com/office/drawing/2014/main" id="{2EC42A10-D7D8-423D-88B9-B2B95724A3D2}"/>
              </a:ext>
            </a:extLst>
          </p:cNvPr>
          <p:cNvSpPr/>
          <p:nvPr/>
        </p:nvSpPr>
        <p:spPr>
          <a:xfrm>
            <a:off x="6288110" y="1375129"/>
            <a:ext cx="927279" cy="3447204"/>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GB" altLang="zh-CN" sz="1350">
              <a:solidFill>
                <a:srgbClr val="FFFFFF"/>
              </a:solidFill>
              <a:ea typeface="宋体" panose="02010600030101010101" pitchFamily="2" charset="-122"/>
            </a:endParaRPr>
          </a:p>
        </p:txBody>
      </p:sp>
      <p:sp>
        <p:nvSpPr>
          <p:cNvPr id="20" name="矩形 19">
            <a:extLst>
              <a:ext uri="{FF2B5EF4-FFF2-40B4-BE49-F238E27FC236}">
                <a16:creationId xmlns:a16="http://schemas.microsoft.com/office/drawing/2014/main" id="{FFE5BDDB-4F37-478C-9082-D7B8AD4BF306}"/>
              </a:ext>
            </a:extLst>
          </p:cNvPr>
          <p:cNvSpPr/>
          <p:nvPr/>
        </p:nvSpPr>
        <p:spPr>
          <a:xfrm>
            <a:off x="1709560" y="3263353"/>
            <a:ext cx="271228" cy="300082"/>
          </a:xfrm>
          <a:prstGeom prst="rect">
            <a:avLst/>
          </a:prstGeom>
        </p:spPr>
        <p:txBody>
          <a:bodyPr wrap="none">
            <a:spAutoFit/>
          </a:bodyPr>
          <a:lstStyle/>
          <a:p>
            <a:r>
              <a:rPr lang="el-GR" altLang="zh-CN" sz="1350" dirty="0"/>
              <a:t>λ</a:t>
            </a:r>
            <a:endParaRPr lang="zh-CN" altLang="en-US" sz="1350" dirty="0"/>
          </a:p>
        </p:txBody>
      </p:sp>
      <p:sp>
        <p:nvSpPr>
          <p:cNvPr id="2" name="标题 2">
            <a:extLst>
              <a:ext uri="{FF2B5EF4-FFF2-40B4-BE49-F238E27FC236}">
                <a16:creationId xmlns:a16="http://schemas.microsoft.com/office/drawing/2014/main" id="{58D3A650-F3EA-2924-AD30-82DFEAF4517C}"/>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spTree>
    <p:extLst>
      <p:ext uri="{BB962C8B-B14F-4D97-AF65-F5344CB8AC3E}">
        <p14:creationId xmlns:p14="http://schemas.microsoft.com/office/powerpoint/2010/main" val="2988759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8A7F70E-AB80-4D40-8A6B-2C39ABD87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490" y="1793785"/>
            <a:ext cx="5032661" cy="2874001"/>
          </a:xfrm>
          <a:prstGeom prst="rect">
            <a:avLst/>
          </a:prstGeom>
        </p:spPr>
      </p:pic>
      <p:sp>
        <p:nvSpPr>
          <p:cNvPr id="15" name="标题 2">
            <a:extLst>
              <a:ext uri="{FF2B5EF4-FFF2-40B4-BE49-F238E27FC236}">
                <a16:creationId xmlns:a16="http://schemas.microsoft.com/office/drawing/2014/main" id="{D4C09F8C-6738-4EC8-9E52-A0E0DDF77CA0}"/>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2.1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色散型光谱仪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基本原理</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6" name="图片 15">
            <a:extLst>
              <a:ext uri="{FF2B5EF4-FFF2-40B4-BE49-F238E27FC236}">
                <a16:creationId xmlns:a16="http://schemas.microsoft.com/office/drawing/2014/main" id="{F98706EA-3556-4AA8-93F9-E80C76107D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4525" y="1403974"/>
            <a:ext cx="3419475" cy="3490913"/>
          </a:xfrm>
          <a:prstGeom prst="rect">
            <a:avLst/>
          </a:prstGeom>
        </p:spPr>
      </p:pic>
      <p:sp>
        <p:nvSpPr>
          <p:cNvPr id="2" name="标题 2">
            <a:extLst>
              <a:ext uri="{FF2B5EF4-FFF2-40B4-BE49-F238E27FC236}">
                <a16:creationId xmlns:a16="http://schemas.microsoft.com/office/drawing/2014/main" id="{3F3F1CFF-F0C2-4E81-F07E-32B1AEB8F793}"/>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spTree>
    <p:extLst>
      <p:ext uri="{BB962C8B-B14F-4D97-AF65-F5344CB8AC3E}">
        <p14:creationId xmlns:p14="http://schemas.microsoft.com/office/powerpoint/2010/main" val="32851463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39">
            <a:extLst>
              <a:ext uri="{FF2B5EF4-FFF2-40B4-BE49-F238E27FC236}">
                <a16:creationId xmlns:a16="http://schemas.microsoft.com/office/drawing/2014/main" id="{BA4693C9-629A-4CC2-A5DC-45416F5EA07A}"/>
              </a:ext>
            </a:extLst>
          </p:cNvPr>
          <p:cNvSpPr txBox="1"/>
          <p:nvPr/>
        </p:nvSpPr>
        <p:spPr>
          <a:xfrm>
            <a:off x="5366739" y="4831558"/>
            <a:ext cx="3587297" cy="678519"/>
          </a:xfrm>
          <a:prstGeom prst="rect">
            <a:avLst/>
          </a:prstGeom>
          <a:noFill/>
        </p:spPr>
        <p:txBody>
          <a:bodyPr wrap="square">
            <a:spAutoFit/>
          </a:bodyPr>
          <a:lstStyle/>
          <a:p>
            <a:pPr>
              <a:lnSpc>
                <a:spcPct val="150000"/>
              </a:lnSpc>
            </a:pP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光谱分辨率判断标准</a:t>
            </a:r>
            <a:r>
              <a:rPr lang="en-US" altLang="zh-CN" sz="1350" b="1" dirty="0">
                <a:latin typeface="微软雅黑" panose="020B0503020204020204" pitchFamily="34" charset="-122"/>
                <a:ea typeface="微软雅黑" panose="020B0503020204020204" pitchFamily="34" charset="-122"/>
                <a:cs typeface="Arial" panose="020B0604020202020204" pitchFamily="34" charset="0"/>
              </a:rPr>
              <a:t>-Rayleigh Criterion</a:t>
            </a:r>
            <a:r>
              <a:rPr lang="zh-CN" altLang="en-US" sz="1350" b="1" dirty="0">
                <a:latin typeface="微软雅黑" panose="020B0503020204020204" pitchFamily="34" charset="-122"/>
                <a:ea typeface="微软雅黑" panose="020B0503020204020204" pitchFamily="34" charset="-122"/>
                <a:cs typeface="Arial" panose="020B0604020202020204" pitchFamily="34" charset="0"/>
              </a:rPr>
              <a:t>：两个峰间距等于其中一个峰的半高全宽</a:t>
            </a:r>
            <a:endParaRPr lang="en-US" sz="1350" b="1" dirty="0"/>
          </a:p>
        </p:txBody>
      </p:sp>
      <p:pic>
        <p:nvPicPr>
          <p:cNvPr id="6146" name="Picture 2" descr="PDF] Lateral and axial resolution criteria in incoherent and coherent  optics and holography, near- and far-field regimes. | Semantic Scholar">
            <a:extLst>
              <a:ext uri="{FF2B5EF4-FFF2-40B4-BE49-F238E27FC236}">
                <a16:creationId xmlns:a16="http://schemas.microsoft.com/office/drawing/2014/main" id="{76F1EF4C-B7CF-45E7-8A82-B3F6E0F6E3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37"/>
          <a:stretch/>
        </p:blipFill>
        <p:spPr bwMode="auto">
          <a:xfrm>
            <a:off x="5130073" y="3358362"/>
            <a:ext cx="3587297" cy="14731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Generalized Rayleigh criterion for signal resolution on coherent Doppler  wind measurements">
            <a:extLst>
              <a:ext uri="{FF2B5EF4-FFF2-40B4-BE49-F238E27FC236}">
                <a16:creationId xmlns:a16="http://schemas.microsoft.com/office/drawing/2014/main" id="{FA2E6574-1F45-4581-A041-DA827C221A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4505" y="1367128"/>
            <a:ext cx="2602688" cy="1852325"/>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2">
            <a:extLst>
              <a:ext uri="{FF2B5EF4-FFF2-40B4-BE49-F238E27FC236}">
                <a16:creationId xmlns:a16="http://schemas.microsoft.com/office/drawing/2014/main" id="{EF6E1785-F8A6-4F23-B771-2ECF4635494C}"/>
              </a:ext>
            </a:extLst>
          </p:cNvPr>
          <p:cNvSpPr txBox="1">
            <a:spLocks noChangeArrowheads="1"/>
          </p:cNvSpPr>
          <p:nvPr/>
        </p:nvSpPr>
        <p:spPr bwMode="auto">
          <a:xfrm>
            <a:off x="1143000" y="913210"/>
            <a:ext cx="6858000" cy="329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defTabSz="685800">
              <a:lnSpc>
                <a:spcPct val="90000"/>
              </a:lnSpc>
            </a:pP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2.1 </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色散型光谱仪</a:t>
            </a:r>
            <a:r>
              <a:rPr lang="en-US"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基本原理</a:t>
            </a:r>
            <a:endParaRPr lang="en-GB" altLang="zh-CN"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 name="Picture 6" descr="http://hyperphysics.phy-astr.gsu.edu/hbase/phyopt/imgpho/gres6.png">
            <a:extLst>
              <a:ext uri="{FF2B5EF4-FFF2-40B4-BE49-F238E27FC236}">
                <a16:creationId xmlns:a16="http://schemas.microsoft.com/office/drawing/2014/main" id="{9A200878-7A40-4137-BD39-E546C3654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9462" y="1227207"/>
            <a:ext cx="3245329" cy="3856127"/>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F360B28F-61AE-4447-B68D-1D963A9E1F43}"/>
              </a:ext>
            </a:extLst>
          </p:cNvPr>
          <p:cNvSpPr/>
          <p:nvPr/>
        </p:nvSpPr>
        <p:spPr>
          <a:xfrm>
            <a:off x="585637" y="5143415"/>
            <a:ext cx="4032083" cy="507831"/>
          </a:xfrm>
          <a:prstGeom prst="rect">
            <a:avLst/>
          </a:prstGeom>
        </p:spPr>
        <p:txBody>
          <a:bodyPr wrap="square">
            <a:spAutoFit/>
          </a:bodyPr>
          <a:lstStyle/>
          <a:p>
            <a:r>
              <a:rPr lang="en-US" altLang="zh-CN" sz="1350" dirty="0"/>
              <a:t>where N(</a:t>
            </a:r>
            <a:r>
              <a:rPr lang="zh-CN" altLang="en-US" sz="1350" dirty="0"/>
              <a:t>每毫米刻线数</a:t>
            </a:r>
            <a:r>
              <a:rPr lang="en-US" altLang="zh-CN" sz="1350" dirty="0"/>
              <a:t>) is the total number of slits illuminated and m is the order of the diffraction.</a:t>
            </a:r>
            <a:endParaRPr lang="zh-CN" altLang="en-US" sz="1350" dirty="0"/>
          </a:p>
        </p:txBody>
      </p:sp>
      <p:sp>
        <p:nvSpPr>
          <p:cNvPr id="2" name="标题 2">
            <a:extLst>
              <a:ext uri="{FF2B5EF4-FFF2-40B4-BE49-F238E27FC236}">
                <a16:creationId xmlns:a16="http://schemas.microsoft.com/office/drawing/2014/main" id="{20EE31EA-57D8-92C9-8DAC-AFD463E79B9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spTree>
    <p:extLst>
      <p:ext uri="{BB962C8B-B14F-4D97-AF65-F5344CB8AC3E}">
        <p14:creationId xmlns:p14="http://schemas.microsoft.com/office/powerpoint/2010/main" val="4121390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 </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数学描述</a:t>
            </a: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2" name="图片 11">
            <a:extLst>
              <a:ext uri="{FF2B5EF4-FFF2-40B4-BE49-F238E27FC236}">
                <a16:creationId xmlns:a16="http://schemas.microsoft.com/office/drawing/2014/main" id="{1F3D17EF-34EF-076A-ABFD-9BBE4306C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3071" y="3053987"/>
            <a:ext cx="2095500" cy="2095500"/>
          </a:xfrm>
          <a:prstGeom prst="rect">
            <a:avLst/>
          </a:prstGeom>
        </p:spPr>
      </p:pic>
      <p:sp>
        <p:nvSpPr>
          <p:cNvPr id="14" name="文本框 13">
            <a:extLst>
              <a:ext uri="{FF2B5EF4-FFF2-40B4-BE49-F238E27FC236}">
                <a16:creationId xmlns:a16="http://schemas.microsoft.com/office/drawing/2014/main" id="{A4B7A7F6-FCB2-C9C9-F066-39CF940BBD47}"/>
              </a:ext>
            </a:extLst>
          </p:cNvPr>
          <p:cNvSpPr txBox="1"/>
          <p:nvPr/>
        </p:nvSpPr>
        <p:spPr>
          <a:xfrm>
            <a:off x="395151" y="607066"/>
            <a:ext cx="8353698" cy="1477328"/>
          </a:xfrm>
          <a:prstGeom prst="rect">
            <a:avLst/>
          </a:prstGeom>
          <a:noFill/>
        </p:spPr>
        <p:txBody>
          <a:bodyPr wrap="square">
            <a:spAutoFit/>
          </a:bodyPr>
          <a:lstStyle/>
          <a:p>
            <a:pPr algn="just"/>
            <a:r>
              <a:rPr lang="en-US" altLang="zh-CN" dirty="0"/>
              <a:t>The Huygens–Fresnel principle (named after Dutch physicist Christiaan Huygens and French physicist Augustin-Jean Fresnel) states that every point on a wavefront is itself the source of spherical wavelets, and the secondary wavelets emanating from different points mutually interfere. The sum of these spherical wavelets forms a new wavefront.</a:t>
            </a:r>
            <a:endParaRPr lang="zh-CN" altLang="en-US" dirty="0"/>
          </a:p>
        </p:txBody>
      </p:sp>
      <p:pic>
        <p:nvPicPr>
          <p:cNvPr id="16" name="图片 15">
            <a:extLst>
              <a:ext uri="{FF2B5EF4-FFF2-40B4-BE49-F238E27FC236}">
                <a16:creationId xmlns:a16="http://schemas.microsoft.com/office/drawing/2014/main" id="{054C5FBD-E72A-BCB3-533C-F097080B5A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5825" y="3053988"/>
            <a:ext cx="2095499" cy="2095499"/>
          </a:xfrm>
          <a:prstGeom prst="rect">
            <a:avLst/>
          </a:prstGeom>
        </p:spPr>
      </p:pic>
      <p:pic>
        <p:nvPicPr>
          <p:cNvPr id="17" name="图片 16">
            <a:extLst>
              <a:ext uri="{FF2B5EF4-FFF2-40B4-BE49-F238E27FC236}">
                <a16:creationId xmlns:a16="http://schemas.microsoft.com/office/drawing/2014/main" id="{27B062CE-D5B1-51C7-37D8-58349C42E0F8}"/>
              </a:ext>
            </a:extLst>
          </p:cNvPr>
          <p:cNvPicPr>
            <a:picLocks noChangeAspect="1"/>
          </p:cNvPicPr>
          <p:nvPr/>
        </p:nvPicPr>
        <p:blipFill>
          <a:blip r:embed="rId5"/>
          <a:stretch>
            <a:fillRect/>
          </a:stretch>
        </p:blipFill>
        <p:spPr>
          <a:xfrm>
            <a:off x="509587" y="2463437"/>
            <a:ext cx="3095625" cy="3276600"/>
          </a:xfrm>
          <a:prstGeom prst="rect">
            <a:avLst/>
          </a:prstGeom>
        </p:spPr>
      </p:pic>
    </p:spTree>
    <p:extLst>
      <p:ext uri="{BB962C8B-B14F-4D97-AF65-F5344CB8AC3E}">
        <p14:creationId xmlns:p14="http://schemas.microsoft.com/office/powerpoint/2010/main" val="20300321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 </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数学描述</a:t>
            </a: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 name="图片 6">
            <a:extLst>
              <a:ext uri="{FF2B5EF4-FFF2-40B4-BE49-F238E27FC236}">
                <a16:creationId xmlns:a16="http://schemas.microsoft.com/office/drawing/2014/main" id="{C2E9333E-F9E8-2434-654A-B24BE01A8D59}"/>
              </a:ext>
            </a:extLst>
          </p:cNvPr>
          <p:cNvPicPr>
            <a:picLocks noChangeAspect="1"/>
          </p:cNvPicPr>
          <p:nvPr/>
        </p:nvPicPr>
        <p:blipFill>
          <a:blip r:embed="rId3"/>
          <a:stretch>
            <a:fillRect/>
          </a:stretch>
        </p:blipFill>
        <p:spPr>
          <a:xfrm>
            <a:off x="1724957" y="739502"/>
            <a:ext cx="6025778" cy="2348412"/>
          </a:xfrm>
          <a:prstGeom prst="rect">
            <a:avLst/>
          </a:prstGeom>
        </p:spPr>
      </p:pic>
      <p:pic>
        <p:nvPicPr>
          <p:cNvPr id="9" name="图片 8">
            <a:extLst>
              <a:ext uri="{FF2B5EF4-FFF2-40B4-BE49-F238E27FC236}">
                <a16:creationId xmlns:a16="http://schemas.microsoft.com/office/drawing/2014/main" id="{EFC284BC-233B-99CF-B5A0-AB716DFD472A}"/>
              </a:ext>
            </a:extLst>
          </p:cNvPr>
          <p:cNvPicPr>
            <a:picLocks noChangeAspect="1"/>
          </p:cNvPicPr>
          <p:nvPr/>
        </p:nvPicPr>
        <p:blipFill>
          <a:blip r:embed="rId4"/>
          <a:stretch>
            <a:fillRect/>
          </a:stretch>
        </p:blipFill>
        <p:spPr>
          <a:xfrm>
            <a:off x="570679" y="3770087"/>
            <a:ext cx="8002642" cy="2220686"/>
          </a:xfrm>
          <a:prstGeom prst="rect">
            <a:avLst/>
          </a:prstGeom>
        </p:spPr>
      </p:pic>
    </p:spTree>
    <p:extLst>
      <p:ext uri="{BB962C8B-B14F-4D97-AF65-F5344CB8AC3E}">
        <p14:creationId xmlns:p14="http://schemas.microsoft.com/office/powerpoint/2010/main" val="2029790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 </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数学描述</a:t>
            </a:r>
            <a:endPar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 name="图片 6">
            <a:extLst>
              <a:ext uri="{FF2B5EF4-FFF2-40B4-BE49-F238E27FC236}">
                <a16:creationId xmlns:a16="http://schemas.microsoft.com/office/drawing/2014/main" id="{C2E9333E-F9E8-2434-654A-B24BE01A8D59}"/>
              </a:ext>
            </a:extLst>
          </p:cNvPr>
          <p:cNvPicPr>
            <a:picLocks noChangeAspect="1"/>
          </p:cNvPicPr>
          <p:nvPr/>
        </p:nvPicPr>
        <p:blipFill>
          <a:blip r:embed="rId3"/>
          <a:stretch>
            <a:fillRect/>
          </a:stretch>
        </p:blipFill>
        <p:spPr>
          <a:xfrm>
            <a:off x="1724957" y="739502"/>
            <a:ext cx="6025778" cy="2348412"/>
          </a:xfrm>
          <a:prstGeom prst="rect">
            <a:avLst/>
          </a:prstGeom>
        </p:spPr>
      </p:pic>
      <p:pic>
        <p:nvPicPr>
          <p:cNvPr id="3" name="图片 2">
            <a:extLst>
              <a:ext uri="{FF2B5EF4-FFF2-40B4-BE49-F238E27FC236}">
                <a16:creationId xmlns:a16="http://schemas.microsoft.com/office/drawing/2014/main" id="{6052EBCC-9213-7310-1AE6-7E23B911F1FB}"/>
              </a:ext>
            </a:extLst>
          </p:cNvPr>
          <p:cNvPicPr>
            <a:picLocks noChangeAspect="1"/>
          </p:cNvPicPr>
          <p:nvPr/>
        </p:nvPicPr>
        <p:blipFill>
          <a:blip r:embed="rId4"/>
          <a:stretch>
            <a:fillRect/>
          </a:stretch>
        </p:blipFill>
        <p:spPr>
          <a:xfrm>
            <a:off x="752025" y="3436984"/>
            <a:ext cx="7870322" cy="2748279"/>
          </a:xfrm>
          <a:prstGeom prst="rect">
            <a:avLst/>
          </a:prstGeom>
        </p:spPr>
      </p:pic>
    </p:spTree>
    <p:extLst>
      <p:ext uri="{BB962C8B-B14F-4D97-AF65-F5344CB8AC3E}">
        <p14:creationId xmlns:p14="http://schemas.microsoft.com/office/powerpoint/2010/main" val="148316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pic>
        <p:nvPicPr>
          <p:cNvPr id="4" name="图片 3">
            <a:extLst>
              <a:ext uri="{FF2B5EF4-FFF2-40B4-BE49-F238E27FC236}">
                <a16:creationId xmlns:a16="http://schemas.microsoft.com/office/drawing/2014/main" id="{EF0BE496-4A9F-CF51-A800-683C472492F1}"/>
              </a:ext>
            </a:extLst>
          </p:cNvPr>
          <p:cNvPicPr>
            <a:picLocks noChangeAspect="1"/>
          </p:cNvPicPr>
          <p:nvPr/>
        </p:nvPicPr>
        <p:blipFill>
          <a:blip r:embed="rId3"/>
          <a:stretch>
            <a:fillRect/>
          </a:stretch>
        </p:blipFill>
        <p:spPr>
          <a:xfrm>
            <a:off x="502176" y="666856"/>
            <a:ext cx="8243407" cy="5524287"/>
          </a:xfrm>
          <a:prstGeom prst="rect">
            <a:avLst/>
          </a:prstGeom>
        </p:spPr>
      </p:pic>
    </p:spTree>
    <p:extLst>
      <p:ext uri="{BB962C8B-B14F-4D97-AF65-F5344CB8AC3E}">
        <p14:creationId xmlns:p14="http://schemas.microsoft.com/office/powerpoint/2010/main" val="3806271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pic>
        <p:nvPicPr>
          <p:cNvPr id="3" name="图片 2">
            <a:extLst>
              <a:ext uri="{FF2B5EF4-FFF2-40B4-BE49-F238E27FC236}">
                <a16:creationId xmlns:a16="http://schemas.microsoft.com/office/drawing/2014/main" id="{EE8EDA14-305C-E6C4-7501-BF74CB915A1F}"/>
              </a:ext>
            </a:extLst>
          </p:cNvPr>
          <p:cNvPicPr>
            <a:picLocks noChangeAspect="1"/>
          </p:cNvPicPr>
          <p:nvPr/>
        </p:nvPicPr>
        <p:blipFill>
          <a:blip r:embed="rId3"/>
          <a:stretch>
            <a:fillRect/>
          </a:stretch>
        </p:blipFill>
        <p:spPr>
          <a:xfrm>
            <a:off x="219369" y="724989"/>
            <a:ext cx="8705263" cy="5408022"/>
          </a:xfrm>
          <a:prstGeom prst="rect">
            <a:avLst/>
          </a:prstGeom>
        </p:spPr>
      </p:pic>
    </p:spTree>
    <p:extLst>
      <p:ext uri="{BB962C8B-B14F-4D97-AF65-F5344CB8AC3E}">
        <p14:creationId xmlns:p14="http://schemas.microsoft.com/office/powerpoint/2010/main" val="317435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pic>
        <p:nvPicPr>
          <p:cNvPr id="4" name="图片 3">
            <a:extLst>
              <a:ext uri="{FF2B5EF4-FFF2-40B4-BE49-F238E27FC236}">
                <a16:creationId xmlns:a16="http://schemas.microsoft.com/office/drawing/2014/main" id="{5638FDEF-93F5-75AE-C2E8-951B49F9D06D}"/>
              </a:ext>
            </a:extLst>
          </p:cNvPr>
          <p:cNvPicPr>
            <a:picLocks noChangeAspect="1"/>
          </p:cNvPicPr>
          <p:nvPr/>
        </p:nvPicPr>
        <p:blipFill>
          <a:blip r:embed="rId3"/>
          <a:stretch>
            <a:fillRect/>
          </a:stretch>
        </p:blipFill>
        <p:spPr>
          <a:xfrm>
            <a:off x="227711" y="915125"/>
            <a:ext cx="8780017" cy="4590870"/>
          </a:xfrm>
          <a:prstGeom prst="rect">
            <a:avLst/>
          </a:prstGeom>
        </p:spPr>
      </p:pic>
    </p:spTree>
    <p:extLst>
      <p:ext uri="{BB962C8B-B14F-4D97-AF65-F5344CB8AC3E}">
        <p14:creationId xmlns:p14="http://schemas.microsoft.com/office/powerpoint/2010/main" val="21231281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Example</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Fourier Optics</a:t>
            </a:r>
          </a:p>
        </p:txBody>
      </p:sp>
      <p:pic>
        <p:nvPicPr>
          <p:cNvPr id="3" name="图片 2">
            <a:extLst>
              <a:ext uri="{FF2B5EF4-FFF2-40B4-BE49-F238E27FC236}">
                <a16:creationId xmlns:a16="http://schemas.microsoft.com/office/drawing/2014/main" id="{A102006D-7A14-EA31-D997-9431A2E59855}"/>
              </a:ext>
            </a:extLst>
          </p:cNvPr>
          <p:cNvPicPr>
            <a:picLocks noChangeAspect="1"/>
          </p:cNvPicPr>
          <p:nvPr/>
        </p:nvPicPr>
        <p:blipFill>
          <a:blip r:embed="rId3"/>
          <a:stretch>
            <a:fillRect/>
          </a:stretch>
        </p:blipFill>
        <p:spPr>
          <a:xfrm>
            <a:off x="182838" y="1558378"/>
            <a:ext cx="8778323" cy="2766911"/>
          </a:xfrm>
          <a:prstGeom prst="rect">
            <a:avLst/>
          </a:prstGeom>
        </p:spPr>
      </p:pic>
    </p:spTree>
    <p:extLst>
      <p:ext uri="{BB962C8B-B14F-4D97-AF65-F5344CB8AC3E}">
        <p14:creationId xmlns:p14="http://schemas.microsoft.com/office/powerpoint/2010/main" val="176390582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Arial"/>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14611</TotalTime>
  <Words>2938</Words>
  <Application>Microsoft Office PowerPoint</Application>
  <PresentationFormat>全屏显示(4:3)</PresentationFormat>
  <Paragraphs>322</Paragraphs>
  <Slides>50</Slides>
  <Notes>49</Notes>
  <HiddenSlides>1</HiddenSlides>
  <MMClips>1</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6" baseType="lpstr">
      <vt:lpstr>CMR10</vt:lpstr>
      <vt:lpstr>ＭＳ Ｐゴシック</vt:lpstr>
      <vt:lpstr>仿宋</vt:lpstr>
      <vt:lpstr>宋体</vt:lpstr>
      <vt:lpstr>微软雅黑</vt:lpstr>
      <vt:lpstr>幼圆</vt:lpstr>
      <vt:lpstr>Arial</vt:lpstr>
      <vt:lpstr>Bodoni MT</vt:lpstr>
      <vt:lpstr>Calibri</vt:lpstr>
      <vt:lpstr>Cambria Math</vt:lpstr>
      <vt:lpstr>Edwardian Script ITC</vt:lpstr>
      <vt:lpstr>Symbol</vt:lpstr>
      <vt:lpstr>Times</vt:lpstr>
      <vt:lpstr>Times New Roman</vt:lpstr>
      <vt:lpstr>1_Office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Zongyin Yang</dc:creator>
  <cp:lastModifiedBy>Zongyin Yang</cp:lastModifiedBy>
  <cp:revision>697</cp:revision>
  <dcterms:created xsi:type="dcterms:W3CDTF">2020-10-30T01:47:51Z</dcterms:created>
  <dcterms:modified xsi:type="dcterms:W3CDTF">2025-03-20T01:54:15Z</dcterms:modified>
</cp:coreProperties>
</file>