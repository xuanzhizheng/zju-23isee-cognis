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embeddedFontLst>
    <p:embeddedFont>
      <p:font typeface="汉仪正圆-45W" panose="00020600040101010101" charset="-122"/>
      <p:regular r:id="rId9"/>
    </p:embeddedFont>
    <p:embeddedFont>
      <p:font typeface="汉仪雅酷黑 75W" panose="020B0804020202020204" charset="-122"/>
      <p:bold r:id="rId10"/>
    </p:embeddedFont>
    <p:embeddedFont>
      <p:font typeface="汉仪超级战甲简" panose="00020600040101010101" charset="-122"/>
      <p:regular r:id="rId11"/>
    </p:embeddedFont>
  </p:embeddedFontLst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047"/>
    <a:srgbClr val="FFFFFF"/>
    <a:srgbClr val="D3F8FB"/>
    <a:srgbClr val="52E2EF"/>
    <a:srgbClr val="211D64"/>
    <a:srgbClr val="8244B0"/>
    <a:srgbClr val="E40F8B"/>
    <a:srgbClr val="FF0077"/>
    <a:srgbClr val="D9D9D9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4" y="792"/>
      </p:cViewPr>
      <p:guideLst>
        <p:guide orient="horz" pos="220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30.xml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汉仪正圆-45W" panose="00020600040101010101" charset="-122"/>
              </a:rPr>
            </a:fld>
            <a:endParaRPr lang="zh-CN" altLang="en-US">
              <a:cs typeface="汉仪正圆-45W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汉仪正圆-45W" panose="00020600040101010101" charset="-122"/>
              </a:rPr>
            </a:fld>
            <a:endParaRPr lang="zh-CN" altLang="en-US">
              <a:cs typeface="汉仪正圆-45W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正圆-45W" panose="00020600040101010101" charset="-122"/>
        <a:ea typeface="汉仪正圆-45W" panose="00020600040101010101" charset="-122"/>
        <a:cs typeface="汉仪正圆-45W" panose="0002060004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正圆-45W" panose="00020600040101010101" charset="-122"/>
        <a:ea typeface="汉仪正圆-45W" panose="00020600040101010101" charset="-122"/>
        <a:cs typeface="汉仪正圆-45W" panose="0002060004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正圆-45W" panose="00020600040101010101" charset="-122"/>
        <a:ea typeface="汉仪正圆-45W" panose="00020600040101010101" charset="-122"/>
        <a:cs typeface="汉仪正圆-45W" panose="0002060004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正圆-45W" panose="00020600040101010101" charset="-122"/>
        <a:ea typeface="汉仪正圆-45W" panose="00020600040101010101" charset="-122"/>
        <a:cs typeface="汉仪正圆-45W" panose="0002060004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正圆-45W" panose="00020600040101010101" charset="-122"/>
        <a:ea typeface="汉仪正圆-45W" panose="00020600040101010101" charset="-122"/>
        <a:cs typeface="汉仪正圆-45W" panose="0002060004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2100"/>
          <p:cNvPicPr>
            <a:picLocks noChangeAspect="1"/>
          </p:cNvPicPr>
          <p:nvPr userDrawn="1"/>
        </p:nvPicPr>
        <p:blipFill>
          <a:blip r:embed="rId2"/>
          <a:srcRect b="14542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  <p:pic>
        <p:nvPicPr>
          <p:cNvPr id="5" name="图片 4" descr="110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24250" y="-55245"/>
            <a:ext cx="8667750" cy="69126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00"/>
          <p:cNvPicPr>
            <a:picLocks noChangeAspect="1"/>
          </p:cNvPicPr>
          <p:nvPr userDrawn="1"/>
        </p:nvPicPr>
        <p:blipFill>
          <a:blip r:embed="rId2"/>
          <a:srcRect b="14542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cs typeface="汉仪正圆-45W" panose="00020600040101010101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>
                <a:cs typeface="汉仪正圆-45W" panose="00020600040101010101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>
                <a:cs typeface="汉仪正圆-45W" panose="00020600040101010101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>
                <a:cs typeface="汉仪正圆-45W" panose="00020600040101010101" charset="-122"/>
              </a:defRPr>
            </a:lvl1pPr>
            <a:lvl2pPr marL="685800" indent="-228600">
              <a:defRPr spc="300">
                <a:cs typeface="汉仪正圆-45W" panose="00020600040101010101" charset="-122"/>
              </a:defRPr>
            </a:lvl2pPr>
            <a:lvl3pPr marL="1143000" indent="-228600">
              <a:defRPr spc="300">
                <a:cs typeface="汉仪正圆-45W" panose="00020600040101010101" charset="-122"/>
              </a:defRPr>
            </a:lvl3pPr>
            <a:lvl4pPr marL="1600200" indent="-228600">
              <a:defRPr spc="300">
                <a:cs typeface="汉仪正圆-45W" panose="00020600040101010101" charset="-122"/>
              </a:defRPr>
            </a:lvl4pPr>
            <a:lvl5pPr marL="2057400" indent="-228600">
              <a:defRPr spc="300">
                <a:cs typeface="汉仪正圆-4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  <a:lvl2pPr>
              <a:defRPr>
                <a:cs typeface="汉仪正圆-45W" panose="00020600040101010101" charset="-122"/>
              </a:defRPr>
            </a:lvl2pPr>
            <a:lvl3pPr>
              <a:defRPr>
                <a:cs typeface="汉仪正圆-45W" panose="00020600040101010101" charset="-122"/>
              </a:defRPr>
            </a:lvl3pPr>
            <a:lvl4pPr>
              <a:defRPr>
                <a:cs typeface="汉仪正圆-45W" panose="00020600040101010101" charset="-122"/>
              </a:defRPr>
            </a:lvl4pPr>
            <a:lvl5pPr>
              <a:defRPr>
                <a:cs typeface="汉仪正圆-4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cs typeface="汉仪正圆-4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cs typeface="汉仪正圆-45W" panose="00020600040101010101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>
                <a:cs typeface="汉仪正圆-4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2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明月设计1"/>
          <p:cNvSpPr txBox="1"/>
          <p:nvPr/>
        </p:nvSpPr>
        <p:spPr>
          <a:xfrm>
            <a:off x="850265" y="5392420"/>
            <a:ext cx="182181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chemeClr val="bg1"/>
                </a:solidFill>
                <a:latin typeface="汉仪雅酷黑 75W" panose="020B0804020202020204" charset="-122"/>
                <a:ea typeface="汉仪雅酷黑 75W" panose="020B0804020202020204" charset="-122"/>
                <a:cs typeface="汉仪正圆-45W" panose="00020600040101010101" charset="-122"/>
                <a:sym typeface="+mn-ea"/>
              </a:rPr>
              <a:t>Group G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75W" panose="020B0804020202020204" charset="-122"/>
              <a:ea typeface="汉仪雅酷黑 75W" panose="020B0804020202020204" charset="-122"/>
              <a:cs typeface="汉仪正圆-45W" panose="00020600040101010101" charset="-122"/>
              <a:sym typeface="+mn-ea"/>
            </a:endParaRPr>
          </a:p>
        </p:txBody>
      </p:sp>
      <p:sp>
        <p:nvSpPr>
          <p:cNvPr id="7" name="明月设计5"/>
          <p:cNvSpPr txBox="1"/>
          <p:nvPr/>
        </p:nvSpPr>
        <p:spPr>
          <a:xfrm>
            <a:off x="850265" y="1748790"/>
            <a:ext cx="5478780" cy="33604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20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211D64">
                        <a:alpha val="77000"/>
                      </a:srgbClr>
                    </a:gs>
                  </a:gsLst>
                  <a:lin ang="0" scaled="0"/>
                  <a:tileRect/>
                </a:gradFill>
                <a:effectLst/>
                <a:uLnTx/>
                <a:uFillTx/>
                <a:latin typeface="汉仪超级战甲简" panose="00020600040101010101" charset="-122"/>
                <a:ea typeface="汉仪超级战甲简" panose="00020600040101010101" charset="-122"/>
                <a:cs typeface="汉仪正圆-45W" panose="00020600040101010101" charset="-122"/>
              </a:rPr>
              <a:t>Meet</a:t>
            </a:r>
            <a:r>
              <a:rPr kumimoji="0" lang="en-US" altLang="zh-CN" sz="620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211D64">
                        <a:alpha val="77000"/>
                      </a:srgbClr>
                    </a:gs>
                  </a:gsLst>
                  <a:lin ang="0" scaled="0"/>
                  <a:tileRect/>
                </a:gradFill>
                <a:effectLst/>
                <a:uLnTx/>
                <a:uFillTx/>
                <a:latin typeface="汉仪超级战甲简" panose="00020600040101010101" charset="-122"/>
                <a:ea typeface="汉仪超级战甲简" panose="00020600040101010101" charset="-122"/>
                <a:cs typeface="汉仪正圆-45W" panose="00020600040101010101" charset="-122"/>
              </a:rPr>
              <a:t> </a:t>
            </a:r>
            <a:r>
              <a:rPr kumimoji="0" lang="zh-CN" altLang="en-US" sz="620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211D64">
                        <a:alpha val="77000"/>
                      </a:srgbClr>
                    </a:gs>
                  </a:gsLst>
                  <a:lin ang="0" scaled="0"/>
                  <a:tileRect/>
                </a:gradFill>
                <a:effectLst/>
                <a:uLnTx/>
                <a:uFillTx/>
                <a:latin typeface="汉仪超级战甲简" panose="00020600040101010101" charset="-122"/>
                <a:ea typeface="汉仪超级战甲简" panose="00020600040101010101" charset="-122"/>
                <a:cs typeface="汉仪正圆-45W" panose="00020600040101010101" charset="-122"/>
              </a:rPr>
              <a:t>astronauts on</a:t>
            </a:r>
            <a:r>
              <a:rPr kumimoji="0" lang="en-US" altLang="zh-CN" sz="620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211D64">
                        <a:alpha val="77000"/>
                      </a:srgbClr>
                    </a:gs>
                  </a:gsLst>
                  <a:lin ang="0" scaled="0"/>
                  <a:tileRect/>
                </a:gradFill>
                <a:effectLst/>
                <a:uLnTx/>
                <a:uFillTx/>
                <a:latin typeface="汉仪超级战甲简" panose="00020600040101010101" charset="-122"/>
                <a:ea typeface="汉仪超级战甲简" panose="00020600040101010101" charset="-122"/>
                <a:cs typeface="汉仪正圆-45W" panose="00020600040101010101" charset="-122"/>
              </a:rPr>
              <a:t> </a:t>
            </a:r>
            <a:r>
              <a:rPr kumimoji="0" lang="zh-CN" altLang="en-US" sz="620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rgbClr val="211D64">
                        <a:alpha val="77000"/>
                      </a:srgbClr>
                    </a:gs>
                  </a:gsLst>
                  <a:lin ang="0" scaled="0"/>
                  <a:tileRect/>
                </a:gradFill>
                <a:effectLst/>
                <a:uLnTx/>
                <a:uFillTx/>
                <a:latin typeface="汉仪超级战甲简" panose="00020600040101010101" charset="-122"/>
                <a:ea typeface="汉仪超级战甲简" panose="00020600040101010101" charset="-122"/>
                <a:cs typeface="汉仪正圆-45W" panose="00020600040101010101" charset="-122"/>
              </a:rPr>
              <a:t>campus</a:t>
            </a:r>
            <a:endParaRPr kumimoji="0" lang="zh-CN" altLang="en-US" sz="620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chemeClr val="bg1"/>
                  </a:gs>
                  <a:gs pos="100000">
                    <a:srgbClr val="211D64">
                      <a:alpha val="77000"/>
                    </a:srgbClr>
                  </a:gs>
                </a:gsLst>
                <a:lin ang="0" scaled="0"/>
                <a:tileRect/>
              </a:gradFill>
              <a:effectLst/>
              <a:uLnTx/>
              <a:uFillTx/>
              <a:latin typeface="汉仪超级战甲简" panose="00020600040101010101" charset="-122"/>
              <a:ea typeface="汉仪超级战甲简" panose="00020600040101010101" charset="-122"/>
              <a:cs typeface="汉仪正圆-45W" panose="00020600040101010101" charset="-122"/>
            </a:endParaRPr>
          </a:p>
        </p:txBody>
      </p:sp>
      <p:grpSp>
        <p:nvGrpSpPr>
          <p:cNvPr id="18" name="明月设计10"/>
          <p:cNvGrpSpPr/>
          <p:nvPr/>
        </p:nvGrpSpPr>
        <p:grpSpPr>
          <a:xfrm>
            <a:off x="532765" y="6426200"/>
            <a:ext cx="561340" cy="80645"/>
            <a:chOff x="1339" y="10003"/>
            <a:chExt cx="1701" cy="244"/>
          </a:xfrm>
        </p:grpSpPr>
        <p:sp>
          <p:nvSpPr>
            <p:cNvPr id="14" name="明月设计10-1"/>
            <p:cNvSpPr/>
            <p:nvPr/>
          </p:nvSpPr>
          <p:spPr>
            <a:xfrm>
              <a:off x="1339" y="10003"/>
              <a:ext cx="244" cy="244"/>
            </a:xfrm>
            <a:prstGeom prst="ellipse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正圆-45W" panose="00020600040101010101" charset="-122"/>
              </a:endParaRPr>
            </a:p>
          </p:txBody>
        </p:sp>
        <p:sp>
          <p:nvSpPr>
            <p:cNvPr id="15" name="明月设计10-2"/>
            <p:cNvSpPr/>
            <p:nvPr/>
          </p:nvSpPr>
          <p:spPr>
            <a:xfrm>
              <a:off x="1815" y="10003"/>
              <a:ext cx="244" cy="244"/>
            </a:xfrm>
            <a:prstGeom prst="ellipse">
              <a:avLst/>
            </a:prstGeom>
            <a:noFill/>
            <a:ln>
              <a:solidFill>
                <a:schemeClr val="bg1">
                  <a:alpha val="6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正圆-45W" panose="00020600040101010101" charset="-122"/>
              </a:endParaRPr>
            </a:p>
          </p:txBody>
        </p:sp>
        <p:sp>
          <p:nvSpPr>
            <p:cNvPr id="16" name="明月设计10-3"/>
            <p:cNvSpPr/>
            <p:nvPr/>
          </p:nvSpPr>
          <p:spPr>
            <a:xfrm>
              <a:off x="2320" y="10003"/>
              <a:ext cx="244" cy="244"/>
            </a:xfrm>
            <a:prstGeom prst="ellipse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正圆-45W" panose="00020600040101010101" charset="-122"/>
              </a:endParaRPr>
            </a:p>
          </p:txBody>
        </p:sp>
        <p:sp>
          <p:nvSpPr>
            <p:cNvPr id="17" name="明月设计10-4"/>
            <p:cNvSpPr/>
            <p:nvPr/>
          </p:nvSpPr>
          <p:spPr>
            <a:xfrm>
              <a:off x="2796" y="10003"/>
              <a:ext cx="244" cy="244"/>
            </a:xfrm>
            <a:prstGeom prst="ellipse">
              <a:avLst/>
            </a:prstGeom>
            <a:noFill/>
            <a:ln>
              <a:solidFill>
                <a:schemeClr val="bg1">
                  <a:alpha val="6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正圆-45W" panose="00020600040101010101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.xml><?xml version="1.0" encoding="utf-8"?>
<p:tagLst xmlns:p="http://schemas.openxmlformats.org/presentationml/2006/main">
  <p:tag name="COMMONDATA" val="eyJoZGlkIjoiZGUxODc1Nzk3MTg5OWNmZTZmMGY2YjAyYTNhOWQ5NDMifQ=="/>
  <p:tag name="KSO_WPP_MARK_KEY" val="8d125143-56e9-435b-837a-fb6e13204166"/>
  <p:tag name="commondata" val="eyJjb3VudCI6MSwiaGRpZCI6ImM3MTk4YTVjZjAxOGQ2YTllZDUxYzdkNTNmM2JmZDRlIiwidXNlckNvdW50Ijox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汉仪正圆-45W"/>
        <a:ea typeface="汉仪正圆-45W"/>
        <a:cs typeface=""/>
      </a:majorFont>
      <a:minorFont>
        <a:latin typeface="汉仪正圆-45W"/>
        <a:ea typeface="汉仪正圆-45W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正圆-45W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正圆-45W"/>
        <a:ea typeface=""/>
        <a:cs typeface=""/>
        <a:font script="Jpan" typeface="ＭＳ Ｐゴシック"/>
        <a:font script="Hang" typeface="맑은 고딕"/>
        <a:font script="Hans" typeface="汉仪正圆-45W"/>
        <a:font script="Hant" typeface="新細明體"/>
        <a:font script="Arab" typeface="汉仪正圆-45W"/>
        <a:font script="Hebr" typeface="汉仪正圆-45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正圆-45W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正圆-45W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正圆-45W"/>
        <a:ea typeface=""/>
        <a:cs typeface=""/>
        <a:font script="Jpan" typeface="ＭＳ Ｐゴシック"/>
        <a:font script="Hang" typeface="맑은 고딕"/>
        <a:font script="Hans" typeface="汉仪正圆-45W"/>
        <a:font script="Hant" typeface="新細明體"/>
        <a:font script="Arab" typeface="汉仪正圆-45W"/>
        <a:font script="Hebr" typeface="汉仪正圆-45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正圆-45W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4</Paragraphs>
  <Slides>1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汉仪正圆-45W</vt:lpstr>
      <vt:lpstr>汉仪雅酷黑 75W</vt:lpstr>
      <vt:lpstr>汉仪超级战甲简</vt:lpstr>
      <vt:lpstr>包图简圆体</vt:lpstr>
      <vt:lpstr>微软雅黑</vt:lpstr>
      <vt:lpstr>Arial Unicode MS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玄执正</cp:lastModifiedBy>
  <cp:revision>251</cp:revision>
  <dcterms:created xsi:type="dcterms:W3CDTF">2019-06-19T02:08:00Z</dcterms:created>
  <dcterms:modified xsi:type="dcterms:W3CDTF">2024-04-11T03:29:09Z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767C0AE1E13A4DB99100AF4C10275D94_11</vt:lpwstr>
  </property>
  <property fmtid="{D5CDD505-2E9C-101B-9397-08002B2CF9AE}" pid="4" name="KSOTemplateUUID">
    <vt:lpwstr>v1.0_mb_sEkb61LBcTeWbAQWDxA4uQ==</vt:lpwstr>
  </property>
</Properties>
</file>