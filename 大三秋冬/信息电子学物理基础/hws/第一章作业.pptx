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3"/>
  </p:handoutMasterIdLst>
  <p:sldIdLst>
    <p:sldId id="315" r:id="rId2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9830" autoAdjust="0"/>
  </p:normalViewPr>
  <p:slideViewPr>
    <p:cSldViewPr>
      <p:cViewPr varScale="1">
        <p:scale>
          <a:sx n="97" d="100"/>
          <a:sy n="97" d="100"/>
        </p:scale>
        <p:origin x="9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B975FB8-345C-4C2F-D59E-FE4F44554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2D7D50-CD2E-A9DE-131B-08073C1FA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21D6923-ED9F-4C16-AC83-0AA485DDEFC1}" type="datetimeFigureOut">
              <a:rPr lang="zh-CN" altLang="en-US"/>
              <a:pPr>
                <a:defRPr/>
              </a:pPr>
              <a:t>2025/9/27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2F1838-70F1-A569-8FDA-512F4B8A2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EAC87B-9314-A002-D4E2-6DF6C758B3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F461E5C-3DD0-4AA0-8F93-FEFB9C0559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82D2C8-8A3E-7797-9B82-804F4BED9210}"/>
              </a:ext>
            </a:extLst>
          </p:cNvPr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2091C6-C78C-11CA-1AF4-8538F1A0A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Arc 4">
              <a:extLst>
                <a:ext uri="{FF2B5EF4-FFF2-40B4-BE49-F238E27FC236}">
                  <a16:creationId xmlns:a16="http://schemas.microsoft.com/office/drawing/2014/main" id="{FBABFFA2-9F91-B81C-6837-487D5979C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0E4C346-F1C3-5101-D805-BB7897C5824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43D1D3D-BB4C-36DA-2785-4BBD8E03EE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7100F48-80CF-86FA-59E9-1EC913B5C1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804386-A865-4442-A26B-1CCEB1380A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53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7A026A-34AC-3865-C8DC-6C5EEDE676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2BAF252-1BB4-1FD6-8623-0F84D7218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CE497CB-6362-3A08-EDED-3439E5C094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047A8-4178-4401-A233-01E5C60C5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24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27C7C2A-3250-440A-0F80-FCFF6DD0A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681D50B-164D-8EDD-D003-69F66BCC8D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8EFC375-EC1F-6163-08AA-04A3A55C1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E45AA-FAC2-4BC7-8B02-9AFBE1CFC3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835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56A974-A2BD-D8B8-1EEA-4E733AAB5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8C27802-BDB1-8926-E112-7017D3593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DE01C63-1903-25B3-C0E9-40F53A2F8D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12498-DD30-4378-B9EF-85F1C1D6A3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014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951257-755D-36B1-3EDE-2D1FA7708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626DED-19D7-E8E5-A087-20158B6B6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57EEC4-1791-FCB7-DD98-AC5ACF5470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62626-1555-4CC3-9E25-31409321CE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831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5D1A83-9307-E1F5-A013-4BA3084B6B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9DCF1E2-C6BF-91B2-0DED-FBB4259E6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FE3A0DC-A910-9D47-66BF-6A69D0DDB3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733BD-FF8D-44B1-98AA-ADB67686DF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3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E671D9B-4271-069A-AAC5-A394C8938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11F22FC-A28E-0B13-E031-1D801CF88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38A0E8D-E2A2-00BD-E42C-C24A0860E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F42C6-CFBE-4169-BCB4-5B7AB0C56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44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74C0F54-916B-C2C9-0834-9099EDFC1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4C65B58-020F-CA8E-5B06-30E6CD926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F6127EB-9C03-0404-5CAE-8918CFF602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98E73-0A7E-4E35-AB10-7CC641B634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16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36E2A0-5793-DB76-4F4D-91AA66F7B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ED458B-F82F-B607-C73F-32F1F97CCF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6E2E3D0-EDCD-DAFC-6FF6-89E4F89C5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649AC-957C-468E-9E53-C7D047CCA8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32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E5BA80-3EFF-D025-1F41-9FF8146097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227C26D-4969-F3BF-99A1-19270C1AA8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55675B-C7AF-0F9F-5AF1-1638A152F0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7B18A-1858-4381-A385-BDB82B76A3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5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0AFC34-B071-F528-B8E4-6F3F5B6C4E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BA15DC9-598C-0C49-D877-5CE9F7677F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C0DD5F5-707B-957B-CC15-3C26338785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311F-54D0-49B9-A0D2-942CB975A2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970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893D21D-DB4B-2D7F-C931-7543ECD3B00A}"/>
              </a:ext>
            </a:extLst>
          </p:cNvPr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>
              <a:extLst>
                <a:ext uri="{FF2B5EF4-FFF2-40B4-BE49-F238E27FC236}">
                  <a16:creationId xmlns:a16="http://schemas.microsoft.com/office/drawing/2014/main" id="{858D57B3-6740-C15D-BAB6-947DC50F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3" name="Arc 4">
              <a:extLst>
                <a:ext uri="{FF2B5EF4-FFF2-40B4-BE49-F238E27FC236}">
                  <a16:creationId xmlns:a16="http://schemas.microsoft.com/office/drawing/2014/main" id="{E37D6B75-1921-DA3E-B52B-223BDCBFD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" name="Rectangle 5">
            <a:extLst>
              <a:ext uri="{FF2B5EF4-FFF2-40B4-BE49-F238E27FC236}">
                <a16:creationId xmlns:a16="http://schemas.microsoft.com/office/drawing/2014/main" id="{EC19316B-0C3C-1559-0BF3-F220540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D9FEC9A-9B7A-8CF8-98FD-FCC5A9E5D8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CED8B3B-D9E2-D649-7CE0-23CEAB2B862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6C227D2E-5A15-36E8-72DD-35995D8E55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33083A13-2B4F-4E23-8618-95B7BA7CC3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BE78B861-E239-AD80-7E1D-78C65D6EB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76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5B625BF-7B2A-B19C-A2B6-6F4097C8C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1B011F4-37C2-63F8-A98E-614466B23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/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7FDBF8BF-9E6D-FA80-31F2-89927FB8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476250"/>
            <a:ext cx="8137525" cy="5700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/>
              <a:t>作业</a:t>
            </a:r>
            <a:r>
              <a:rPr lang="en-US" altLang="zh-CN" b="1" dirty="0"/>
              <a:t>: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/>
              <a:t>1.1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/>
              <a:t>1.6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800" b="1" dirty="0"/>
              <a:t>1.10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endParaRPr lang="en-US" altLang="zh-CN" b="1" dirty="0"/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/>
              <a:t>补充题：</a:t>
            </a:r>
            <a:endParaRPr lang="en-US" altLang="zh-CN" b="1" dirty="0"/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r>
              <a:rPr lang="zh-CN" altLang="en-US" sz="2800" b="1" dirty="0"/>
              <a:t>计算等径圆球做金刚石最密堆积的空隙率。</a:t>
            </a:r>
            <a:r>
              <a:rPr lang="en-US" altLang="zh-CN" sz="2800" b="1" dirty="0"/>
              <a:t>【3</a:t>
            </a:r>
            <a:r>
              <a:rPr lang="zh-CN" altLang="en-US" sz="2800" b="1" dirty="0"/>
              <a:t>位有效数字</a:t>
            </a:r>
            <a:r>
              <a:rPr lang="en-US" altLang="zh-CN" sz="2800" b="1" dirty="0"/>
              <a:t>】</a:t>
            </a: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r>
              <a:rPr lang="zh-CN" altLang="en-US" sz="2800" b="1" dirty="0"/>
              <a:t>面心立方紧密堆积的金属晶体，其原子量为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，密度是</a:t>
            </a:r>
            <a:r>
              <a:rPr lang="en-US" altLang="zh-CN" sz="2800" b="1" dirty="0"/>
              <a:t>8.94 g/cm</a:t>
            </a:r>
            <a:r>
              <a:rPr lang="en-US" altLang="zh-CN" sz="2800" b="1" baseline="30000" dirty="0"/>
              <a:t>3</a:t>
            </a:r>
            <a:r>
              <a:rPr lang="zh-CN" altLang="en-US" sz="2800" b="1" dirty="0"/>
              <a:t>。试计算器晶格常数和最小原子间距。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注意有效数字</a:t>
            </a:r>
            <a:r>
              <a:rPr lang="en-US" altLang="zh-CN" sz="2800" b="1" dirty="0"/>
              <a:t>】</a:t>
            </a:r>
          </a:p>
        </p:txBody>
      </p:sp>
      <p:pic>
        <p:nvPicPr>
          <p:cNvPr id="8" name="Picture 4" descr="4796865519d1e4083a293515">
            <a:extLst>
              <a:ext uri="{FF2B5EF4-FFF2-40B4-BE49-F238E27FC236}">
                <a16:creationId xmlns:a16="http://schemas.microsoft.com/office/drawing/2014/main" id="{D6C7C381-1434-4594-FA0A-C9F5DDC401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935038"/>
            <a:ext cx="27146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Designs\Soaring.pot</Template>
  <TotalTime>3699</TotalTime>
  <Words>57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 New Roman</vt:lpstr>
      <vt:lpstr>宋体</vt:lpstr>
      <vt:lpstr>Arial</vt:lpstr>
      <vt:lpstr>Wingdings</vt:lpstr>
      <vt:lpstr>等线</vt:lpstr>
      <vt:lpstr>Soaring</vt:lpstr>
      <vt:lpstr>PowerPoint 演示文稿</vt:lpstr>
    </vt:vector>
  </TitlesOfParts>
  <Company>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信息电子学物理基础</dc:title>
  <dc:creator>Administrator</dc:creator>
  <cp:lastModifiedBy>YX Yang</cp:lastModifiedBy>
  <cp:revision>200</cp:revision>
  <cp:lastPrinted>2013-09-22T03:56:25Z</cp:lastPrinted>
  <dcterms:created xsi:type="dcterms:W3CDTF">2003-04-28T06:32:52Z</dcterms:created>
  <dcterms:modified xsi:type="dcterms:W3CDTF">2025-09-27T06:02:39Z</dcterms:modified>
</cp:coreProperties>
</file>