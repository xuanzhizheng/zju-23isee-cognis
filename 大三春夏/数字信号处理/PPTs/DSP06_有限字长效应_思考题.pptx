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821" r:id="rId3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lj" initials="g" lastIdx="1" clrIdx="0"/>
  <p:cmAuthor id="2" name="作者" initials="A" lastIdx="0" clrIdx="1"/>
  <p:cmAuthor id="3" name="yliu" initials="y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00"/>
    <a:srgbClr val="FFFF00"/>
    <a:srgbClr val="CCFFCC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4" d="100"/>
          <a:sy n="64" d="100"/>
        </p:scale>
        <p:origin x="1340" y="88"/>
      </p:cViewPr>
      <p:guideLst>
        <p:guide orient="horz" pos="2164"/>
        <p:guide pos="28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6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strike="noStrike" noProof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2BA6D08-7F53-4E28-9C67-50893C92B1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第一章  绪论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2BA6D08-7F53-4E28-9C67-50893C92B1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第一章  绪论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2BA6D08-7F53-4E28-9C67-50893C92B1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第一章  绪论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2BA6D08-7F53-4E28-9C67-50893C92B1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第一章  绪论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2BA6D08-7F53-4E28-9C67-50893C92B1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第一章  绪论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2BA6D08-7F53-4E28-9C67-50893C92B1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第一章  绪论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2BA6D08-7F53-4E28-9C67-50893C92B1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第一章  绪论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2BA6D08-7F53-4E28-9C67-50893C92B1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第一章  绪论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2BA6D08-7F53-4E28-9C67-50893C92B1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第一章  绪论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2BA6D08-7F53-4E28-9C67-50893C92B1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第一章  绪论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2BA6D08-7F53-4E28-9C67-50893C92B1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第一章  绪论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1625" y="228600"/>
            <a:ext cx="8540750" cy="5870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01625" y="6245225"/>
            <a:ext cx="2289175" cy="476250"/>
          </a:xfrm>
        </p:spPr>
        <p:txBody>
          <a:bodyPr/>
          <a:lstStyle/>
          <a:p>
            <a:pPr lvl="0"/>
            <a:fld id="{BB962C8B-B14F-4D97-AF65-F5344CB8AC3E}" type="datetime1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</p:spPr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301625" y="6096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7" name="Rectangle 3"/>
          <p:cNvSpPr>
            <a:spLocks noGrp="1" noRot="1"/>
          </p:cNvSpPr>
          <p:nvPr>
            <p:ph type="body"/>
          </p:nvPr>
        </p:nvSpPr>
        <p:spPr>
          <a:xfrm>
            <a:off x="301625" y="1905000"/>
            <a:ext cx="8540750" cy="419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2BA6D08-7F53-4E28-9C67-50893C92B1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第一章  绪论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w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5.png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PAAAAAgCAYAAAAsa/W9AAALIElEQVR4Xu2cdcw9RxWGnwoFiru3hQDFIbiTthSCQyG4F3cP7tAWd7cgBVocgkuwUNyCBYcEl+ASLE9yTjLZ7N67c1e++33s/NPm+83uzpw58p73nLn7sIxFAosEdq0E9tm1K18WvkhgkQCLAa9XggOBvwP/WT91183YFzgF8NctW/kBsZ5/DlyX+n1K4G/Afwe+aysfH9OAFdSzgUsCfwTeAzx/4K4vAzwVOBlwauB2wHcGvrPv48rmxsD+wFv2oAKcCrg38G7gW32FMtM81/ZA4M3Adwd+8+rAhYFXAv8a+K58fApdPwPwNOAg4GDgScAb1q13CgN+HfDpdR+u/PczAS8AHj+jAV8DuHQ4obEOvnLbk03XKd0X+BLw8cm+MuzFZwMeAjwD+OWAV6njt4zn3zSSI04DnkLXXepjgB8MNeCTA48Arg1cMaLQXYA/dAhzyk3NbcDnCiHqMH4xQHm29dFrAZcNj7/NzulwwAj65IHR04juO14NfG2EQ5lS10cz4NznhYATgLcBT1jhwabc1JwGvB/wsIj07nnoMNrdA7hI5GKfAnQQ5p1XDif566EfqXj+rMCxAdF+WPHcTkw1iDwFeBfwiViAEfVmYdinBYyqFwN+CtwoHO/3WhZ7+UjBPFtz4iFjSl0f3YBvCLwzhKMgu8aUm5rTgM8bSvNg4OdDTjmeNZ9Rht8AToy809zujAGRXg68dYTv9H3FUcClwhn/u+9DOzjvCOD6wMOBfwCnA+4OfAx4KfDG4F7kSeRghJ7mks1hFPbfXwF8buB+ptT1UQ1Yb/c4wEO/OfDt/wMDvg2QRjwGc3kBQCZbOHilUL7fA4cC5lD3Bz4zUKH6Pq7iPQt4/QQ8Rd811M47B/Ac4LGBis4OKFNJH6PpbYEfAWcGXhN7Myq3jaMB32dUH3K2u8aA9XZ6LMeq/Nd/n3JTc0Xg3IMR8UO1mrZi/mmAF0YUNjqoPDrFewK33yDS3wI4H3BM5Rp1GrL6Elg/q3x2p6ab0sjIfjVYadeRf1OuCYmFyC8C7hByblvvJYBHRUqjE910TKnro0ZgD1y49441+e9eMeBzhqFJ3q1CG7UHL4y2JCCa+Qhgbqch/zYiho7yyxUvFSVowCp2zTgykJRRf9tqv6v2oZOTi5GdFfZnYHl/lIdEipadnGN0PaSDXT8L8LI4hyFk1q4x4Mx/bxW1WPOI30ROJ1wxD0kosmpTCu5e0Qxh84ClAf92U+AnIXAV0uggGdEcc0VgPbRE3d2AdcSSSuN8a9Mqg8Zv+UxoJ0ny4UI2Gs4TA+59Hzh/IJuHRo3yC8A3KyxxUwM2dxRCriIjK5ZRPVXHZT4rA25EVQ5vjyqHumT+2jZkokWA1q3/FHI/Hrhz5LPKXH18VTTd2ADi+5rDVOa5QcomwvIcrwtcMHoYrBd/snhQElLobR+CfQ2+e0pdHy0CuzHhhl7epgyVLaOSiqBXvDXw49hs16Z8j5DtpChBGdE/D8iAKsy/AAkxdQ6SFc0OnLkM+CrAA3qkC+5JGGt90WimDDKq3i+gbUYLxSPMU1mNEu5XR6gRuV9rnObCNeWcTQ3YNf05yJxq6xv4gHs2OgpdRR86ObkGSagrAJa2utIWG3rMgTVYUYuOX4O+Y8hPI5N09L8iC6Oscm4OO7xk4L9Y1Fh1rubP5s2PDudQpottKHRKXR/NgNOo9H7S9kaJHCqQRMhVCzKka1MKR8VVcHo5O38spegEMg/JZ4U+vttDKkeXAVs+UClsB6wdRgCNqDxov321WO+qUoNNHua0GutHW+QisbK2i6Z2wY3v1ELolLHRZcq1tW0rDUzZahxZW8812WegQ+zqstOIJLIMBG0lohpR6sR0lvIHlqEMTBJ7/s0zdWSk9/818A82qjBT6vpoBmzE0Cu5+DKa+AFzRGF1yUx3bcqShZFN4XhIlk1uErlgCl44LSSSTWzLz+aKwH0M2Dqqe/gdcJ+GA9BRqRA3CC9fo1g1czeJwDtpwAYBdUk9EqLm6EuSasDPC4c5tJXWNThEluqmTsUuv8sF1/P0AqEkClXP59L10Qy4zfP48swjTt+AmusS+2QOjV4l9PadQiQjcym8PhG4Run7zO1jwLLHstQ2Z1iHzJGIxRzT/a3Lofusp2vObjLgTC2uE0iuJI/kEOwz13mvysunMuCUb5JgnqloM9eYZ6pul7B6Sl0fzYCNsndqEbqMqgJ/X6Oetm5TEg3mejZHNKOscFrj9ZDb+qjnisCSdhIaRtI2CJ05lLlvM8qmXD7bkcfXGuz1IuK0PSdi0ZEm/9CcYweZ5b+yUaMt/2t7twbnWQhXa8d7Q2d+VTyYcrFs1SxF9m0S0oDNm01Zuvbcd61tPEAiAc+8hM9dKHRKXR/FgNPz2C0ky1rWzBS6+W/T2NZtKr3tixskSn5LpfRbEjvNMZcBC/V1XM0953rSCUnIGAXLWmoiFuuQr+2rTRvO2yQCp2Jk/rfhp6sfM781DROmlqlYIjJZ6XVNQp6Lz7bxIzUL6kojUjftlS5r63mmOmzJ1xxT6vooBpxe05sqpdDTi3s9SyWX0pdhlcLX8GxV67qhkd62yTYmfLYILyHlDSDzkZcUApuLxFrX6OA6JIAsdTVRRJn/WhJ6UDQWDGkYGBNC+y4N4KItnEaNEdTO1fgkLZuOrZn/2mGlbrRdQdWQZJ67kFHfNWWwMPUpkV6Xbvo9m22E1Zb/ZLpdn/fDp9L1UQw4PU+TTbXWqQJr2OYsssbmhDKEGnfXptLbekB6s5JJFD7b4ODdW8tLEkMypV/pYcB9D67vPCOsJIuOxFJDc6Tn9e+lMql8Qlbhp/mv8FYHJ+wbeim9be2bRmCjoY7lritulfWVVd95WYYRlpfst62lIjlLPuqSKYmjrd9eWVtpqO08a67RwGTp0muKpQ5KrkqylVWVJqchGtWJHDexro9iwF1sakZmo6WQwqTfziIvhK+CFV05RhqCeaeKLzTVIcg4lnXRuSC0jkZnItPZVWrxxotNKdYgzec9aOuH9jlbg9S4ZF39BQ8vgUwxNjXgZl/xFGtrvjNvFCkbDdW83PKfPQb++IN1YB2dSE70ZiWiHGO2t4oGbNIxSIgec4hKvGhiD4IOJOv8OnKDlXyAMN+mI/V9Sl0fbMBGUil2r7y58BICquCWjyy8SyZ4xStvdqza1LnjLqbkitC4bCT34rZ3NW0l9O86Bks05ZjLgP1m8/ZLUyGtaQqpLh5e3PWb8+p8TDe+Hg/o5NqaCcYwmk0NOB2U6GaMq5J992L0Kskh0y2/LyITeekwva1lJaJ5yWCs22HJNHufvSxluQf/7bAg4CRn/VUMG4/kOHTOnqkEl+VDb0RNqeuDDbjvoTTnrUvsN32vz81pwMJoUwKjgkq1jWNTA3YvNv3LBmdX2Dbur1yTbYwiONOzITeIRB/PjMg/9B70lLq+GPAIGilMtjHenu1tvDPrr6Scp7gpVrNlIa2/NGKkyUvyNc/POdemGdGZPfJNaF27Dp2eXYGmZ0Mcgd9dDLhS+nNGYJcmHDYXlmQZcmulcpuzTbeKYC7oHv0Bwm0cwlp7n4Wu5slDjM508JFxoWTI72ulnBYDrtSYuQ3Y5Y31o2qVW51t+rb/aN9Y69MZa7w647F+fXNPG/Be+VlZLUnWXYbca2qSF3tpGOGuCXi98wNbtjFJJEuZGt0Qubs3y5ZeXBmTz0gDHlPXd/xnZbdMB5blLBLY+xIY83eh9760lh0uEtgyCSwGvGUHsixnkUCNBBYDrpHWMneRwJZJYDHgLTuQZTmLBGok8D9sxVFOIlK+KgAAAABJRU5ErkJggg=="/>
          <p:cNvSpPr>
            <a:spLocks noChangeAspect="1" noChangeArrowheads="1"/>
          </p:cNvSpPr>
          <p:nvPr/>
        </p:nvSpPr>
        <p:spPr bwMode="auto">
          <a:xfrm>
            <a:off x="5276850" y="-144463"/>
            <a:ext cx="22860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886218" y="9249"/>
            <a:ext cx="10056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Tx/>
            </a:pPr>
            <a:r>
              <a:rPr lang="zh-CN" altLang="en-US" sz="3200" b="1" dirty="0">
                <a:solidFill>
                  <a:schemeClr val="tx2"/>
                </a:solidFill>
              </a:rPr>
              <a:t>练习</a:t>
            </a:r>
            <a:endParaRPr lang="zh-CN" altLang="en-US" sz="3200" b="1" dirty="0">
              <a:solidFill>
                <a:schemeClr val="tx2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133664" y="2891530"/>
          <a:ext cx="1876425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02" name="Equation" r:id="rId1" imgW="34137600" imgH="4876800" progId="Equation.DSMT4">
                  <p:embed/>
                </p:oleObj>
              </mc:Choice>
              <mc:Fallback>
                <p:oleObj name="Equation" r:id="rId1" imgW="34137600" imgH="4876800" progId="Equation.DSMT4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3664" y="2891530"/>
                        <a:ext cx="1876425" cy="268288"/>
                      </a:xfrm>
                      <a:prstGeom prst="rect">
                        <a:avLst/>
                      </a:prstGeom>
                      <a:solidFill>
                        <a:srgbClr val="FFFF99">
                          <a:alpha val="47058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582820" y="1035055"/>
            <a:ext cx="3711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一个二</a:t>
            </a:r>
            <a:r>
              <a:rPr lang="zh-CN" altLang="en-US" dirty="0"/>
              <a:t>阶</a:t>
            </a:r>
            <a:r>
              <a:rPr lang="en-US" altLang="zh-CN" b="1" dirty="0" smtClean="0"/>
              <a:t>IIR</a:t>
            </a:r>
            <a:r>
              <a:rPr lang="zh-CN" altLang="en-US" dirty="0" smtClean="0"/>
              <a:t>滤波器，其差分方程为</a:t>
            </a:r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286188" y="1103366"/>
          <a:ext cx="2647950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03" name="Equation" r:id="rId3" imgW="48158400" imgH="4876800" progId="Equation.DSMT4">
                  <p:embed/>
                </p:oleObj>
              </mc:Choice>
              <mc:Fallback>
                <p:oleObj name="Equation" r:id="rId3" imgW="48158400" imgH="4876800" progId="Equation.DSMT4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86188" y="1103366"/>
                        <a:ext cx="2647950" cy="268288"/>
                      </a:xfrm>
                      <a:prstGeom prst="rect">
                        <a:avLst/>
                      </a:prstGeom>
                      <a:solidFill>
                        <a:srgbClr val="FFFF99">
                          <a:alpha val="47058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582820" y="1524050"/>
            <a:ext cx="7507183" cy="21698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现采用</a:t>
            </a:r>
            <a:r>
              <a:rPr lang="en-US" altLang="zh-CN" dirty="0" smtClean="0"/>
              <a:t>b=3</a:t>
            </a:r>
            <a:r>
              <a:rPr lang="zh-CN" altLang="en-US" dirty="0" smtClean="0"/>
              <a:t>位的定点制运算作舍入处理，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a</a:t>
            </a:r>
            <a:r>
              <a:rPr lang="zh-CN" altLang="en-US" dirty="0" smtClean="0"/>
              <a:t>）当系数</a:t>
            </a:r>
            <a:r>
              <a:rPr lang="en-US" altLang="zh-CN" dirty="0" smtClean="0"/>
              <a:t>a=0.75,</a:t>
            </a:r>
            <a:r>
              <a:rPr lang="zh-CN" altLang="en-US" dirty="0" smtClean="0"/>
              <a:t>零输入</a:t>
            </a:r>
            <a:r>
              <a:rPr lang="en-US" altLang="zh-CN" dirty="0" smtClean="0"/>
              <a:t>x(n)=0,</a:t>
            </a:r>
            <a:r>
              <a:rPr lang="zh-CN" altLang="en-US" dirty="0" smtClean="0"/>
              <a:t>初始条件为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求              的</a:t>
            </a:r>
            <a:r>
              <a:rPr lang="en-US" altLang="zh-CN" dirty="0" smtClean="0"/>
              <a:t>11</a:t>
            </a:r>
            <a:r>
              <a:rPr lang="zh-CN" altLang="en-US" dirty="0" smtClean="0"/>
              <a:t>点输出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b</a:t>
            </a:r>
            <a:r>
              <a:rPr lang="zh-CN" altLang="en-US" dirty="0" smtClean="0"/>
              <a:t>）证明当                                时，发生零输入极限环振荡，并用等效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对极点迁移来解释这个现象。</a:t>
            </a:r>
            <a:endParaRPr lang="en-US" altLang="zh-CN" dirty="0" smtClean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386989" y="2046395"/>
          <a:ext cx="1843087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04" name="Equation" r:id="rId5" imgW="33528000" imgH="4876800" progId="Equation.DSMT4">
                  <p:embed/>
                </p:oleObj>
              </mc:Choice>
              <mc:Fallback>
                <p:oleObj name="Equation" r:id="rId5" imgW="33528000" imgH="4876800" progId="Equation.DSMT4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86989" y="2046395"/>
                        <a:ext cx="1843087" cy="268287"/>
                      </a:xfrm>
                      <a:prstGeom prst="rect">
                        <a:avLst/>
                      </a:prstGeom>
                      <a:solidFill>
                        <a:srgbClr val="FFFF99">
                          <a:alpha val="47058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2889253" y="2402535"/>
                <a:ext cx="7116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trlPr>
                                <a:rPr lang="zh-CN" altLang="en-US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253" y="2402535"/>
                <a:ext cx="711605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9" r="57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900323" y="2481789"/>
          <a:ext cx="838200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05" name="Equation" r:id="rId8" imgW="15240000" imgH="4267200" progId="Equation.DSMT4">
                  <p:embed/>
                </p:oleObj>
              </mc:Choice>
              <mc:Fallback>
                <p:oleObj name="Equation" r:id="rId8" imgW="15240000" imgH="4267200" progId="Equation.DSMT4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00323" y="2481789"/>
                        <a:ext cx="838200" cy="234950"/>
                      </a:xfrm>
                      <a:prstGeom prst="rect">
                        <a:avLst/>
                      </a:prstGeom>
                      <a:solidFill>
                        <a:srgbClr val="FFFF99">
                          <a:alpha val="47058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WMwOTNiODRlN2FjYjRjYzMxMzZkYzkwMmRjZDlhYTcifQ=="/>
  <p:tag name="KSO_WPP_MARK_KEY" val="2cf2acb4-2151-4a91-9f45-31b16a4fcfca"/>
</p:tagLst>
</file>

<file path=ppt/theme/theme1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CDESIGNK</Template>
  <TotalTime>0</TotalTime>
  <Words>165</Words>
  <Application>WPS 演示</Application>
  <PresentationFormat>全屏显示(4:3)</PresentationFormat>
  <Paragraphs>12</Paragraphs>
  <Slides>1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</vt:i4>
      </vt:variant>
    </vt:vector>
  </HeadingPairs>
  <TitlesOfParts>
    <vt:vector size="20" baseType="lpstr">
      <vt:lpstr>Arial</vt:lpstr>
      <vt:lpstr>宋体</vt:lpstr>
      <vt:lpstr>Wingdings</vt:lpstr>
      <vt:lpstr>Times New Roman</vt:lpstr>
      <vt:lpstr>黑体</vt:lpstr>
      <vt:lpstr>Wingdings</vt:lpstr>
      <vt:lpstr>微软雅黑</vt:lpstr>
      <vt:lpstr>Arial Unicode MS</vt:lpstr>
      <vt:lpstr>隶书</vt:lpstr>
      <vt:lpstr>华文行楷</vt:lpstr>
      <vt:lpstr>楷体</vt:lpstr>
      <vt:lpstr>楷体_GB2312</vt:lpstr>
      <vt:lpstr>新宋体</vt:lpstr>
      <vt:lpstr>Cambria Math</vt:lpstr>
      <vt:lpstr>诗情画意</vt:lpstr>
      <vt:lpstr>Equation.DSMT4</vt:lpstr>
      <vt:lpstr>Equation.DSMT4</vt:lpstr>
      <vt:lpstr>Equation.DSMT4</vt:lpstr>
      <vt:lpstr>Equation.DSMT4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lynn</cp:lastModifiedBy>
  <cp:revision>380</cp:revision>
  <cp:lastPrinted>2017-05-27T04:28:00Z</cp:lastPrinted>
  <dcterms:created xsi:type="dcterms:W3CDTF">2015-03-10T01:24:00Z</dcterms:created>
  <dcterms:modified xsi:type="dcterms:W3CDTF">2025-05-20T02:20:45Z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2052-12.1.0.20305</vt:lpwstr>
  </property>
  <property fmtid="{D5CDD505-2E9C-101B-9397-08002B2CF9AE}" pid="4" name="ICV">
    <vt:lpwstr>DC500E4AC8DA42F1858C3BF9FCC85A52_13</vt:lpwstr>
  </property>
</Properties>
</file>