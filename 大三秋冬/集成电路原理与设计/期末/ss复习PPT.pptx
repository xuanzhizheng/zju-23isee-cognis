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slide" Target="slides/slide36.xml"/>
  <Relationship Id="rId39" Type="http://schemas.openxmlformats.org/officeDocument/2006/relationships/slide" Target="slides/slide37.xml"/>
  <Relationship Id="rId40" Type="http://schemas.openxmlformats.org/officeDocument/2006/relationships/slide" Target="slides/slide38.xml"/>
  <Relationship Id="rId41" Type="http://schemas.openxmlformats.org/officeDocument/2006/relationships/slide" Target="slides/slide39.xml"/>
  <Relationship Id="rId42" Type="http://schemas.openxmlformats.org/officeDocument/2006/relationships/slide" Target="slides/slide40.xml"/>
  <Relationship Id="rId43" Type="http://schemas.openxmlformats.org/officeDocument/2006/relationships/slide" Target="slides/slide41.xml"/>
  <Relationship Id="rId44" Type="http://schemas.openxmlformats.org/officeDocument/2006/relationships/slide" Target="slides/slide42.xml"/>
  <Relationship Id="rId45" Type="http://schemas.openxmlformats.org/officeDocument/2006/relationships/slide" Target="slides/slide43.xml"/>
  <Relationship Id="rId46" Type="http://schemas.openxmlformats.org/officeDocument/2006/relationships/slide" Target="slides/slide44.xml"/>
  <Relationship Id="rId47" Type="http://schemas.openxmlformats.org/officeDocument/2006/relationships/slide" Target="slides/slide45.xml"/>
  <Relationship Id="rId48" Type="http://schemas.openxmlformats.org/officeDocument/2006/relationships/slide" Target="slides/slide46.xml"/>
  <Relationship Id="rId49" Type="http://schemas.openxmlformats.org/officeDocument/2006/relationships/slide" Target="slides/slide47.xml"/>
  <Relationship Id="rId50" Type="http://schemas.openxmlformats.org/officeDocument/2006/relationships/slide" Target="slides/slide48.xml"/>
  <Relationship Id="rId51" Type="http://schemas.openxmlformats.org/officeDocument/2006/relationships/slide" Target="slides/slide49.xml"/>
  <Relationship Id="rId52" Type="http://schemas.openxmlformats.org/officeDocument/2006/relationships/slide" Target="slides/slide50.xml"/>
  <Relationship Id="rId53" Type="http://schemas.openxmlformats.org/officeDocument/2006/relationships/slide" Target="slides/slide51.xml"/>
  <Relationship Id="rId54" Type="http://schemas.openxmlformats.org/officeDocument/2006/relationships/slide" Target="slides/slide52.xml"/>
  <Relationship Id="rId55" Type="http://schemas.openxmlformats.org/officeDocument/2006/relationships/slide" Target="slides/slide53.xml"/>
  <Relationship Id="rId56" Type="http://schemas.openxmlformats.org/officeDocument/2006/relationships/slide" Target="slides/slide54.xml"/>
  <Relationship Id="rId57" Type="http://schemas.openxmlformats.org/officeDocument/2006/relationships/slide" Target="slides/slide55.xml"/>
  <Relationship Id="rId58" Type="http://schemas.openxmlformats.org/officeDocument/2006/relationships/slide" Target="slides/slide56.xml"/>
  <Relationship Id="rId59" Type="http://schemas.openxmlformats.org/officeDocument/2006/relationships/slide" Target="slides/slide57.xml"/>
  <Relationship Id="rId60" Type="http://schemas.openxmlformats.org/officeDocument/2006/relationships/slide" Target="slides/slide58.xml"/>
  <Relationship Id="rId61" Type="http://schemas.openxmlformats.org/officeDocument/2006/relationships/slide" Target="slides/slide59.xml"/>
  <Relationship Id="rId62" Type="http://schemas.openxmlformats.org/officeDocument/2006/relationships/slide" Target="slides/slide60.xml"/>
  <Relationship Id="rId63" Type="http://schemas.openxmlformats.org/officeDocument/2006/relationships/slide" Target="slides/slide61.xml"/>
  <Relationship Id="rId64" Type="http://schemas.openxmlformats.org/officeDocument/2006/relationships/slide" Target="slides/slide62.xml"/>
  <Relationship Id="rId65" Type="http://schemas.openxmlformats.org/officeDocument/2006/relationships/slide" Target="slides/slide63.xml"/>
  <Relationship Id="rId66" Type="http://schemas.openxmlformats.org/officeDocument/2006/relationships/slide" Target="slides/slide64.xml"/>
  <Relationship Id="rId67" Type="http://schemas.openxmlformats.org/officeDocument/2006/relationships/presProps" Target="presProps.xml"/>
  <Relationship Id="rId68" Type="http://schemas.openxmlformats.org/officeDocument/2006/relationships/viewProps" Target="viewProps.xml"/>
  <Relationship Id="rId6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5601269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3a94dd66b12d582fde8e9341c3728fb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4c189425d2329ea4719e1c3b81e3dd7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8cdaf85d206b059444240af808ba22e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1cdfc2a42b454e49b5532b0be6bff84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09aa539107c7e8ca8fe08526e07e33b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a4227e5a297befd2fb3c12d06e4d4cf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9f828ee88a335f26d1da27694c0f5df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7b2f380bdd5cbf19225c7384bf2ad308.jp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da3d51a570b048fa7a18966cb9fd4d49.jp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ad1b0006d3a87374ba1753289a7161410.jp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8236ff96549111d149885fdb3d66b5a11.jp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e0bfe6da9bd28e7aa8873ddac3d1b2112.jp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88e684b660d3a038121267b05acd6b13.jp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4657dc0b5b51e1856cfefa0f49e1f5e14.jp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d2b848fc81440c41759a5776f13afeb15.jp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4bdc74e63ec776b264e89667858c95116.jp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13403b882df36a49e53c624346deaf917.jp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00b8ecb23f8eadd9bc59e8ba98b26c818.jp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cca4fa4e45da97bf6ed0db3c99833ee19.jp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c99f9344cf637abf046489b8a87073e20.jp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5c6114cd1c862945c8984f293c6107f21.jp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5b8f8b19b4e5cfa13248907f9f124f322.jp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a2524cfd541c966b333e85e3879a91323.jp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97a639cd10deb642fbfe223a8c6be4924.jp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9d45ca135f2c5b26c7237b13cd8b4d625.jp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d4a2b97771946a6448d73e8cbcc8bdd26.jp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5039a3bf33bffae5b4f5619b081c3ee27.jpg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782124b36ac232175f9c2a477e75e0c28.jpg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8d59f6239c6254a65866f790834e5ed29.jpg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70404d9c639bf65aa78f7e68d02f3ce30.jpg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84df4130849f142ae1fcfcac112e52731.jpg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f9b7ff1e0d449dca34211ef0bea73632.jpg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5e5f692790c892972ba262599b014b933.jpg"/>
</Relationships>
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88df734e13cfde17bc967561e0a5fa234.jpg"/>
</Relationships>
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9535a86809c3a3d09d3b880c7ec1ba635.jpg"/>
</Relationships>
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49a6b7e9c7aba91e0d855db7666561c36.jpg"/>
</Relationships>
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d833e3ac998c2282f6714ae782edcb437.jpg"/>
</Relationships>
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c389bed7173353635653525ba6f3d5738.jpg"/>
</Relationships>
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e65d6d10121d5ae27a4da082ef874d139.jpg"/>
</Relationships>
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1f3878b7954b4fd97ce9c5048edde1740.jpg"/>
</Relationships>
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ccbde45da22410e5a64a5080fed9ba841.jpg"/>
</Relationships>
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e3e6f1b024b25ba5726df036f59daf342.jpg"/>
</Relationships>
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ddad004cad4ba4a7d0d7bb6b988445d43.jpg"/>
</Relationships>
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f8a21ef78dfb7cefcfe29d6094c3d9a44.jpg"/>
</Relationships>
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6f0c382aca3ac94188816a117eaedb745.jpg"/>
</Relationships>
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a1de528688c50115560317821cd1c1d46.jpg"/>
</Relationships>
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7d0a7dd660a267449333ce2e2d946347.jpg"/>
</Relationships>
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4813fd1ec2f04797da52202284043cc48.jpg"/>
</Relationships>
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40883d9d9ceddbf813f6b799e77772f49.jpg"/>
</Relationships>
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f200f361539b9c9e9351c3751bec2a550.jpg"/>
</Relationships>
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eea30fa77bd069239002dc118d2f03b51.jpg"/>
</Relationships>
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ba819b0a748383bc8cb5ae5bd61044352.jpg"/>
</Relationships>
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43833c0524ac7ee34ad68d7a894c48453.jpg"/>
</Relationships>

</file>

<file path=ppt/slides/_rels/slide5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3d3d464a533e4f4ece139036c60259b54.jpg"/>
</Relationships>

</file>

<file path=ppt/slides/_rels/slide5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c6b5cff3c7e078256f17252489cbfbb55.jpg"/>
</Relationships>

</file>

<file path=ppt/slides/_rels/slide5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70ce84332df47297a27b09ac54deaf256.jpg"/>
</Relationships>

</file>

<file path=ppt/slides/_rels/slide5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93ad9b6efd5797f79deedf3480f44c457.jpg"/>
</Relationships>

</file>

<file path=ppt/slides/_rels/slide5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fb378d48e6d28e2c8d5e7bbd1ede49858.jpg"/>
</Relationships>

</file>

<file path=ppt/slides/_rels/slide5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af7371a7dad1be78e8039777c15537959.jpg"/>
</Relationships>

</file>

<file path=ppt/slides/_rels/slide6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8eb0674b0c75c5850307ec1642b27ae60.jpg"/>
</Relationships>

</file>

<file path=ppt/slides/_rels/slide6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d396fcb077a4286cc5b6223c9408d9561.jpg"/>
</Relationships>

</file>

<file path=ppt/slides/_rels/slide6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d6983933c7dc4f7f3437c5eb6488e5862.jpg"/>
</Relationships>

</file>

<file path=ppt/slides/_rels/slide6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3d729ea865e1977c357cf821aecec5e63.jpg"/>
</Relationships>

</file>

<file path=ppt/slides/_rels/slide6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594e96772aef76ea9574654ba7d48f964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84">
  <a:themeElements>
    <a:clrScheme name="Theme8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PHPOffice</dc:creator>
  <cp:lastModifiedBy>PHPPresentation Team</cp:lastModifiedBy>
  <dcterms:created xsi:type="dcterms:W3CDTF">2025-12-29T08:16:32Z</dcterms:created>
  <dcterms:modified xsi:type="dcterms:W3CDTF">2025-12-29T08:16:32Z</dcterms:modified>
  <dc:title>Sample 02 Title</dc:title>
  <dc:description>Sample 02 Description</dc:description>
  <dc:subject>Sample 02 Subject</dc:subject>
  <cp:keywords>office 2007 openxml libreoffice odt php</cp:keywords>
  <cp:category>Sample Category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