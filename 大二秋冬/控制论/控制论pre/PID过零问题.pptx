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8" r:id="rId2"/>
    <p:sldId id="366" r:id="rId3"/>
    <p:sldId id="368" r:id="rId4"/>
    <p:sldId id="363" r:id="rId5"/>
    <p:sldId id="364" r:id="rId6"/>
    <p:sldId id="370" r:id="rId7"/>
    <p:sldId id="374" r:id="rId8"/>
    <p:sldId id="371" r:id="rId9"/>
    <p:sldId id="37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26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72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73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674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75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76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fld id="{80CF78D9-B71B-483D-AADA-EE9E7AE9F39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0AB03-CBC8-ECEF-A2F4-3D340CD8D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>
            <a:extLst>
              <a:ext uri="{FF2B5EF4-FFF2-40B4-BE49-F238E27FC236}">
                <a16:creationId xmlns:a16="http://schemas.microsoft.com/office/drawing/2014/main" id="{E06A6863-1B26-75D0-2649-39BCF0E906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>
            <a:extLst>
              <a:ext uri="{FF2B5EF4-FFF2-40B4-BE49-F238E27FC236}">
                <a16:creationId xmlns:a16="http://schemas.microsoft.com/office/drawing/2014/main" id="{F697F74D-B05D-343F-3E97-80A5B542B4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4100" name="灯片编号占位符 3">
            <a:extLst>
              <a:ext uri="{FF2B5EF4-FFF2-40B4-BE49-F238E27FC236}">
                <a16:creationId xmlns:a16="http://schemas.microsoft.com/office/drawing/2014/main" id="{85F0AD61-68D9-8EF5-F95F-28BDF63B2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fld id="{80CF78D9-B71B-483D-AADA-EE9E7AE9F39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73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89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4859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59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59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77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4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4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4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4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9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50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51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52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53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55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56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57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58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59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60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6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24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25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2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6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6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66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67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68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6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7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63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3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3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3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9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4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4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4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28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2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104863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3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 descr="C:\Documents and Settings\sqz\桌面\图片1.jpg"/>
          <p:cNvPicPr>
            <a:picLocks noChangeAspect="1" noChangeArrowheads="1"/>
          </p:cNvPicPr>
          <p:nvPr userDrawn="1"/>
        </p:nvPicPr>
        <p:blipFill>
          <a:blip r:embed="rId13"/>
          <a:srcRect l="397" t="671" r="217" b="51665"/>
          <a:stretch>
            <a:fillRect/>
          </a:stretch>
        </p:blipFill>
        <p:spPr bwMode="auto">
          <a:xfrm>
            <a:off x="0" y="0"/>
            <a:ext cx="9142413" cy="328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3" name="图片 2"/>
          <p:cNvPicPr>
            <a:picLocks noChangeAspect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3081337" y="6280150"/>
            <a:ext cx="9110663" cy="5778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video" Target="../media/media1.mp4"/><Relationship Id="rId7" Type="http://schemas.openxmlformats.org/officeDocument/2006/relationships/image" Target="../media/image9.png"/><Relationship Id="rId2" Type="http://schemas.microsoft.com/office/2007/relationships/media" Target="../media/media1.mp4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video" Target="../media/media3.mp4"/><Relationship Id="rId2" Type="http://schemas.microsoft.com/office/2007/relationships/media" Target="../media/media3.mp4"/><Relationship Id="rId1" Type="http://schemas.openxmlformats.org/officeDocument/2006/relationships/tags" Target="../tags/tag4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329916" y="1497186"/>
            <a:ext cx="11598910" cy="2254885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6000" b="1" i="0" kern="1200" cap="all" baseline="0">
                <a:solidFill>
                  <a:srgbClr val="005BBB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defRPr/>
            </a:pPr>
            <a:r>
              <a:rPr lang="zh-CN" altLang="en-US" sz="3600" cap="none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</a:p>
          <a:p>
            <a:pPr algn="ctr"/>
            <a:r>
              <a:rPr lang="en-US" altLang="zh-CN" sz="72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PID</a:t>
            </a:r>
            <a:r>
              <a:rPr lang="zh-CN" altLang="en-US" sz="72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过零问题</a:t>
            </a:r>
            <a:endParaRPr lang="en-US" altLang="zh-CN" sz="72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32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                                                            </a:t>
            </a:r>
            <a:endParaRPr lang="zh-CN" altLang="zh-CN" sz="32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075" name="Text Placeholder 1"/>
          <p:cNvSpPr txBox="1"/>
          <p:nvPr/>
        </p:nvSpPr>
        <p:spPr bwMode="auto">
          <a:xfrm>
            <a:off x="4221196" y="4435014"/>
            <a:ext cx="3816350" cy="9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汇报人：郑智瑄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latin typeface="微软雅黑" panose="020B0503020204020204" charset="-122"/>
                <a:ea typeface="微软雅黑" panose="020B0503020204020204" charset="-122"/>
              </a:rPr>
              <a:t>2024.11.19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444E7-EABA-D003-DC90-FA2DA37A1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49EBE24C-7DE0-A72D-07FB-A072A23ED3D8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39003838-D10B-91F5-E029-EF7798244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PID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的核心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F6F4B6B-34C9-17B9-9DD9-BE5222F32240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8056A400-5D40-5182-EF99-BFBCCEC74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11" y="3189449"/>
            <a:ext cx="8448145" cy="1138563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7024E21-32AC-E00B-34E3-D3BCCDF89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802" y="1373125"/>
            <a:ext cx="10076473" cy="15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E53C0FB-F44D-3D57-AB15-30EF658DFA2D}"/>
              </a:ext>
            </a:extLst>
          </p:cNvPr>
          <p:cNvSpPr txBox="1"/>
          <p:nvPr/>
        </p:nvSpPr>
        <p:spPr>
          <a:xfrm>
            <a:off x="1300066" y="4789713"/>
            <a:ext cx="105622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的核心：通过计算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cur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的差值输出</a:t>
            </a:r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ouput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，作用于对象使得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cur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趋于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8564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3AAAA-5F49-FB49-D18B-B55E310BF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41F08FEE-3BB7-DB4E-5015-C684DFBE8BE9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0997758F-6BFF-F0CC-CDB8-FA1A210C0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PID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的核心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6DFF5CB6-0685-9437-C0C3-CF1C835D2803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65FFC9CB-5086-4F90-6AF6-95E01DAFA961}"/>
              </a:ext>
            </a:extLst>
          </p:cNvPr>
          <p:cNvSpPr txBox="1"/>
          <p:nvPr/>
        </p:nvSpPr>
        <p:spPr>
          <a:xfrm>
            <a:off x="3623144" y="1457093"/>
            <a:ext cx="494571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0" b="1" dirty="0">
                <a:latin typeface="楷体" panose="02010609060101010101" pitchFamily="49" charset="-122"/>
                <a:ea typeface="楷体" panose="02010609060101010101" pitchFamily="49" charset="-122"/>
              </a:rPr>
              <a:t>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7515E4-2D15-673E-5B8B-23C366B952AE}"/>
              </a:ext>
            </a:extLst>
          </p:cNvPr>
          <p:cNvSpPr txBox="1"/>
          <p:nvPr/>
        </p:nvSpPr>
        <p:spPr>
          <a:xfrm>
            <a:off x="1072811" y="1520703"/>
            <a:ext cx="1884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一字以蔽之：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7E3AC5-BB37-6120-4CAE-8993B5B70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900" y="1427752"/>
            <a:ext cx="2726439" cy="200124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873D2DE-0BAE-C8ED-D4CF-F16D3445E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900" y="4070646"/>
            <a:ext cx="2726439" cy="189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18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/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情景思考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/>
          <p:cNvSpPr txBox="1"/>
          <p:nvPr/>
        </p:nvSpPr>
        <p:spPr>
          <a:xfrm>
            <a:off x="4952365" y="5345430"/>
            <a:ext cx="4160520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2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72515" y="1388745"/>
            <a:ext cx="5602605" cy="427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endParaRPr lang="zh-CN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88632a0d8974bb2737c9e09adb3228c6">
            <a:hlinkClick r:id="" action="ppaction://media"/>
            <a:extLst>
              <a:ext uri="{FF2B5EF4-FFF2-40B4-BE49-F238E27FC236}">
                <a16:creationId xmlns:a16="http://schemas.microsoft.com/office/drawing/2014/main" id="{7E1EBFA5-796A-E1CF-7165-B011C549FDD4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85218" y="1703866"/>
            <a:ext cx="5496151" cy="309158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74F1A50-3FB6-91C7-3ED4-EE2753267425}"/>
              </a:ext>
            </a:extLst>
          </p:cNvPr>
          <p:cNvSpPr txBox="1"/>
          <p:nvPr/>
        </p:nvSpPr>
        <p:spPr>
          <a:xfrm>
            <a:off x="945500" y="1387157"/>
            <a:ext cx="5212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伪代码：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6038D94-A117-B99F-F005-5469F5F906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500" y="3371756"/>
            <a:ext cx="4761915" cy="171074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783F3CA-91AB-D559-D1AE-788CD58C95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500" y="4710522"/>
            <a:ext cx="2249736" cy="164890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8675C6F-997A-C98C-DE77-4B4177910D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581" y="1839577"/>
            <a:ext cx="5102419" cy="155035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3073753-039A-8EE3-7531-D933BEE96A0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315" y="4922106"/>
            <a:ext cx="1978712" cy="166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731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959AE-BA64-C2E6-56EA-46178A550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153DEB0-28B0-8697-1E4F-2B0328DC9C34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2A2B40DA-68F3-D77F-FDCC-3F657264DC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PID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的特征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0260D301-3D37-1752-472E-6F499BABCC2B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1EF3942D-7400-B745-EF1B-66D6EC51FF04}"/>
              </a:ext>
            </a:extLst>
          </p:cNvPr>
          <p:cNvSpPr txBox="1"/>
          <p:nvPr/>
        </p:nvSpPr>
        <p:spPr>
          <a:xfrm>
            <a:off x="4952365" y="5345430"/>
            <a:ext cx="4160520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27">
            <a:extLst>
              <a:ext uri="{FF2B5EF4-FFF2-40B4-BE49-F238E27FC236}">
                <a16:creationId xmlns:a16="http://schemas.microsoft.com/office/drawing/2014/main" id="{C1668F7D-047D-D3C4-9BF3-345DB461D7F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72515" y="1388745"/>
            <a:ext cx="5602605" cy="427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endParaRPr lang="zh-CN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67DB83-1FF8-A211-E35A-B7B34C25F3BA}"/>
              </a:ext>
            </a:extLst>
          </p:cNvPr>
          <p:cNvSpPr txBox="1"/>
          <p:nvPr/>
        </p:nvSpPr>
        <p:spPr>
          <a:xfrm>
            <a:off x="1072515" y="1455576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为什么会发生这种现象？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B0922E-6025-B5E9-D203-93D4457A587F}"/>
              </a:ext>
            </a:extLst>
          </p:cNvPr>
          <p:cNvSpPr txBox="1"/>
          <p:nvPr/>
        </p:nvSpPr>
        <p:spPr>
          <a:xfrm>
            <a:off x="1072515" y="2166610"/>
            <a:ext cx="47339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本质原因：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3EEE204-A6A9-AA13-0397-F0680406C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466" y="1286843"/>
            <a:ext cx="3828411" cy="2805974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37BA7874-19EB-C75B-BB2F-C7B4B5105C2C}"/>
              </a:ext>
            </a:extLst>
          </p:cNvPr>
          <p:cNvSpPr txBox="1"/>
          <p:nvPr/>
        </p:nvSpPr>
        <p:spPr>
          <a:xfrm>
            <a:off x="862303" y="2919312"/>
            <a:ext cx="73661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的方向不对：绕“圆周”上的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远路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3842C6C4-9061-9226-76A0-5281E6B83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03" y="3896774"/>
            <a:ext cx="8629650" cy="21526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C23875F-CC90-F21A-F080-6A67AE6AF6AC}"/>
              </a:ext>
            </a:extLst>
          </p:cNvPr>
          <p:cNvSpPr txBox="1"/>
          <p:nvPr/>
        </p:nvSpPr>
        <p:spPr>
          <a:xfrm>
            <a:off x="9672734" y="185193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X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763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24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D3494-FD4F-C152-DA40-4AF76EE92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A6204C9-80EC-1449-C184-913DE7B0A3F3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E91DC872-998B-9D68-2932-C217CA45F3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过零问题解决方法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4CE71F03-E33F-0681-7F6B-6923553A240C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27">
            <a:extLst>
              <a:ext uri="{FF2B5EF4-FFF2-40B4-BE49-F238E27FC236}">
                <a16:creationId xmlns:a16="http://schemas.microsoft.com/office/drawing/2014/main" id="{C75DE212-DF9E-385B-EB34-97E3FE507D9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72515" y="1388745"/>
            <a:ext cx="5602605" cy="427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endParaRPr lang="zh-CN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B1395C-F4E4-433D-A747-FB6E1DDE7DCC}"/>
              </a:ext>
            </a:extLst>
          </p:cNvPr>
          <p:cNvSpPr txBox="1"/>
          <p:nvPr/>
        </p:nvSpPr>
        <p:spPr>
          <a:xfrm>
            <a:off x="1072515" y="1455576"/>
            <a:ext cx="7832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本质：通过线性延拓来模拟圆周“锁”的方向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B925474-35D8-37B3-B50F-E18F11271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452" y="3150235"/>
            <a:ext cx="5901264" cy="266118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17C8E64-B9CC-8746-52EC-B15A9A750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11" y="2594480"/>
            <a:ext cx="5542060" cy="321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01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48D99-F4E7-79D1-EC9E-2CEC1D97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582B26B-2318-B64C-9A25-CC95DD63057E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6AD05852-AE36-AA66-D6CA-AFD676C80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过零问题解决方法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FCE4D74-BF84-7395-1202-A3A07D3C9092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过零解决电机">
            <a:hlinkClick r:id="" action="ppaction://media"/>
            <a:extLst>
              <a:ext uri="{FF2B5EF4-FFF2-40B4-BE49-F238E27FC236}">
                <a16:creationId xmlns:a16="http://schemas.microsoft.com/office/drawing/2014/main" id="{D8B1B0EB-DE54-5C03-A7B5-4CB3A164D7F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46704" y="1528762"/>
            <a:ext cx="8224610" cy="462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454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9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3FB7F-BAEA-D77D-BA41-D546EA156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35BDA14-F6F9-2ACF-129C-5CBD9AA41451}"/>
              </a:ext>
            </a:extLst>
          </p:cNvPr>
          <p:cNvGrpSpPr/>
          <p:nvPr/>
        </p:nvGrpSpPr>
        <p:grpSpPr>
          <a:xfrm>
            <a:off x="1072810" y="691926"/>
            <a:ext cx="10841023" cy="461962"/>
            <a:chOff x="1072810" y="691926"/>
            <a:chExt cx="10841023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FD79D9A0-DD0A-8F92-886A-AA0BD97FDA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0" y="691926"/>
              <a:ext cx="60595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如果你在实际工程中不解决过零问题：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EB717AC-2A5C-1D68-B4DF-A4B43FBE8129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 27">
            <a:extLst>
              <a:ext uri="{FF2B5EF4-FFF2-40B4-BE49-F238E27FC236}">
                <a16:creationId xmlns:a16="http://schemas.microsoft.com/office/drawing/2014/main" id="{90CCFFE2-2619-6B6E-6D82-10E6159A59E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72515" y="1388745"/>
            <a:ext cx="5602605" cy="4278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endParaRPr lang="zh-CN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050" name="Picture 2" descr="拟人卡通 矢量素材 AI格式_0002图片_动漫人物_动漫卡通-图行天下素材网">
            <a:extLst>
              <a:ext uri="{FF2B5EF4-FFF2-40B4-BE49-F238E27FC236}">
                <a16:creationId xmlns:a16="http://schemas.microsoft.com/office/drawing/2014/main" id="{F2D5E5D9-1707-EE6A-4BC1-3EEF789BB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449" y="2271855"/>
            <a:ext cx="3635320" cy="2512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疯车视频">
            <a:hlinkClick r:id="" action="ppaction://media"/>
            <a:extLst>
              <a:ext uri="{FF2B5EF4-FFF2-40B4-BE49-F238E27FC236}">
                <a16:creationId xmlns:a16="http://schemas.microsoft.com/office/drawing/2014/main" id="{656D9A4D-D7EB-7B01-5F31-39B6BAB5D230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678004" y="1921564"/>
            <a:ext cx="5624377" cy="318714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9A8CF84-A178-F2D9-1C2D-62251EDEFE5B}"/>
              </a:ext>
            </a:extLst>
          </p:cNvPr>
          <p:cNvSpPr txBox="1"/>
          <p:nvPr/>
        </p:nvSpPr>
        <p:spPr>
          <a:xfrm>
            <a:off x="644056" y="5284589"/>
            <a:ext cx="4766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你的小车可能就要狠狠的</a:t>
            </a:r>
            <a:r>
              <a:rPr lang="zh-CN" altLang="en-US" b="1" dirty="0"/>
              <a:t>蹂躏</a:t>
            </a:r>
            <a:r>
              <a:rPr lang="zh-CN" altLang="en-US" dirty="0"/>
              <a:t>你了</a:t>
            </a:r>
            <a:r>
              <a:rPr lang="en-US" altLang="zh-CN" dirty="0"/>
              <a:t>(</a:t>
            </a:r>
            <a:r>
              <a:rPr lang="zh-CN" altLang="en-US" dirty="0"/>
              <a:t>｀益</a:t>
            </a:r>
            <a:r>
              <a:rPr lang="en-US" altLang="zh-CN" dirty="0"/>
              <a:t>´)</a:t>
            </a:r>
            <a:r>
              <a:rPr lang="ja-JP" altLang="en-US" dirty="0"/>
              <a:t>がう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3683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A358E-7CD6-5F36-C1CA-40A138C6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E3CF9C19-7FB7-C33D-F14B-13DA8A3E5AA7}"/>
              </a:ext>
            </a:extLst>
          </p:cNvPr>
          <p:cNvSpPr txBox="1"/>
          <p:nvPr/>
        </p:nvSpPr>
        <p:spPr>
          <a:xfrm>
            <a:off x="329916" y="1497186"/>
            <a:ext cx="11598910" cy="2254885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6000" b="1" i="0" kern="1200" cap="all" baseline="0">
                <a:solidFill>
                  <a:srgbClr val="005BBB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defRPr/>
            </a:pPr>
            <a:r>
              <a:rPr lang="zh-CN" altLang="en-US" sz="3600" cap="none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</a:p>
          <a:p>
            <a:pPr algn="ctr"/>
            <a:r>
              <a:rPr lang="zh-CN" altLang="en-US" sz="72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恳请大家指正</a:t>
            </a:r>
            <a:endParaRPr lang="en-US" altLang="zh-CN" sz="72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32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                                                            </a:t>
            </a:r>
            <a:endParaRPr lang="zh-CN" altLang="zh-CN" sz="32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075" name="Text Placeholder 1">
            <a:extLst>
              <a:ext uri="{FF2B5EF4-FFF2-40B4-BE49-F238E27FC236}">
                <a16:creationId xmlns:a16="http://schemas.microsoft.com/office/drawing/2014/main" id="{1B22CC0F-AA56-2C61-2BF7-D44804BDCCCB}"/>
              </a:ext>
            </a:extLst>
          </p:cNvPr>
          <p:cNvSpPr txBox="1"/>
          <p:nvPr/>
        </p:nvSpPr>
        <p:spPr bwMode="auto">
          <a:xfrm>
            <a:off x="4221196" y="4435014"/>
            <a:ext cx="3816350" cy="9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汇报人：郑智瑄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latin typeface="微软雅黑" panose="020B0503020204020204" charset="-122"/>
                <a:ea typeface="微软雅黑" panose="020B0503020204020204" charset="-122"/>
              </a:rPr>
              <a:t>2024.11.19</a:t>
            </a:r>
          </a:p>
        </p:txBody>
      </p:sp>
    </p:spTree>
    <p:extLst>
      <p:ext uri="{BB962C8B-B14F-4D97-AF65-F5344CB8AC3E}">
        <p14:creationId xmlns:p14="http://schemas.microsoft.com/office/powerpoint/2010/main" val="3030738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144</Words>
  <Application>Microsoft Office PowerPoint</Application>
  <PresentationFormat>宽屏</PresentationFormat>
  <Paragraphs>29</Paragraphs>
  <Slides>9</Slides>
  <Notes>2</Notes>
  <HiddenSlides>0</HiddenSlides>
  <MMClips>3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楷体</vt:lpstr>
      <vt:lpstr>微软雅黑</vt:lpstr>
      <vt:lpstr>Arial</vt:lpstr>
      <vt:lpstr>Calibri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NTH-AN00</dc:creator>
  <cp:lastModifiedBy>xzz_xuanzhizheng@qq.com</cp:lastModifiedBy>
  <cp:revision>10</cp:revision>
  <dcterms:created xsi:type="dcterms:W3CDTF">2024-05-06T04:42:36Z</dcterms:created>
  <dcterms:modified xsi:type="dcterms:W3CDTF">2024-11-18T14:32:06Z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2007ef73fc7849008a24f0bb07e9efff_23</vt:lpwstr>
  </property>
</Properties>
</file>