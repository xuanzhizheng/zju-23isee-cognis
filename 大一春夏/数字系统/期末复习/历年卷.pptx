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slide" Target="slides/slide29.xml"/>
  <Relationship Id="rId32" Type="http://schemas.openxmlformats.org/officeDocument/2006/relationships/slide" Target="slides/slide30.xml"/>
  <Relationship Id="rId33" Type="http://schemas.openxmlformats.org/officeDocument/2006/relationships/slide" Target="slides/slide31.xml"/>
  <Relationship Id="rId34" Type="http://schemas.openxmlformats.org/officeDocument/2006/relationships/slide" Target="slides/slide32.xml"/>
  <Relationship Id="rId35" Type="http://schemas.openxmlformats.org/officeDocument/2006/relationships/slide" Target="slides/slide33.xml"/>
  <Relationship Id="rId36" Type="http://schemas.openxmlformats.org/officeDocument/2006/relationships/slide" Target="slides/slide34.xml"/>
  <Relationship Id="rId37" Type="http://schemas.openxmlformats.org/officeDocument/2006/relationships/slide" Target="slides/slide35.xml"/>
  <Relationship Id="rId38" Type="http://schemas.openxmlformats.org/officeDocument/2006/relationships/slide" Target="slides/slide36.xml"/>
  <Relationship Id="rId39" Type="http://schemas.openxmlformats.org/officeDocument/2006/relationships/slide" Target="slides/slide37.xml"/>
  <Relationship Id="rId40" Type="http://schemas.openxmlformats.org/officeDocument/2006/relationships/slide" Target="slides/slide38.xml"/>
  <Relationship Id="rId41" Type="http://schemas.openxmlformats.org/officeDocument/2006/relationships/slide" Target="slides/slide39.xml"/>
  <Relationship Id="rId42" Type="http://schemas.openxmlformats.org/officeDocument/2006/relationships/slide" Target="slides/slide40.xml"/>
  <Relationship Id="rId43" Type="http://schemas.openxmlformats.org/officeDocument/2006/relationships/presProps" Target="presProps.xml"/>
  <Relationship Id="rId44" Type="http://schemas.openxmlformats.org/officeDocument/2006/relationships/viewProps" Target="viewProps.xml"/>
  <Relationship Id="rId45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0790756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7fd2a77fefa9f00bd7f3c7b498a9dbf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d14c422ea9a759340d27b4dd7b50cac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1a425b4d09ad79238c7a5e10ff16a10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f94f2081334d5178c1a65d01c0e90324.jp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f380e5a464db62aab05c2c0aff465125.jp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4248c6783bbe20e842c19c2fff38e066.jp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ef030749092bc9ec97d42a5f2051d067.jp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a8ffdcdf17ed4847cd43a22ce95fe8d8.jp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b479086faad1271f8dc904c96c3cba49.jp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1d0224d46c3e99178b7b5007202604610.jp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631d5bbe0150fac38e2c861a0c9b88611.jp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fc459ff5cee21ea0a1cb71e5e32b55c12.jp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77d5b2a001729c314f58aab5ccb5ebb13.jp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04343d5ac5c71c319e01c114d97d9b914.jp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1d9d702bff7004df64d174c9708ed5a15.jp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20e030768380164079741637c0132ed16.jp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f1761448759a35e7d791a901255aec317.jpg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f0e2556a8f72f78020fcba64d8fb64818.jpg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58ac12727e00d2647e940ce8c29fc3f19.jpg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a9d071542a4b9cfb48780e429e20f0b20.jpg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8c1858742e871120d0255926471e5f421.jpg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7822ef62dbae686794093ba32f844db22.jpg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747a34ef76aca73d2a4fd72ff27de0523.jpg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cf147a24a876d67f4530dbf3fdcd5bc24.jpg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935282c913c9fabd18cb9feb9795f2025.jpg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5307143a4d3cde846e0e2ef6c2ac98c26.jpg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36ce963354e484c25a82cf6fc9644c227.jpg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e47f2098c483e44bf84dc3a2d3f808f28.jpg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153a4119815d61290db47013aa22ade29.jpg"/>
</Relationships>
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5b521963cfd4b72336ef18968b1f44530.jpg"/>
</Relationships>
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870eabfd5b9d9f1394bb451429699af31.jpg"/>
</Relationships>
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3aee88fed9a439e8c53fc22661640ac32.jpg"/>
</Relationships>
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63ded1e70d2f0a94c8bc0bcab335f1b33.jpg"/>
</Relationships>
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430368f4fbcf72786b9335caaaa45ea34.jpg"/>
</Relationships>
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4e0d7b4d9538a96df7514c979e5284135.jpg"/>
</Relationships>
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ff7379e967a44076bad220140571e5236.jpg"/>
</Relationships>
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60711d3bf611382348fc72516096ffd37.jpg"/>
</Relationships>
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75dce73d6257c12a134df7650b130ee38.jpg"/>
</Relationships>
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7e67e05926e346031f9f4f29f66b19639.jpg"/>
</Relationships>
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98a88a49555e4caa080376f47f0ca6e40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47">
  <a:themeElements>
    <a:clrScheme name="Theme4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40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PHPOffice</dc:creator>
  <cp:lastModifiedBy>PHPPresentation Team</cp:lastModifiedBy>
  <dcterms:created xsi:type="dcterms:W3CDTF">2024-06-20T13:47:58Z</dcterms:created>
  <dcterms:modified xsi:type="dcterms:W3CDTF">2024-06-20T13:47:58Z</dcterms:modified>
  <dc:title>Sample 02 Title</dc:title>
  <dc:description>Sample 02 Description</dc:description>
  <dc:subject>Sample 02 Subject</dc:subject>
  <cp:keywords>office 2007 openxml libreoffice odt php</cp:keywords>
  <cp:category>Sample Category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