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333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3831145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-819472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6">
  <a:themeElements>
    <a:clrScheme name="Theme1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Theme16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subject>Sample 02 Subject</dc:subject>
  <dc:creator>PHPOffice</dc:creator>
  <cp:keywords>office 2007 openxml libreoffice odt php</cp:keywords>
  <dc:description>Sample 02 Description</dc:description>
  <cp:lastModifiedBy>xzz_xuanzhizheng@qq.com</cp:lastModifiedBy>
  <cp:revision>1</cp:revision>
  <dcterms:created xsi:type="dcterms:W3CDTF">2025-06-07T11:19:37Z</dcterms:created>
  <dcterms:modified xsi:type="dcterms:W3CDTF">2025-06-17T15:17:07Z</dcterms:modified>
  <cp:category>Sample Category</cp:category>
</cp:coreProperties>
</file>