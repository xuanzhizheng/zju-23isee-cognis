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0" y="491490"/>
            <a:ext cx="8533765" cy="1727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970" y="2286000"/>
            <a:ext cx="8225790" cy="9290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35" y="3641090"/>
            <a:ext cx="5612765" cy="2245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510" y="3641090"/>
            <a:ext cx="5897880" cy="2226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7" t="6453" r="44209" b="6902"/>
          <a:stretch>
            <a:fillRect/>
          </a:stretch>
        </p:blipFill>
        <p:spPr>
          <a:xfrm rot="5400000">
            <a:off x="4228465" y="1808480"/>
            <a:ext cx="3831590" cy="5744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65" y="243840"/>
            <a:ext cx="6066155" cy="24269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5655" y="327660"/>
            <a:ext cx="5521960" cy="2084705"/>
          </a:xfrm>
          <a:prstGeom prst="rect">
            <a:avLst/>
          </a:prstGeom>
        </p:spPr>
      </p:pic>
      <p:pic>
        <p:nvPicPr>
          <p:cNvPr id="9" name="图片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72" t="1396" r="37467" b="5056"/>
          <a:stretch>
            <a:fillRect/>
          </a:stretch>
        </p:blipFill>
        <p:spPr>
          <a:xfrm rot="5400000">
            <a:off x="4099560" y="1816100"/>
            <a:ext cx="3994150" cy="5424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渣球球。</cp:lastModifiedBy>
  <cp:revision>9</cp:revision>
  <dcterms:created xsi:type="dcterms:W3CDTF">2021-06-21T13:25:00Z</dcterms:created>
  <dcterms:modified xsi:type="dcterms:W3CDTF">2021-06-22T02:43:32Z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2052-11.1.0.10214</vt:lpwstr>
  </property>
</Properties>
</file>